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9" r:id="rId14"/>
    <p:sldId id="267" r:id="rId15"/>
    <p:sldId id="274" r:id="rId16"/>
    <p:sldId id="271" r:id="rId17"/>
    <p:sldId id="266" r:id="rId18"/>
    <p:sldId id="272" r:id="rId19"/>
    <p:sldId id="273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4:30.9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4:31.97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9:31.93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24 41,'3'1,"3"-2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14.34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164 212,'22'30,"49"51,-67-76,-7-6,-15-10,-26-22,31 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9:31.93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7 218,'-1'2,"-4"13,5-16,0 1,0 0,0 0,1 0,-1 0,0-1,0 1,0 0,1 0,-1 0,0 0,0 0,0-1,1 1,-1 0,0 0,0 0,1 0,-1 0,0 0,0 0,1 0,-1 0,0 0,0 0,1 0,-1 0,0 0,0 0,1 0,-1 0,0 1,0-1,1 0,-1 0,0 0,0 0,0 0,1 1,-1-1,0 0,0 0,0 0,1 0,-1 1,0-1,0 0,0 0,0 1,0-1,0 0,0 0,0 1,0-1,1 0,-1 0,0 1,0-1,0 0,0 0,0 1,-1-1,1 0,0 0,0 1,15-16,-12 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4:19.9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38 52,'4'0,"34"-3,-37 3,0-1,0 1,0 0,0-1,0 1,0 0,0-1,0 1,0-1,0 0,0 1,0-1,0 0,0 1,0-1,-1 0,1 0,0 0,0 0,-1 0,1 0,-1 0,1 0,-1 0,1 0,-1 0,0 0,1-2,-1 1,-1 1,1 0,-1 0,1-1,-1 1,0 0,1 0,-1 0,0 0,0 0,0 0,0 0,1 0,-2 0,1 0,0 0,0 0,0 1,0-1,0 1,-1-1,1 1,0-1,0 1,-1-1,1 1,0 0,-1 0,1 0,0 0,-2 0,-3-1,1 1,-1-1,1 1,-1 1,1-1,-8 2,11-2,1 1,0-1,0 0,0 0,0 1,0-1,0 1,0-1,0 1,0 0,0-1,0 1,0 0,0 0,0-1,1 1,-1 0,0 0,0 0,1 0,-1 0,1 0,-1 0,1 0,-1 0,1 0,0 1,0-1,-1 0,1 0,0 0,0 0,0 0,0 1,0-1,1 0,-1 2,1-1,0 0,0 0,0 1,1-1,-1 0,0 0,1-1,-1 1,1 0,0 0,0-1,0 1,0-1,0 0,0 1,0-1,3 1,1 0,-1-1,1 0,-1 0,1-1,9 1,4-7,-18 5,-1 1,0-1,1 1,-1-1,0 1,0-1,1 1,-1-1,0 1,0-1,0 1,0-1,1 1,-1-1,0 0,0 1,0-1,0 1,0-1,-1 1,1-1,0 1,0-1,0 0,0 1,-1-1,1 1,0-1,0 1,-1-1,0 0,-13-10,9 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5:56.54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74 40,'12'-16,"3"2,-2 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14.34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 3999,'2'-7,"1"0,0-1,7-13,5-14,29-69,-30 76,-1-1,-2-1,10-39,15-91,-7 32,-8 43,-8 33,3 1,1 1,28-53,-35 77,11-36,0-5,-12 44,7-18,-1-1,11-53,-13 32,2 1,25-62,-2-5,3-7,-25 92,-5 12,2 1,16-32,-20 44,0-1,-2 0,0-1,-1 1,5-40,-6 33,0 0,18-47,-14 54,22-34,-20 37,-1 1,-1-2,8-19,66-171,-78 197,15-36,-2-1,-2 0,18-91,-28 112,0 0,2 1,1 0,23-45,-24 49,0 0,7-39,-11 42,10-47,-8 33,19-61,-21 82,0-1,2-24,-5 28,0 0,1 0,0 0,0 0,1 0,0 1,7-15,0 8,-1 0,0-1,-1 0,-1-1,8-32,-10 35,0 0,1 0,0 0,10-15,-11 19,1 1,-1-1,0 0,-1-1,-1 1,1-1,-2 0,4-21,-6 32,0 0,0-1,0 1,0 0,0-1,0 1,0 0,0 0,0-1,0 1,0 0,0-1,0 1,0 0,0-1,0 1,0 0,0 0,0-1,-1 1,1 0,0 0,0-1,0 1,0 0,-1 0,1-1,0 1,0 0,-1 0,1 0,0 0,0-1,-1 1</inkml:trace>
  <inkml:trace contextRef="#ctx0" brushRef="#br0" timeOffset="1">1270 93,'-8'8</inkml:trace>
  <inkml:trace contextRef="#ctx0" brushRef="#br0" timeOffset="-1">1246 118,'-9'9</inkml:trace>
  <inkml:trace contextRef="#ctx0" brushRef="#br0" timeOffset="-3">1185 192,'-23'31,"5"-8,-40 40,44-48,15-17,54-61,13-4</inkml:trace>
  <inkml:trace contextRef="#ctx0" brushRef="#br0" timeOffset="-5">1237 150,'15'-14,"29"-29</inkml:trace>
  <inkml:trace contextRef="#ctx0" brushRef="#br0" timeOffset="-7">1311 79,'66'-64,"-65"63,0-1,0 1,1 0,-1-1,1 1,-1 0,1 0,-1 0,1 0,0 1,-1-1,1 0,2 0,-4 1,0 0,1 0,-1 0,1 0,-1 0,1 1,-1-1,0 0,1 0,-1 0,1 0,-1 1,0-1,1 0,-1 0,0 1,1-1,-1 0,0 1,0-1,1 0,-1 1,0-1,0 0,1 1,-1-1,0 1,0-1,0 0,0 1,0-1,1 1,-1 3,0 0,0 1,0-1,0 0,0 0,-1 0,0 0,0 0,-2 7,-4 7,0 1,2 1,0-1,2 1,0 0,-1 26,5-33,0 0,0 0,1 0,0-1,2 1,-1-1,1 1,1-1,0 0,13 20,-16-28,3 4,0 0,0 1,5 14,-10-23,0 0,0 0,0-1,0 1,0 0,0 0,0 0,0 0,-1 0,1 0,0 0,0 0,0 0,0 0,0 0,0 0,0-1,0 1,0 0,0 0,0 0,0 0,-1 0,1 0,0 0,0 0,0 0,0 0,0 0,0 0,0 0,0 0,0 0,-1 0,1 0,0 0,0 0,0 0,0 0,0 0,0 0,0 0,0 1,0-1,0 0,-1 0,1 0,0 0,0 0,0 0,0 0,0 0,0 0,0 0,0 0,0 0,0 0,0 1,0-1,0 0,0 0,0 0,0 0,0 0,-13-10,-13-13,15 14,0 1,-1 0,1 0,-1 1,-1 1,-19-8,-18-9,34 13,4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5:08.58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239 1,'-19'-1,"0"2,1 1,-1 0,-25 7,34-6,1 0,-1 1,1 0,0 1,0 0,0 0,1 1,-1 0,-11 12,18-16,1-1,-1 0,1 1,-1-1,1 1,0 0,-1-1,1 1,0 0,0 0,-1 3,2-4,1 0,-1 0,1 0,-1 0,1 0,-1 0,1 0,0-1,-1 1,1 0,0 0,0 0,0-1,-1 1,1 0,0-1,0 1,0-1,0 1,0-1,0 0,0 1,3-1,22 13,-15-8,0 1,0-1,1-1,0 0,-1-1,1 0,19 1,-8-3,-10-1,-1 0,1 1,-1 1,0 0,14 4,-23-5,-1 0,0-1,1 1,-1 1,0-1,0 0,0 1,0-1,0 1,0-1,0 1,0 0,-1 0,1 0,0 0,-1 0,0 0,0 0,1 1,-1-1,-1 0,1 1,0-1,0 1,-1-1,0 1,1-1,-1 1,0-1,0 1,-1 3,1-3,-1 1,1-1,-1 0,0 1,0-1,0 0,0 0,-1 0,1 0,-1 0,0 0,0 0,0 0,0-1,0 1,-6 4,3-4,1 0,-2 0,1 0,0 0,0-1,-1 0,0 0,1 0,-8 1,2-1,-1-1,1 0,0-1,-1 0,1-1,-1 0,1-1,0 0,-18-6,16 2,6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14.33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25 69,'1'1,"3"4,0 0,-1-1,6 4,10 9,1-1,28 19,-32-25,-3 0,-1 0,-1 1,0 0,-1 0,0 1,10 16,5 6,150 162,-123-145,51 57,-83-85,2 3,-2 0,25 42,-36-54,0-1,1 0,15 14,2 4,-17-21,1 0,0 0,0-1,1-1,0 0,16 8,-11-6,0 0,23 19,-18-9,-7-6,1 0,17 11,89 64,-102-72,-1 0,0 1,-2 1,0 0,-1 2,-1 0,17 31,-10-13,27 69,-42-93,2-1,0 0,0-1,2 0,-1 0,1-1,25 20,-4-2,-20-20,0-1,1 0,0-1,21 11,29 18,-6 7,84 84,-136-123,1-1,-1 0,1 0,0-1,1 1,12 4,-13-6,-1 0,1 1,-1 0,1 0,-1 0,0 0,0 1,0 0,7 8,3 9,0 1,11 24,-13-22,30 42,-36-56,-1 0,0 1,-1-1,6 15,-6-13,0 0,1 0,12 18,5-4,0-1,47 39,-40-38,46 51,-47-45,36 30,-14-14,-35-34,1 0,0-2,27 15,-24-15,-1 0,33 28,-43-31,31 29,52 38,86 35,-168-105,0 1,0 0,12 13,-13-12,0 0,1 0,17 10,-19-14,1 1,-1 0,0 0,0 1,-1 0,1 0,-1 1,-1-1,11 15,19 24,-27-35,0 0,-1 1,11 18,-3-1,37 46,-25-36,-18-26,1-1,0 0,1-1,0 0,0-1,1 0,17 9,-10-6,0 0,22 20,-30-21,2 3,1-1,1 0,0-2,0 0,19 9,-21-11,1-1,-1 2,-1 0,20 18,28 22,45 33,-60-45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6:22.28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19 665,'-3'19,"3"-19,-1 0,1 0,0 0,0 0,0 0,0 1,-1-1,1 0,0 0,0 0,0 0,-1 0,1 0,0 0,0 0,0 0,-1 0,1 0,0 0,0 0,0 0,-1 0,1 0,0 0,0-1,0 1,0 0,-1 0,1 0,0 0,0 0,0 0,0 0,-1-1,1 1,0 0,0 0,0 0,0 0,0-1,0 1,0 0,-1 0,0-2,0 0,0 0,0-1,0 1,1 0,-1 0,0 0,1-1,0 1,-1 0,1-1,0 1,1-4,1-7,2 1,0-1,0 1,1 0,8-14,-7 15,0 0,-1 0,-1 0,0-1,0 0,1-14,-3 18,-1 1,1 0,0 0,1-1,0 2,0-1,0 0,1 1,0-1,6-6,10-19,-13 19,-2 0,0 0,6-23,-8 24,1 0,0 1,1-1,0 1,9-16,-3 11,0-1,-2-1,0 1,-1-2,-1 1,0-1,5-28,-9 29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6:26.4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0,'2'5,"0"-1,1 1,0-1,0 0,0 0,0 0,1 0,0 0,0-1,4 3,2 2,0-2,0 0,1 0,13 5,-15-7,0 0,0 0,0 1,-1 0,1 0,-2 1,12 11,-10-7,0 0,1-1,0 0,0 0,1-1,0-1,18 10,-12-16,-17-4,-8-3,-133-54,127 53,1-1,0 0,0-1,1-1,0 0,1 0,0-1,1 0,-13-19,13 18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6:30.19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102 119,'-4'0,"-1"0,1 0,-1 0,1 1,-1-1,1 1,-1 0,1 1,0-1,-1 1,1 0,0 0,0 0,0 0,-5 5,6-3,0-1,0 1,1 0,-1 0,1 0,0 0,0 0,1 0,-1 1,1-1,0 0,0 1,0-1,1 1,0 6,-1-4,1-1,1 0,-1 1,1-1,0 0,1 0,-1 1,1-1,0 0,1-1,0 1,-1 0,2-1,-1 1,1-1,0 0,0 0,0-1,0 1,1-1,0 0,0 0,7 3,-2 0,2-1,-1-1,1 0,0-1,0 0,0 0,1-1,-1-1,1 0,21-1,-25 0,0-1,0-1,1 1,-1-2,0 1,0-1,9-3,-15 3,0 1,-1-1,1 1,0-1,-1 0,0 0,1 0,-1 0,0 0,0-1,0 1,0-1,0 1,-1-1,1 0,-1 0,0 1,0-1,0 0,0 0,0 0,-1 0,1 0,-1-5,3-22,-2 0,-4-45,2 61,-1 0,0 0,-1 0,-1 1,0-1,-1 1,-10-19,13 28,-1 0,1 0,-1 0,-1 1,1 0,0-1,-1 1,1 0,-1 1,0-1,0 1,0-1,0 1,-1 1,1-1,-1 0,1 1,-1 0,1 0,-1 0,1 1,-1 0,0 0,1 0,-1 0,0 1,1-1,-1 1,0 0,1 1,0-1,-1 1,1 0,0 0,0 0,0 1,0-1,0 1,0 0,-6 7,6-6,-1 1,1-1,0 1,0 0,1 0,-5 10,2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6:48.34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83 34,'1'12,"1"0,0-1,1 1,0-1,8 17,1 8,-5-10,2-1,0 0,22 40,-74-124,23 35,1-2,2 0,-29-56,46 81,-1-1,1 1,-1 0,1 0,-1 0,1 0,-1 0,1 0,0-1,0 1,0 0,0 0,-1-1,2 1,-1 0,0 0,0 0,0-1,0 1,1 0,-1 0,1 0,-1 0,1 0,-1 0,1 0,0 0,-1 0,1 0,0 0,0 0,0 0,0 0,-1 0,1 1,0-1,1 0,-1 1,0-1,0 1,0-1,0 1,0 0,0-1,1 1,-1 0,0 0,0 0,0 0,1 0,-1 0,2 0,4 0,0 1,0-1,0 1,-1 1,1-1,0 1,12 5,33 20,-34-16,1-1,0-1,0-1,37 11,-54-19,-1 0,1 0,0 1,-1-1,1 1,-1-1,1 1,-1 0,1 0,-1 0,0 0,3 2,-4-3,1 0,-1 1,0-1,0 1,0-1,1 1,-1-1,0 1,0-1,0 1,0-1,0 1,0-1,0 1,0-1,0 1,0-1,0 1,0-1,0 1,0-1,-1 0,1 1,0-1,0 1,0-1,-1 1,-3 4,0-1,0 0,0 1,-1-2,-8 7,-3 2,2 2,1 1,0 0,1 1,1 0,1 1,0 0,-10 24,5-11,-23 35,38-64,-1 0,0 0,1 0,-1 0,0 0,1 0,-1 0,0 0,0 0,0 0,0-1,0 1,0 0,0-1,0 1,0 0,0-1,0 1,0-1,0 0,0 1,-3-1,4 0,-1-1,0 1,0-1,0 1,1-1,-1 0,0 1,1-1,-1 0,0 1,1-1,-1 0,1 0,-1 0,1 1,-1-1,1 0,0 0,-1 0,1 0,0-1,-2-9,0 0,0 1,1-18,2-5,2 1,7-33,-4 30,2-55,-9 80,1 7,0-1,0 1,0 0,0-1,1 1,-1-1,2-3,-1 7,-1-1,0 0,1 1,-1-1,1 1,-1-1,1 1,-1-1,1 1,0 0,-1-1,1 1,0-1,-1 1,1 0,0 0,-1 0,1-1,0 1,-1 0,1 0,0 0,0 0,-1 0,1 0,0 0,-1 0,1 0,0 1,-1-1,1 0,0 0,-1 1,1-1,0 0,-1 1,1-1,0 0,-1 1,1 0,12 5,0 1,0 0,-1 1,0 0,18 17,-30-25,0 1,1-1,-1 0,0 0,0 1,0-1,0 0,0 1,0-1,0 0,0 0,-1 1,1-1,0 0,0 0,0 1,0-1,0 0,0 0,0 1,-1-1,1 0,0 0,0 1,0-1,-1 0,1 0,0 0,0 0,0 1,-1-1,1 0,0 0,0 0,-1 0,1 0,0 0,0 0,-1 0,1 0,0 0,-1 0,1 0,-20 6,9-3,6 0,1-1,-1 1,1 1,0-1,0 0,0 1,0 0,1 0,-1 0,1 1,-4 6,1-2,4-10,1-8,4-13,8 3,2 0,0 1,27-28,-21 32,-19 16,-11 6,-14 7,3-4,1 2,-24 20,42-29,0-1,0 1,1-1,-1 1,1 0,0 0,0 0,1 0,-1 1,1-1,-1 6,1-8,0 0,1 1,-1-1,1 1,0-1,0 1,0-1,0 1,0-1,0 1,1-1,-1 1,1-1,0 1,-1-1,1 0,1 1,-1-1,0 0,3 4,-19-49,4 11,1 1,1-1,-4-36,12 64,0 0,0 0,0 1,0-1,-1 1,1-1,-1 1,0-1,0 1,-1 0,1 0,0 0,-1 0,0 1,-3-4,6 6,0 0,0 0,0 0,0 0,0 0,1 0,-1 0,0 0,0 0,0 0,0 0,0 0,0 0,0 0,0-1,0 1,0 0,0 0,0 0,0 0,0 0,0 0,0 0,0 0,0 0,0 0,0-1,0 1,0 0,0 0,0 0,0 0,0 0,1 0,6 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7:58.0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240 21,'-1'-1,"1"-1,0 1,-1 0,1 0,-1 0,0 0,1 0,-1 0,0 0,1 0,-1 0,0 1,0-1,0 0,0 0,0 1,0-1,0 1,0-1,0 1,0-1,0 1,0-1,0 1,-1 0,1 0,0 0,0-1,-2 1,-37 0,30 3,0 0,0 0,0 1,0 0,1 1,-1 0,1 0,0 1,-10 9,13-9,0-1,0 1,0 0,1 0,0 0,0 1,1 0,0 0,0 0,0 0,1 1,-4 13,7-20,0 1,-1-1,1 1,0-1,0 1,1-1,-1 1,0-1,0 1,1-1,-1 1,1-1,-1 0,1 1,0-1,-1 0,1 1,0-1,0 0,0 0,0 0,0 0,0 0,0 0,0 0,0 0,1 0,-1 0,0-1,1 1,-1-1,0 1,1-1,-1 1,1-1,-1 0,1 1,1-1,9 2,1-1,-1 0,20-1,-23-1,35 0,70 2,-100 0,1 1,-2 1,1 0,0 1,-1 0,16 8,-23-9,0 0,1 0,-1 1,-1 0,1 0,0 0,-1 1,0 0,6 7,-10-11,0 1,0 0,0 0,0 0,-1 0,1 0,0 0,-1 0,1 0,-1 0,0 0,0 0,0 0,0 0,0 0,0 0,0 0,-1 0,1 0,-1 0,1 0,-1 0,0 0,0 0,0-1,0 1,0 0,0-1,0 1,-1 0,1-1,0 1,-1-1,0 0,1 0,-3 2,-5 4,-1-1,0 1,-1-2,1 1,-1-2,0 1,-1-2,1 1,-1-1,1-1,-1 0,0-1,0 0,0-1,1 0,-1-1,0 0,0-1,-12-3,-80-40,96 43,0 0,1-1,0 0,-10-5,11 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7:58.97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0,'2'0,"0"1,0-1,0 0,0 1,0-1,0 1,0 0,0 0,0 0,0 0,0 0,0 0,-1 1,1-1,0 0,-1 1,1-1,-1 1,1 0,-1-1,0 1,0 0,0 0,0 0,0 0,0 0,-1 0,1 0,0 0,-1 0,1 4,1 9,-1 0,0 0,-1 23,-1-22,2 48,-4 72,2-132,1 1,0-1,-1 0,0 1,0-1,-1 0,1 0,-1 0,-3 7,4-11,1 0,0 1,0-1,0 0,-1 0,1 0,0 0,0 0,0 0,-1 0,1 0,0 0,0 0,-1 0,1 0,0 0,0 0,0 0,-1 0,1 0,0-1,0 1,0 0,-1 0,1 0,0 0,0 0,0 0,0 0,-1-1,1 1,0 0,0 0,0 0,0-1,0 1,0 0,-1 0,1 0,0-1,0 1,0 0,0 0,0 0,0-1,0 1,0 0,0 0,0 0,0-1,0 1,0 0,0 0,0-1,0 1,0 0,-2-12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8:00.0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0,'5'0,"0"4,0 6,4 1,4-1,4-2,4-3,1-3,3 0,0-2,0 0,1 0,-1-1,0 1,0-1,0 1,-4-4,-6-2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8:01.5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42 179,'2'0,"-1"1,1-1,0 1,-1 0,1 0,-1-1,1 1,-1 0,1 1,-1-1,0 0,1 0,-1 0,0 1,0-1,0 1,0-1,0 1,0-1,-1 1,1 0,0 1,13 39,-9-9,-1 0,-2 0,-2 0,-6 60,6-91,0-1,0 0,0 0,0 0,0 0,0 0,-1 0,1 0,0 0,-1 0,1 0,-1 0,1 0,-1 0,1-1,-1 1,0 1,0-2,1 0,-1 0,1 0,-1 0,1 0,0 0,-1 0,1 0,-1 0,1 0,0 0,-1 0,1 0,-1 0,1 0,0 0,-1-1,1 1,0 0,-1 0,1-1,0 1,-1 0,1 0,0-1,-1 1,1 0,0-1,-3-2,0-1,1 1,0-1,0 1,0-1,-3-7,-29-135,15 52,18 89,1 0,0 0,0 0,1 0,-1 0,1 0,0 0,1 0,-1 1,1-1,0 0,0 1,0-1,4-4,7-13,23-27,-33 45,1-1,1 0,0 0,0 0,0 0,1 1,0 0,-1 0,1 1,1 0,-1 0,0 0,1 0,7-1,-2 2,0-1,0 2,0 0,0 0,0 1,20 2,-29-1,0 0,0-1,0 1,0 1,-1-1,1 0,0 1,-1-1,1 1,0 0,-1 0,0 0,0 0,0 0,1 0,-2 1,1-1,0 1,-1-1,1 1,-1 0,1 0,-1 0,0-1,-1 1,1 0,0 0,-1 0,1 0,-1 0,0 1,-1 2,2 0,-1 0,0 0,-1 0,0 0,0 0,0 0,0 0,-1 0,0 0,0-1,-1 1,0-1,0 1,0-1,-6 7,-5 0,0-4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8:02.5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1,'0'4,"0"6,5 0,0 4,0 3,0 3,-2 2,-2 2,0 1,0 0,-1 0,4-4,1-1,4-5,5-4,0-9,-3-8,-3-4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8:03.2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0,'5'0,"0"4,0 6,0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8:47.1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0,'4'0,"6"0,0 4,4 2,3-1,-1 4,1 0,-3 2,-8 0,-8-2,-5-7,-1-4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8:59.6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1,'0'13,"-1"-1,1-1,1 1,3 18,-3-26,1 0,-1 1,1-1,0 0,0 0,0 0,1 0,-1 0,1 0,0-1,0 1,5 3,77 58,-77-57,-1 0,0 1,-1 0,0 0,6 12,23 31,8-6,2-3,71 54,-107-89,0 1,-1 0,0 0,12 18,18 22,-8-14,-18-21,1-1,15 14,10 1,47 27,28 21,-81-53,-24-19,-1 1,0 0,0 1,-1-1,1 1,-1 1,8 10,27 30,-32-39,-2 0,1 1,-1-1,12 19,5 29,-20-45,0 0,1-1,0 1,1-1,0 0,14 18,-13-20,-1 0,-1 1,1-1,-2 1,6 13,-5-12,0 0,0 0,1 0,8 10,3-2,1-1,1 0,0-2,30 19,-48-33,3 3,1 0,-1 0,0 1,0 0,-1 0,1 0,-1 0,0 0,0 0,3 10,-3-8,0 1,0-2,1 1,0 0,1-1,7 10,0-7,0 1,1-2,0 1,24 10,0 0,-27-14,0 1,0 0,0 1,-1 0,1 1,-2 0,1 0,-1 1,-1 0,1 1,7 12,15 24,-18-29,-1-1,-1 1,11 26,-18-38,0 0,0 0,0 0,1-1,-1 0,1 1,0-2,1 1,-1 0,1-1,-1 0,1 0,10 5,-8-5,0 1,-1 1,1-1,-1 1,0 0,0 0,6 8,27 47,-28-41,1-1,24 29,25 30,-29-45,-9-8,0-1,33 24,91 74,-10-14,-112-84,-19-17,1 0,-1 0,1 0,0-1,1 0,-1-1,1 1,0-1,0-1,14 5,13 1,0 2,-1 2,44 23,-74-35,0 1,0 0,0 0,0 1,0-1,-1 1,1 0,-1 0,0 0,0 0,0 1,0-1,0 1,-1 0,1 0,-1 0,0 0,-1 0,1 0,-1 1,1-1,-1 0,0 1,0 7,-1-12,0 1,0-1,0 0,0 1,0-1,0 0,0 1,-1-1,1 0,0 1,0-1,0 0,0 1,0-1,-1 0,1 0,0 1,0-1,0 0,-1 1,1-1,0 0,-1 0,1 0,0 1,0-1,-1 0,1 0,0 0,-1 0,1 0,0 0,-1 1,-15-4,-19-16,27 14,-9-4,1-1,0-1,0-1,-23-21,38 29,10 8,11 8,0 2,-1 2,0 0,-1 1,-1 1,21 28,-30-35,1 0,0-1,1 0,13 12,-14-15,0 1,-1 0,0 1,0 0,-1 0,11 18,-10-14,0-1,1 0,1 0,0-1,1 0,0-1,0 0,1 0,0-2,15 9,-4-2,35 31,-45-35,1 0,0-1,23 12,-22-14,-1 0,0 1,0 1,12 12,-5-4,0-2,1 0,1-1,47 23,34 22,-91-51,0 1,-1 1,-1 0,0 0,0 1,-1 1,13 20,-11-15,1-1,18 18,-7-8,-15-17,2 0,-1-1,1 0,12 7,-13-10,-1 1,0 0,0 0,-1 0,0 1,0 0,10 15,-9-7,2-1,0 0,0-1,2 0,-1-1,2-1,0 0,23 16,-7-7,-17-11,1-1,24 13,-34-20,0 0,0 0,0-1,0 0,0 0,0 0,0 0,0-1,1 0,-1 0,0 0,0 0,1 0,-1-1,5-1,-7 2,-1-1,0 1,0 0,1-1,-1 1,0-1,0 0,0 1,0-1,0 0,0 1,0-1,0 0,0 0,0 0,0 0,0 0,0 0,-1 0,1 0,0 0,-1-1,1 1,-1 0,0 0,1 0,-1-1,0 1,1 0,-1-1,0 1,0 0,0 0,0-1,-1 1,1 0,0-1,0 1,-1 0,1 0,-1 0,1-1,-2 0,2 1,-1-1,0 1,0 0,0-1,-1 1,1 0,0 0,0 0,-1 0,1 0,0 0,-1 1,1-1,-1 0,1 1,-1-1,0 1,1-1,-1 1,0 0,1 0,-1 0,1 0,-1 0,0 0,1 0,-1 0,0 1,1-1,-1 0,1 1,-1 0,1-1,-1 1,-1 1,2-2,-1 1,1-1,0 1,0 0,0-1,-1 1,1 0,0 0,0-1,0 1,0 0,0 0,1 0,-1 0,0 1,0-1,1 0,-1 0,1 0,-1 0,1 1,-1-1,1 0,0 1,-1-1,1 0,0 1,0 1,1-2,-1 0,1 1,0-1,-1 0,1 1,0-1,0 0,0 0,0 0,0 0,1 0,-1 0,0 0,0 0,1-1,-1 1,0 0,1-1,2 2,-2-2,0 1,0 0,0-1,1 0,-1 1,0-1,0 0,1 0,-1 0,0 0,0-1,1 1,-1-1,3 0,-3 0,-1 0,0 1,0-1,0 0,0 0,0 1,0-1,0 0,-1 0,1 0,0 0,0 0,-1 0,1-1,-1 1,1 0,-1 0,1 0,-1-1,1 1,-1 0,0 0,0-1,0 1,0 0,0 0,0-1,0-1,0 2,-1 0,1 1,0-1,0 0,0 0,-1 0,1 1,0-1,-1 0,1 1,0-1,-1 0,1 0,-1 1,1-1,-1 1,1-1,-1 1,0-1,1 1,-1-1,0 1,0-1,0 1,1 0,0 0,0 0,0 0,0 0,0 0,0 0,0 0,0 0,0 0,-1 0,1 0,0 0,0 0,0 0,0 0,0 0,0 0,0-1,0 1,0 0,0 0,-1 0,1 0,0 0,0 0,0 0,0 0,0 0,0 0,0 0,0-1,0 1,0 0,0 0,0 0,0 0,0 0,0 0,0 0,0 0,0-1,0 1,0 0,0 0,0 0,0 0,0 0,0 0,0 0,0 0,0 0,0-1,0 1,0 0,0 0,1 0,-1 0,0 0,0 0,0 0,0 0,0 0,0 0,0 0,0 0,0 0,0 0,1 0,-2-1,1 1,0 0,0-1,0 1,-1 0,1 0,0 0,-1-1,1 1,0 0,-1 0,1 0,0-1,0 1,-1 0,1 0,-1 0,1 0,0 0,-1 0,1 0,0 0,-1 0,1 0,0 0,-1 0,1 0,0 0,-1 0,1 0,0 1,-1-1,1 0,0 0,-1 0,1 0,0 1,-1-1,1 0,0 0,0 1,0-1,-1 0,1 1,0-1,0 0,0 0,-1 1,1-1,0 0,0 1,0-1,0 0,0 1,-1 1,1-1,-1 1,1-1,0 1,-1-1,1 1,0 0,0-1,0 1,0-1,1 1,-1-1,0 1,1 0,-1-1,1 1,-1-1,1 0,-1 1,1-1,0 1,0-1,0 0,0 0,0 0,0 1,0-1,0 0,1 0,-1 0,0-1,1 1,-1 0,1 0,-1-1,0 1,1-1,2 1,-1 1,-1-1,1 0,0-1,0 1,0 0,0-1,-1 0,1 1,0-1,0 0,0 0,0-1,0 1,0-1,0 1,-1-1,1 0,0 0,0 0,4-3,-6 3,0 0,0 1,0-1,-1 0,1 0,0 0,0 0,-1 0,1 0,0 0,-1 0,1 0,-1 0,1 0,-1 0,0 0,1 0,-1-1,0 1,0 0,0 0,0 0,0-1,0 1,0 0,0 0,0 0,-1 0,1-1,0 1,-1 0,1 0,-1 0,1 0,-1 0,0 0,1 0,-1 0,0 0,0 0,0 1,0-1,0 0,0 0,0 1,-1-2,0 1,1 0,0 1,-1-1,0 0,1 1,-1-1,1 1,-1-1,0 1,1 0,-1-1,0 1,1 0,-1 0,0 0,1 1,-1-1,1 0,-1 1,0-1,1 1,-1-1,1 1,-1 0,1 0,-1-1,1 1,0 0,-1 0,1 0,0 1,-2 1,2-2,1-1,0 0,0 1,-1-1,1 0,0 1,0-1,0 1,0-1,0 1,0-1,-1 0,1 1,0-1,0 1,0-1,0 1,1-1,-1 0,0 1,0-1,0 1,0-1,0 1,0-1,1 0,-1 1,0-1,0 0,1 1,-1-1,0 0,1 1,-1-1,0 0,1 1,-1-1,21 7,1-10,-21 3,-1 0,1 0,-1 0,1-1,-1 1,0 0,1-1,-1 1,1 0,-1-1,0 1,1 0,-1-1,0 1,0-1,1 1,-1-1,0 1,0-1,0 1,1-1,-1 1,0-1,0 1,0-1,0 1,0-1,0 1,0-1,0 1,0-1,0 1,-1-2,0 1,1 0,-1 0,0-1,0 1,0 0,-1 0,1 0,0 0,0 0,-1 0,1 0,0 1,-1-1,1 0,-1 1,-2-2,-13-3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6:38.4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52,'34'0,"0"1,0 1,47 10,-72-10,13 3,-22-2,-14-2,-44-2,35 1,21 0,8 0,6-1,1 0,-1-1,0-1,0 1,19-8,-31 10,0 0,0 0,0 0,0 0,0-1,0 1,-1 0,1 0,0 0,0 0,0 0,0 0,0 0,0 0,0 0,0 0,0 0,0 0,0 0,0 0,0 0,0 0,0 0,0 0,0 0,0 0,0-1,0 1,0 0,0 0,0 0,0 0,0 0,0 0,0 0,0 0,-14 1,13-1,0 0,0 0,0 0,0 0,0 1,0-1,0 0,1 0,-1 1,0-1,0 0,0 1,0-1,0 1,1-1,-1 1,0-1,0 1,1 0,-1-1,0 1,1 0,-1 0,1 0,-1 1,25-11,37-20,-61 29,0 0,0 0,0 0,0 0,0 0,0 0,0 0,0 0,-1 0,1 0,0 0,0 0,0 0,0 0,0 0,0 0,0 0,0 0,0 0,0 0,0 0,0 0,0 0,0 0,0 0,0-1,0 1,0 0,0 0,0 0,0 0,0 0,0 0,0 0,0 0,0 0,0 0,0 0,0 0,0 0,0-1,0 1,0 0,0 0,0 0,0 0,0 0,0 0,0 0,0 0,0 0,0 0,0 0,0 0,0 0,0 0,0 0,0 0,0-1,0 1,0 0,0 0,0 0,1 0,-12-1,-14 2,11 3,8-2,0 0,1-1,-1 0,0 0,0-1,0 1,-7-2,12 1,1 0,0 0,-1 0,1 0,0 0,-1 0,1 0,0 0,-1 0,1 0,0 0,-1 0,1 0,0 0,-1 0,1-1,0 1,0 0,-1 0,1 0,0-1,0 1,-1 0,1 0,0-1,0 1,0 0,-1 0,1-1,0 1,0 0,0-1,0 1,0 0,0-1,-1 1,11-10,18-3,-3 8,-9 1,-41 3,-151 2,176-1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6:40.17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1 241,'1'14,"1"1,0 0,2-1,-1 1,9 19,-6-16,0-1,-2 1,3 19,-3-4,-1 1,7 34,-1-14,-17-87,3 13,1 1,-3-22,4-16,6-86,1 117,1 0,1 0,1 1,12-29,-14 41,0-2,2-1,-1 1,2 0,0 1,0-1,2 2,10-14,-19 26,0 0,0 0,0 0,0 0,1 0,-1 0,0 0,1 0,-1 0,0 1,1-1,-1 1,1-1,-1 1,1-1,-1 1,1 0,0 0,-1 0,1 0,-1 0,1 0,-1 0,3 1,-2 0,0 0,0 0,0 0,0 1,-1-1,1 1,-1-1,1 1,-1 0,1 0,-1-1,0 1,0 0,0 0,1 3,2 5,0 0,-1 1,-1-1,0 1,2 20,-3-13,0 77,-2-87,1-1,-1 1,-1 0,1 0,-1-1,-1 1,0-1,0 0,-5 10,7-15,-1 0,1 0,-1 0,1 0,-1-1,0 1,0-1,1 1,-1-1,0 0,0 1,0-1,-1 0,1 0,0-1,0 1,0 0,-1-1,1 1,0-1,-1 0,-2 0,-9-2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6:40.90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29 0,'-1'0,"0"1,0-1,0 1,0-1,0 1,0-1,0 1,0 0,0 0,0-1,0 1,0 0,1 0,-1 0,0 0,1 0,-1 0,0 0,1 0,-1 0,1 0,0 0,-1 0,1 0,0 1,0-1,-1 2,-4 37,5-35,-1 11,-1 3,1 0,1 0,4 37,-3-52,0 0,0 0,1 0,-1 0,1 0,-1 0,1 0,1-1,-1 1,3 3,-3-5,0 0,0-1,0 1,0-1,0 1,0-1,0 0,1 1,-1-1,0 0,1-1,-1 1,1 0,-1-1,1 1,-1-1,1 0,2 0,-2 0,-1 0,1 0,-1-1,1 1,0-1,-1 0,1 1,-1-1,0 0,1 0,3-3,6-6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6:41.37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14.33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81 187,'83'0,"-82"0,-1 0,0 0,0 0,1 0,-1 0,0 0,0 0,0 0,1 0,-1 0,0 0,0 0,1-1,-1 1,0 0,0 0,0 0,1 0,-1 0,0 0,0-1,0 1,0 0,1 0,-1 0,0 0,0-1,0 1,0 0,0 0,1 0,-1-1,0 1,0 0,0 0,0 0,0-1,0 1,0 0,0 0,0-1,0 1,0 0,0 0,0-1,0 1,0 0,-8-16,-15-13,10 17,0 0,-30-20,-16-14,58 45,0 0,0 0,0 0,0 0,0 1,1-1,-1 0,0 0,1 0,-1-1,1 1,-1 0,1 0,-1 0,1 0,0 0,-1-2,2 2,-1 1,0-1,0 1,0-1,0 1,1-1,-1 1,0-1,1 1,-1-1,0 1,1-1,-1 1,0 0,1-1,-1 1,1 0,-1-1,1 1,-1 0,1 0,-1-1,1 1,-1 0,2 0,0-1,1 0,0 1,0 0,-1 0,1 0,0 0,0 0,0 0,-1 1,1-1,0 1,-1 0,1 0,2 1,4 3,-1-1,1 0,-1 0,0 1,-3-2</inkml:trace>
  <inkml:trace contextRef="#ctx0" brushRef="#br0" timeOffset="1">206 119,'15'5,"-7"-2,-1 0,1 1,-1-1,0 1,12 9,-19-13,0 1,0-1,-1 0,1 0,0 0,0 0,0 0,0 0,0 0,0 0,0 0,0 0,0 0,0 0,0 0,0 0,0 0,0 1,0-1,0 0,0 0,-1 0,1 0,0 0,0 0,0 0,0 0,0 0,0 1,0-1,0 0,0 0,0 0,1 0,-1 0,0 0,0 0,-10-3,10 3,-11-5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14.33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57,'3'0,"0"0,0 0,0 0,0 0,0-1,0 1,0-1,0 0,0 0,-1 0,1 0,0 0,0-1,0 0</inkml:trace>
  <inkml:trace contextRef="#ctx0" brushRef="#br0" timeOffset="1">95 87,'1'2,"0"5,2 0,-1 0,1 0,0-1,0 1,1-1,0 0,0 1,0-2,1 1,0-1,0 1,0-1,1-1,6 5,2 5,-1 1,-1 0,0 1,-1 0,-1 1,0 0,-1 1,-1-1,-1 2,-1-1,5 22,-5 2,-6-36,0 1,1-1,0 0,0 1,1-1,-1 0,1 0,1 0,4 10,-9-22,0 0,0-1,1 1,-1 0,1-9,-8-30,3 23,1-2,1 1,-2-34,4 28,1 25,1 1,0 0,-1 0,0 0,0 0,0 0,0 0,0 0,-1 0,1 0,-1 0,0 1,1-1,-1 1,-1-1,1 1,0 0,0 0,-1 0,-4-3,-2 0,-1 1,0 0,0 1,0 0,-10-2,-38-13,54 17,1-1,-1 0,1 0,0 0,0 0,0-1,0 1,0-1,1 1,-1-1,1 0,0 0,-3-4,1-7,16 24,18 24,-6 2,-2-5,-2 1,-1 1,-1 1,15 42,-21-18,-10-46,0-1,0 1,1-1,1 1,5 11,-4-12,-4-8,0 1,1-1,0 0,-1 0,1 0,1 0,3 5,-5-8,0 1,0-1,0 1,0-1,0 0,0 1,0-1,0 0,0 0,0 0,0 0,0 1,0-2,0 1,0 0,0 0,0 0,0 0,0-1,0 1,0 0,0-1,-1 1,1-1,0 1,0-1,0 1,0-1,-1 0,1 1,0-1,0 0,0-1,100-100,-42 39,-53 55,-7 5,-17 7,-23 15,34-14,0-1,0 0,0 0,0 1,1 0,0 1,0-1,0 1,1 0,-1 1,2-1,-1 1,1 0,-5 11,-3 7,8-18,1 1,0-1,0 1,-3 12,6-20,0 0,0 1,0-1,-1 0,1 0,0 0,0 1,0-1,0 0,0 0,0 0,0 1,0-1,0 0,0 0,0 1,0-1,0 0,0 0,0 0,0 1,0-1,0 0,0 0,0 0,0 1,1-1,-1 0,0 0,0 0,0 1,0-1,0 0,0 0,1 0,-1 0,0 0,0 1,0-1,1 0,-1 0,0 0,0 0,0 0,1 0,-1 0,10-7,9-16,6-19,-18 28,1 1,1-1,14-15,-9 8,-12 16,-10 14,-33 40,27-33,20-21,27-38,-28 35,1-1,0 1,1 1,0-1,11-8,-15 13,0 1,-1 0,1-1,-1 1,1-1,-1 0,0 1,0-1,0 0,0-1,2-5,-4 8,1-1,-1 1,0 0,0-1,0 1,0-1,0 1,0-1,0 1,0 0,0-1,-1 1,1-1,-1 1,1 0,-1-1,0 1,1 0,-1 0,0-1,0 1,0 0,0 0,0 0,0 0,0 0,0 0,0 0,0 1,-3-2,-40-24,16 9,-28-20,47 30,-1-1,2 0,-1-1,1 0,1 0,-11-15,16 18,-1 1,-1 0,1 0,-1 0,0 0,0 1,0 0,-1-1,1 2,-1-1,0 0,0 1,0 0,-1 0,1 1,-1-1,0 1,1 0,-8-1,-24-8,21 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2:59:38.63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1,'4'0,"0"0,0 0,-1 1,1-1,0 1,0 0,-1 0,1 0,-1 0,1 1,-1 0,1-1,-1 1,0 1,4 2,0 2,-1 0,0 1,0 0,8 13,-5-6,-2-6,0-2,0 1,1-1,0 0,0 0,12 7,23 19,-20-12,48 35,-61-49,-13-9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14.33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252 176,'1'-4,"1"0,0 1,0-1,0 0,1 1,-1-1,1 1,0-1,0 1,0 0,5-3,-5 3,-13 10,0 0,-27 21,-43 43,-21 17,94-82,0 0,0 0,1 1,0-1,0 2,-5 8,23-33,1-1,1 2,0 0,2 0,-1 2,26-19,-14 13,0-1,-2-2,0-1,-1 0,-2-2,24-35,-41 53,0 1,1 0,0 0,-4 5</inkml:trace>
  <inkml:trace contextRef="#ctx0" brushRef="#br0" timeOffset="1">346 36,'-5'7,"-99"97,-11 14,106-108,-1-1,-1-1,-15 11,-17 14,27-21,17-19,22-22,20-4,19-19,-57 48,-1-1,0 0,0 0,0 0,-1 0,1 0,-1-1,-1 0,5-12,-3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14.33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37 36,'1'0,"0"0,0-1,0 1,0 0,0-1,0 1,0-1,0 1,0-1,0 0,0 1,0-1,0 0,-1 0,1 0,0 1,-1-1,1 0,0-1,0 0,0 1,0 0,0 0,0-1,0 1,0 0,0 0,0 0,0 0,1 0,-1 1,0-1,1 0,-1 0,0 1,1-1,-1 1,4-1,4 2,0 1,0 0,0 0,0 1,0 0,0 1,-1 0,1 0,-1 1,11 8,19 9,-21-13,0 1,-1 1,16 14,5 4,-5-10</inkml:trace>
  <inkml:trace contextRef="#ctx0" brushRef="#br0" timeOffset="1">377 174,'-4'-2,"-6"-3,-258-110,245 106,16 7,0-1,0 0,0-1,0 0,0 0,-11-9,7 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14.3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1,'4'0,"6"0,5 0,4 0,-5 0,-7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14.3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26,'4'0,"6"0,5 0,4 0,2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0:34.9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2,'79'-1,"89"3,-101 9,-49-6,1-2,26 2,-23-3,41 8,-41-5,43 2,-32-4,-1 2,60 15,-3 0,-48-13,-5 0,1-1,48 0,-22-7,-31 0,0 1,-1 1,57 9,-57-4,1-2,53 0,-11-1,-40 2,-1 0,35 12,19 3,4 1,-53-11,57 7,66 11,-29-3,16-1,-92-13,-36-7,0 0,32 2,-17-4,38 8,-41-5,50 2,-47-5,45 8,28 2,-78-9,0 1,56 14,-57-10,0-2,1-1,31 2,-36-5,42 8,14 1,29 4,-47-5,-5 1,-32-6,38 3,108 16,-143-21,40 10,-19-3,4 1,-35-7,0 0,37 3,-17-6,70 12,163 23,-124-14,-88-12,-25-4,67 4,-63-10,1 2,54 9,-69-7,45 0,-50-4,1 1,-1 1,36 8,-28-4,1-1,48 3,20 3,-62-6,37 0,-41-3,-1 0,34 8,-39-5,0-2,1-1,31-2,-30 0,-1 1,49 7,-40-2,1-2,63-1,3 0,-18 9,-54-7,53 3,-80-8,42 0,1 2,57 9,-58-4,-1-3,0-1,1-2,49-6,-13-7,-50 7,54-3,-49 7,0 1,0 2,63 12,-76-9,0-2,1-1,27-1,-27-1,1 1,42 7,-34-1,47 2,-116 8,26-11,-1-1,1 0,-16 5,-10-1,11-3,1 0,0-2,-37 2,42-4,0 0,0 1,1 1,-1 1,1 1,0 0,0 1,-25 15,-5-2,30-12,0 0,-25 15,-26 22,21-15,1 1,2 3,-52 49,47-37,-2-3,-2-2,-76 43,98-63,-59 46,61-43,-42 27,14-15,27-16,-1-1,-68 29,67-33,1 2,0 0,1 3,-34 27,6-5,-86 67,89-64,-2-2,-73 39,-60 33,38-21,-115 46,-216 109,347-181,-273 119,164-89,109-50,82-31,-84 39,64-21,-61 33,113-54,0-1,-1-1,0-1,-1-1,0-2,-1 0,-36 6,42-10,0 2,0 1,1 0,0 1,0 2,-21 13,-40 18,-101 40,49-32,-181 77,105-34,22-11,-42 24,161-77,23-10,-62 34,41-19,-94 37,126-57,26-10,1 0,1-1,0 0,-1 0,0-1,1 1,-11 0,14-2,1 0,-1 0,1-1,-1 1,1 0,0-1,-1 1,1-1,0 0,-1 1,1-1,0 0,0 0,0 1,0-1,0 0,0 0,0 0,0-1,0 1,0 0,0 0,1 0,-1-1,0 1,1 0,-1-1,1 1,-1 0,1-1,0 1,0-1,0-1,-3-18,2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0:43.0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0,'1'3,"0"-1,0 0,0 0,1 0,-1-1,0 1,1 0,0 0,-1-1,1 1,0-1,2 2,9 9,-7-5,-1 1,-1 0,1 0,-1 0,-1 1,1 0,-1-1,-1 1,0 0,0 0,0 13,0 13,-4 59,-1-27,2-35,0-22,1 0,-1 1,2-1,-1 0,1 1,1-1,0 0,0 0,1 0,1 0,4 9,6 6,-1 0,-1 1,-2 1,0-1,10 50,-12-39,-2-9,-1 0,2 53,-8-53,2 0,1 1,9 44,-3-32,-6-29,0 0,1 0,0-1,0 1,6 11,6 6,46 107,-54-118,-1 0,-2 0,0 1,0 0,0 34,-3-21,-2-1,-1 0,-12 59,8-58,2 1,2 0,0 0,5 35,-2-6,0-43,1 0,7 31,-4-30,-2 1,2 22,-4-15,1 0,10 50,-3-38,-1-12,-2 0,-1 1,1 33,-3-36,0 1,2 0,9 32,-6-31,-2 1,5 46,-11-24,-1-37,1-1,0 0,1 0,0 0,1 0,1 0,5 18,24 35,-24-52,0 1,-1 0,-1 0,0 1,-1 0,-1 0,5 32,-9-33,1 0,1-1,0 1,1-1,1 1,0-1,11 25,-10-28,-2-1,1 1,-1 0,-1 1,0-1,0 18,-3 72,-1-43,1-27,0-10,1 0,0 0,1 0,2 0,0 0,1 0,10 28,70 158,-75-183,-2 0,6 29,-9-37,0 8,-2 0,0 0,-2 47,0 23,1-90,0-1,0 1,0-1,0 1,0-1,1 0,-1 0,1 1,0-1,0 0,0-1,0 1,1 0,-1-1,1 1,-1-1,1 1,6 2,-4-1,-1-1,0 1,0 0,0 0,6 7,-9-5,-5-3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0:58.5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72 56,'-3'1,"1"-1,-1 1,1 0,-1 0,1 0,-1 1,1-1,0 0,0 1,0 0,0-1,0 1,0 0,-2 2,-1 1,1 0,0 0,0 0,-5 11,8-14,-1 1,1 0,0-1,0 1,0 0,1 0,-1 0,0 0,1-1,0 1,0 0,0 0,0 0,0 0,1 0,-1 0,1 0,0-1,0 1,0 0,1 3,0-4,1 1,-1-1,0 0,1 0,-1 0,1 0,0 0,-1 0,1-1,0 1,0-1,0 0,0 0,0 0,1 0,-1-1,0 1,0-1,4 0,18 2,0 0,1-2,-1-2,48-7,-69 8,1-1,-1 1,0-1,0 0,0-1,0 1,0-1,0 1,0-1,-1 0,0-1,0 1,1 0,-2-1,1 0,0 0,-1 0,0 0,0 0,0 0,0 0,-1-1,1 1,-1-1,0 1,-1-1,1 1,-1-1,0 0,0 1,0-1,-1 1,0-1,1 0,-2 1,1 0,0-1,-1 1,0 0,0-1,0 1,-1 1,-3-7,3 7,0 1,0-1,0 0,0 1,0 0,-1 0,1 0,-1 0,0 1,1-1,-1 1,0 0,0 0,0 0,1 0,-7 0,-10 0,0 1,-22 2,14 0,3-1,3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02.1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310 1,'-16'0,"0"0,1 1,-1 1,0 0,0 2,1-1,-1 2,1 0,0 1,-27 15,6-4,29-15,1 0,-1 1,1 0,0 0,0 1,0 0,0 0,1 0,-1 1,-5 7,10-11,1-1,-1 1,1 0,0-1,-1 1,1 0,0 0,0-1,0 1,-1 0,1 0,0 0,0-1,0 1,0 0,1 0,-1 0,0-1,0 1,0 0,1 0,-1-1,0 1,0 0,1-1,-1 1,1 0,-1-1,1 2,1 0,1 0,-1 0,1 0,-1 0,1 0,0-1,5 3,2 0,1 0,0 0,16 2,17 0,-19-4,-1 2,1 1,-1 0,0 2,27 11,-45-14,0-1,0 1,-1 1,1-1,-1 1,0 0,0 0,-1 0,1 1,2 5,-5-9,-1 0,0-1,0 1,0 0,0 0,0 0,0 0,-1 0,1 0,-1 0,1 0,-1 0,0 0,0 0,0 0,0 0,0 0,0 0,0 0,-1 0,1 0,-1 0,0 0,1 0,-1 0,0 0,0 0,0 0,0-1,-1 1,1 0,0-1,-1 1,1-1,-1 0,-2 3,-7 1,0 0,-1 0,0-1,0 0,0-1,0-1,0 0,-19 1,-24 5,50-7,0 0,0-1,0 0,0 0,-1 0,1 0,0-1,-9-2,-1-1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13.9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140 3,'-16'-1,"12"1,0-1,0 1,0-1,0 1,0 1,0-1,0 0,1 1,-1 0,0 0,-7 3,11-4,0 1,0 0,0-1,0 1,0-1,1 1,-1 0,0-1,0 1,0 0,1-1,-1 1,0-1,1 1,-1-1,1 1,-1-1,0 1,1-1,-1 1,1-1,-1 0,1 1,-1-1,1 0,0 1,-1-1,2 1,19 11,109 39,-7-2,-92-36,39 20,-59-26,1 0,-1-1,1-1,0 0,1-1,-1 0,23 4,-91-12,-100 7,131 1,0 1,-45 15,18-4,-6 2,38-10,-1-2,-29 5,49-10,-1-1,0 1,0-1,0 0,0 0,1 0,-1 0,0 0,0 0,0-1,0 1,0-1,1 1,-1-1,0 1,0-1,-2-2,3 2,1 1,-1-1,1 0,-1 0,1 0,-1 0,1 0,-1 0,1 0,0 0,0 0,0 0,-1 0,1 0,0 0,0 0,0 0,1-1,-1 1,0 0,0 0,1-1,3-8,0 0,1 0,0 1,11-16,-9 14,-4 5,0 0,0 0,-1-1,0 1,0-1,0 1,0-8,10-31,-11 43,0 0,0 0,0 0,1 0,-1 1,1-1,-1 0,1 1,0-1,-1 1,1 0,0-1,0 1,0 0,0 0,0 0,0 0,3 0,1-1,1 1,-1 0,1 0,11 0,-13 2,-8 0,-5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16.9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354 2,'-79'-1,"-89"3,166-2,0 0,0 0,0 0,0 1,0-1,0 1,0-1,0 1,0 0,0 0,1 0,-1 0,0 0,1 0,-1 0,-1 2,2-2,1 0,-1 0,0 0,1 0,-1 1,1-1,0 0,-1 0,1 0,0 0,0 1,-1-1,1 0,0 0,0 0,0 1,1-1,-1 0,1 3,0-1,0 0,0 0,1 0,0 0,-1 0,1 0,1 0,-1 0,0-1,0 1,1-1,0 1,-1-1,1 0,0 0,0 0,4 1,4 1,0 0,0-1,0-1,15 2,-15-3,0 1,0 1,0 0,19 7,-29-10,10 5,1 1,-1 0,0 1,-1 0,12 10,-21-16,1 1,0-1,-1 1,1-1,-1 1,0 0,0-1,1 1,-1 0,0 0,-1 0,1 0,0 0,0 0,-1 0,1 1,-1-1,0 0,0 0,0 0,0 0,0 1,0-1,0 0,-1 0,1 0,-1 0,1 0,-1 0,0 0,0 0,0 0,0 0,0 0,-1 0,1-1,0 1,-1 0,-1 1,-1 0,1 0,-1-1,0 1,0-1,0 0,0 1,0-2,0 1,-1 0,-5 0,-51 10,43-10,8 0,0 0,0-1,1 0,-1-1,0 0,0-1,0 0,1 0,-1-1,0-1,1 1,-1-1,1-1,0 0,0 0,1-1,-1 0,1 0,-9-8,5 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18.1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76 1,'0'4,"0"6,-9 1,-2 2,0 4,2 3,3 2,-2 2,1 1,0 0,3 1,2-1,0-4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19.2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1,'9'1,"0"1,1 0,-1 0,0 1,0 0,0 0,12 8,21 7,-7-6,0-1,1-1,1-2,54 5,-81-13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20.5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127 0,'9'2,"1"0,-1 1,0 0,0 0,0 1,-1 0,13 8,-19-11,0-1,-1 1,1 0,0 0,-1 0,1 0,-1 0,1 0,-1 0,0 1,0-1,1 1,-1-1,0 1,0-1,0 1,0-1,-1 1,1 0,0 0,-1-1,1 1,-1 0,0 0,1 0,-1-1,0 1,0 0,0 0,0 0,-1 2,-1-1,1 1,-1-1,0 0,0 0,0-1,-1 1,1 0,0-1,-1 1,0-1,0 0,1 0,-1 0,-1 0,-3 1,-40 18,30-14,0 1,0 0,0 1,-16 13,29-19,0 0,0 1,1-1,-1 1,1 0,0 0,0 0,1 0,-1 0,1 0,0 1,0 0,0-1,0 1,1 0,0 0,0 0,0-1,1 1,0 7,0-9,1 0,-1 0,1 0,0-1,0 1,0 0,0-1,0 1,0-1,1 1,0-1,-1 1,1-1,0 0,0 0,0 0,0 0,0 0,1-1,-1 1,4 1,9 5,-1-1,29 9,0 1,-40-15,0 0,-1-1,0 0,1 1,-1-1,1 0,-1 0,1 0,-1 0,1-1,0 1,-1-1,1 1,0-1,-1 0,1 0,0 0,0 0,3-2,-3-1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21.2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0,1 4,0 2,3-1,2-1,-2 3,-1 1,1-2,-2 3,-1-1,2-1,2-2,1-1,-2-3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22.1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176 1,'1'64,"-2"68,0-128,0 0,0 0,0 0,0-1,-1 1,1 0,-1-1,0 1,0-1,-1 0,1 0,0 0,-1 0,0 0,0 0,0-1,0 0,0 1,0-1,-1 0,1 0,-1-1,1 1,-1-1,0 0,0 0,1 0,-5 0,4 0,1 0,0-1,0 1,-1-1,1 0,0 0,0 0,-1-1,1 1,0-1,0 0,0 0,0 0,0 0,0 0,0-1,0 1,0-1,0 0,1 0,-1 0,1 0,-1-1,1 1,0 0,0-1,0 0,0 1,1-1,-1 0,1 0,-1 0,0-4,0 0,1 1,0-1,0 1,1-1,0 1,0-1,1 1,1-12,4-4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22.5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0,'0'4,"4"2,2 3,-1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26.74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27,'80'1,"87"-3,-100-10,-49 7,-1 2,30-3,91 7,-155 0,1 2,-1 0,1 1,0 0,1 2,-1 0,1 0,-27 17,22-13,13-6,0-1,-1 1,1 0,1 0,-1 1,1 0,-1 0,1 1,1-1,-1 1,1 0,0 1,1 0,-6 9,7-9,-1 1,0-1,0 1,-1-1,0-1,0 1,0-1,-1 0,0 0,-10 8,15-14,1 0,-1 1,0-1,0 1,0-1,1 0,-1 0,0 0,0 1,0-1,1 0,-1 0,0 0,0 0,0 0,0 0,1-1,-1 1,0 0,0 0,0-1,1 1,-1 0,0-1,0 1,0-1,-1-1,1 1,0 0,0-1,0 1,0-1,0 0,0 1,0-1,1 0,-1 0,0-2,-1-6,0-1,1 1,0-14,1 21,0-10,-1 1,1-1,0 1,1 0,1 0,2-13,2 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27.4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66,'4'0,"6"0,1-5,3 0,3 0,3 0,-2-2,0 0,2 0,1 3,1 1,-3-3,0 0,-4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28.7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0 307,'1'-2,"0"0,-1 1,1-1,0 1,0-1,0 1,0 0,0-1,0 1,1 0,-1 0,0 0,1 0,-1 0,1 0,-1 0,3-1,29-13,52-7,-67 19,-1-1,-1 0,1-1,0-1,-1-1,0 0,-1-1,24-16,-4-5,-15 12,42-27,-49 37,39-27,-48 32,-1 0,0-1,0 0,0 0,0 0,0 0,0 0,-1-1,0 1,0-1,3-4,-5 7,0 1,0 0,0 0,-1-1,1 1,0 0,0 0,0-1,0 1,0 0,0 0,0-1,-1 1,1 0,0 0,0 0,0 0,-1-1,1 1,0 0,0 0,0 0,-1 0,1 0,0-1,0 1,-1 0,1 0,0 0,0 0,-1 0,1 0,0 0,0 0,-1 0,1 0,0 0,0 0,-1 0,1 0,0 0,0 1,-1-1,1 0,0 0,0 0,-1 0,1 0,0 0,0 1,0-1,-1 0,1 0,0 1,-22 7,18-6,-11 4,-9 4,0-1,-34 8,36-13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30.7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142 0,'-28'10,"4"0,17-9,-34 8,40-9,-1 0,1 1,-1-1,0 1,1-1,-1 1,1 0,0 0,-1-1,1 1,0 0,-1 0,1 0,0 1,0-1,0 0,0 0,0 1,-1 1,2-2,0 0,0-1,0 1,0 0,0-1,0 1,1 0,-1-1,0 1,0 0,1-1,-1 1,0-1,1 1,-1-1,1 1,-1-1,1 1,-1-1,1 1,-1-1,1 0,-1 1,1-1,-1 0,1 1,1-1,22 10,-15-7,15 6,41 9,-35-10,33 12,-55-17,-1 0,0 1,0 0,0 0,0 0,-1 1,0 0,0 0,8 9,-12-12,0 0,0 0,0 1,-1-1,1 1,0-1,-1 1,0-1,1 1,-1 0,0 0,-1 0,1 0,0 0,-1 0,0 0,1 0,-1 0,-1 0,1 0,0 0,-1 0,1 0,-1-1,0 1,0 0,0 0,0 0,0-1,-1 1,0 0,1-1,-1 1,0-1,0 0,0 0,0 0,0 0,-1 0,-3 2,-10 7,-1 0,0-2,-1 0,-34 12,45-18,-2 0,0-1,0 1,0-1,0-1,0 0,-1 0,1-1,-17-1,22 1,1-1,-1 1,1-1,-1 0,0 0,1 0,0 0,-1-1,1 0,0 1,-1-1,1 0,0 0,1-1,-1 1,0-1,1 1,-1-1,1 0,0 0,0 0,0 0,0 0,-2-7,2-5,4 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31.6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72 0,'-4'0,"-6"0,-1 4,-3 2,-3-1,1-1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33.1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160 0,'0'4,"-4"2,-2 3,-4 1,-4-2,-4-2,1 3,-1-2,-1 0,-2-3,3 3,4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04.8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122 2,'55'-1,"62"2,-115-1,0 0,0 0,0 0,0 1,0-1,0 0,0 1,0 0,0-1,0 1,-1 0,1 0,0 0,0 0,0 0,-1 0,1 1,-1-1,1 0,-1 1,0 0,1-1,-1 1,0 0,0-1,0 1,0 0,0 0,-1 0,1 0,0 0,-1 0,0 0,1 0,-1 0,0 0,0 0,0 4,-1-1,0 1,-1-1,1 0,-1 0,0 0,0 0,0 0,-1 0,0 0,0-1,0 1,0-1,-1 0,-4 4,-41 31,-2-1,-70 38,46-30,74-46,1 0,0 0,-1 0,1 1,0-1,-1 0,1 0,0 0,-1 0,1 0,0 1,0-1,-1 0,1 0,0 0,0 1,-1-1,1 0,0 0,0 1,0-1,0 0,-1 1,1-1,0 0,0 1,0-1,0 0,0 0,0 1,0-1,0 0,0 1,0-1,0 0,0 1,0-1,0 0,0 1,0-1,0 1,16 4,30-4,-42-1,225-2,-208 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05.7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0,5 0,2 0,2 0,2 0,-1 0,1 0,0 0,-5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06.8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141 0,'2'1,"0"-1,0 1,0-1,0 1,-1 0,1 0,0 0,0 0,-1 0,1 0,0 0,-1 0,1 1,-1-1,0 0,1 1,-1 0,0-1,0 1,0 0,0-1,0 1,-1 0,1 0,0 0,0 3,2 6,0-1,-1 1,1 15,-2 143,-2-86,1-76,-1 0,0-1,0 1,0 0,-1 0,0-1,0 1,0-1,-1 0,0 1,-1-1,-5 8,7-12,1 0,-1 0,0 0,0 0,0 0,-1 0,1 0,0-1,-1 1,1-1,-1 0,1 1,-1-1,1-1,-1 1,0 0,0-1,0 1,1-1,-1 0,0 0,0 0,0 0,1 0,-1-1,0 1,0-1,0 0,1 1,-1-1,1-1,-5-1,0-1,0-1,0 0,0 0,1 0,-1-1,1 0,-9-12,5 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07.3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10.2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1,'4'0,"6"0,5 0,5 0,2 0,2 0,2 0,-1 0,1 0,0 0,-1 0,0 0,0 0,-9 0,-10 0,-8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1:43.4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127 0,'-4'1,"0"-1,0 1,0 0,1 0,-1 0,0 1,0 0,1-1,-1 1,-5 4,-32 27,39-31,-2 1,1 0,0 0,0 0,1 0,-1 1,1-1,-1 1,1-1,0 1,0 0,1 0,-1 0,1 0,0 0,0 0,0 0,1 0,-1 0,1 1,0-1,0 0,1 0,-1 1,1-1,0 0,0 0,0 0,3 5,-2-4,1 0,-1 0,1 0,1-1,-1 1,1-1,0 0,0 0,0 0,0 0,0-1,1 0,0 0,0 0,0 0,0-1,0 0,0 0,1 0,9 1,-4-1,-8-2,0 0,0 0,0 0,-1 1,1 0,0-1,0 1,0 0,0 1,-1-1,1 0,2 3,-5-3,-6-4,-9-8,6 3,1-1,0 0,0 0,1-1,0 0,1 0,0 0,0-1,-7-20,14 31,-1 0,0 0,0 0,0 0,0 0,0 0,0 0,0 0,0 0,0 0,0 0,0 0,0 0,1 0,-1 0,0 0,0 0,0 0,0 0,0 0,0 0,0 0,0 0,0 0,0 0,0 0,0-1,0 1,1 0,-1 0,0 0,0 0,0 0,0 0,0 0,0 0,0 0,0 0,0 0,0 0,0 0,0 0,0-1,0 1,0 0,0 0,0 0,0 0,0 0,0 0,0 0,0 0,0 0,0 0,0 0,0-1,0 1,8 9,8 15,-12-15,1 0,0 0,1 0,-1-1,2 0,-1 0,1-1,0 1,1-2,15 12,-14-12,-1-1,1 0,0 0,0-1,1 0,-1-1,1 0,0-1,0 0,10 1,-13-2,0-1,-1 0,1 0,0 0,-1-1,1 0,0-1,-1 0,0 1,1-2,-1 1,0-1,0 0,0 0,-1-1,8-5,-10 6,0 0,-1 0,1 0,0 0,-1 0,0-1,0 1,0-1,0 0,0 1,-1-1,0 0,0 0,0 0,0 0,-1 0,1 0,-1 0,0 0,0-1,0 1,-1 0,-1-6,0 4,0-1,0 1,0 0,-1 0,1 0,-2 0,1 1,-1-1,1 1,-2 0,1 0,0 0,-1 1,-5-5,-1 2,1 0,-1 0,0 1,-1 0,1 1,-1 0,0 1,0 1,-1-1,1 2,-1 0,1 1,-1 0,-14 1,24 0,-1 1,0 0,0 0,0 0,1 1,-1-1,1 1,-1 0,1 0,0 0,0 0,0 1,-4 3,-35 43,18-19,21-27,0 0,1 0,-1 0,1 0,0 0,0 0,0 1,1-1,-1 1,1-1,0 1,0 0,0 0,0-1,0 1,1 0,0 0,0 0,0-1,0 1,1 0,-1 0,1 0,0-1,0 1,1 0,1 3,0-2,0 0,0-1,0 0,1 0,-1 0,1 0,0-1,0 1,1-1,-1 0,1 0,-1 0,1-1,0 0,0 0,0 0,0 0,1-1,4 1,14 1,0-1,0-1,0-1,25-4,-46 4,-1 0,0-1,1 1,-1-1,1 0,-1 0,0 1,0-2,0 1,1 0,-1 0,0-1,0 1,-1-1,1 1,0-1,0 0,-1 0,1 0,-1 0,0 0,1 0,-1 0,0 0,0-1,-1 1,1 0,0-1,0-3,2-12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26.0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1 421,'112'2,"122"-4,-159-12,-26 4,-33 6,0 0,28-12,-31 11,-1 0,1 1,0 0,0 1,19-2,89 6,-86 1,0-2,0-1,60-10,-48 4,1 2,-1 2,84 5,64-4,-129-11,-48 9,-1 1,30-3,490 5,-260 3,-259-1,0 1,0 0,17 6,-16-4,0 0,26 1,492-4,-259-3,-216 4,72-4,-67-11,-50 9,1 1,28-3,89 8,52-4,-136-5,84-22,-94 18,-1 2,1 2,70-4,-88 11,1-1,-1-1,40-8,-36 4,45-1,-43 5,40-8,-43 5,1 2,1 1,46 3,32-2,-89-2,0 0,0-1,27-11,-29 9,0 1,1 1,-1 0,27-2,-40 6,30-2,1-1,32-7,108-15,-25 1,-120 19,1 2,0 1,55 3,32-2,-104 0,-1-2,1 1,-1-2,0 1,0-1,0-1,0 0,18-12,-30 17,1-1,-1 1,1-1,-1 1,1-1,-1 1,1 0,-1-1,1 1,-1 0,1 0,-1-1,1 1,-1 0,0 0,1 0,-1 0,1 0,-1 0,0-1,1 1,-1 1,1-1,-1 0,-1 0,-22-2,1 2,1 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2:29.9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99 21,'-7'-1,"0"0,0-1,-1 1,2-1,-1-1,0 1,-10-6,53 11,50 24,-52-16,55 12,-57-17,13 3,0-2,84 1,-187-8,39-1,0 1,1 1,-1 0,1 1,-1 1,1 1,0 1,-28 11,34-11,-20 10,1 0,-53 37,60-31,-30 33,32-32,22-22,0 1,0-1,0 1,-1-1,1 0,0 1,-1-1,1 1,0-1,-1 0,1 1,0-1,-1 0,1 0,-1 1,1-1,-1 0,1 0,-1 0,1 1,-1-1,1 0,-1 0,1 0,-1 0,1 0,-1 0,1 0,-1 0,1 0,0 0,-1 0,0-1,-3-16,11-25,5 4,-4 17,-2-1,0 0,-1 0,2-41,-7-1,0 65,1 1,-1-1,1 0,-1 1,1-1,0 0,-1 0,1 1,0-1,0 0,0 0,0 0,0 0,0 0,0 0,0 0,1-1,1 2,38 18,-24-14,0-1,0-1,21 3,-5-5,-30-2,-4 0,-19-1,-11 0,11 0,0 0,-23 3,38-1,1-1,0 1,0 0,0 0,-1 0,1 1,0-1,1 1,-1 0,0 0,0 0,1 1,0-1,-1 1,-5 6,-1-2,7-15,5-24,-1 23,0-1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4:02.2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1 318,'0'-2,"1"0,0 0,0 0,-1 0,2 0,-1 0,0 0,0 0,1 0,-1 0,0 0,1 1,0-1,-1 1,5-3,-3 1,0 1,0 0,1-1,-1 1,1 0,0 1,7-3,-11 4,1 0,0 0,-1 0,1 0,-1 0,1 0,0 1,-1-1,1 0,0 0,-1 1,1-1,-1 0,1 1,-1-1,1 1,-1-1,1 1,-1-1,1 1,-1-1,0 1,1-1,-1 1,0-1,1 1,-1 0,0-1,0 1,0 0,1-1,-1 1,0 0,0 0,2 28,-1-26,-4 86,0-65,2-1,1 1,1 0,6 40,-4-54,1-1,-1-1,2 1,-1 0,1-1,0 0,7 8,46 50,-56-63,6 4,0 0,0-1,0 0,1-1,0 1,0-2,0 1,13 3,-5-2,1-1,-1 0,34 3,-42-8,-1 0,0 0,0-1,0 0,0 0,0-1,0 0,0-1,0 1,-1-1,1-1,-1 0,0 0,0 0,0-1,-1 0,1 0,-1 0,6-8,-5 5,0-1,0 1,-1-2,0 1,-1 0,0-1,-1 0,0 0,0-1,-1 1,0-1,-1 1,2-22,-5 10,0 0,-1-1,-1 1,-2 1,0-1,-1 1,-1-1,-1 2,0-1,-20-30,17 28,1-1,-13-49,18 54,-1 0,-1-1,0 2,-2-1,-19-32,26 48,1 1,-1 0,0 0,1 0,-1 0,0 0,0 0,0 0,-1 1,1-1,0 1,-1-1,1 1,0 0,-1 0,0 0,1 0,-1 1,1-1,-1 1,0-1,0 1,1 0,-1 0,0 0,0 1,1-1,-1 0,0 1,1 0,-6 2,4-1,-1 1,1 0,-1 0,1 0,0 0,0 1,1-1,-1 1,1 0,0 0,0 1,0-1,0 1,1-1,-4 10,0 3,0 1,1 0,1 0,0 1,1-1,2 1,0 0,1-1,0 1,2 0,3 20,-3-34,0 0,1 0,-1-1,1 1,0-1,0 1,0-1,0 0,1 0,0 0,5 4,18 21,-16-14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4:03.3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71 52,'2'4,"-1"0,1 0,0 0,0 0,0 0,0 0,1 0,4 5,0 1,-1 1,1-2,0 1,1-1,0 0,15 13,-18-18,0-1,0 0,0 0,1 0,-1 0,1-1,0 0,-1-1,1 1,0-1,0 0,12 0,-15-1,8 1,0 0,1-2,-1 1,1-2,15-3,-25 5,0-1,0 1,0-1,0 0,0 0,0 0,0 0,-1 0,1 0,0-1,-1 1,1-1,-1 1,1-1,-1 0,1 1,-1-1,0 0,0 0,0 0,0 0,-1 0,1 0,0 0,-1 0,1 0,-1 0,0 0,0 0,1 0,-2-1,1 1,0 0,0 0,-1 0,0-3,0-1,0 0,0-1,-1 1,0 0,0-1,-1 1,0 0,0 1,0-1,-1 0,1 1,-2 0,1 0,0 0,-1 1,0-1,0 1,0 0,0 0,-1 1,0-1,0 2,0-1,0 0,0 1,0 0,0 1,-1-1,1 1,-14-1,-154 5,172-2,-1-1,0 0,1 1,-1 0,0 0,1-1,-1 1,1 1,-1-1,1 0,0 1,-3 1,-5 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4:04.13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0,'1'7,"0"0,1-1,0 1,0 0,1-1,-1 0,7 10,2 7,-8-13,1 0,-2 0,1 0,-1 1,-1-1,0 1,0 18,-3 0,-9 42,7-49,0 0,2 1,0 44,4-59,-1 1,1-1,1 0,0 1,0-1,8 14,-7-15,4 11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4:05.4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194 0,'-17'1,"0"0,-1 1,1 0,0 2,0 0,1 1,-27 11,41-16,1 1,-1 0,0-1,1 1,-1 0,0 0,1 0,-1 0,1 0,0 0,-1 1,1-1,0 0,0 1,0-1,0 1,0-1,0 1,0 0,0-1,1 1,-1 0,0 0,1-1,0 1,-1 0,1 0,0 0,0-1,0 1,0 0,0 0,1 0,-1 0,0-1,1 1,0 0,-1 0,1-1,0 1,0 0,0-1,0 1,0-1,0 1,0-1,0 0,3 2,2 4,1 0,1 0,-1-1,1 0,0-1,0 0,18 8,0-3,1-2,37 6,17 5,-79-18,1-1,-1 1,0-1,0 1,0 0,1 0,-1 0,0 0,0 1,-1-1,1 0,0 1,0-1,-1 1,1 0,-1 0,1-1,-1 1,0 0,0 0,1 0,-1 0,-1 1,1-1,1 4,-2-2,0-1,0 0,-1 0,1 1,-1-1,0 0,0 0,0 0,0 1,-1-1,1-1,-1 1,0 0,0 0,0-1,0 1,-3 3,-4 2,1 0,-1 0,-1-1,0 0,1-1,-2 0,1-1,-1 0,0 0,0-1,0-1,-14 3,18-4,0-1,0 0,-1-1,1 1,0-1,0-1,-1 1,1-1,0-1,0 1,0-1,0 0,0-1,0 0,1 0,-1 0,1-1,0 0,0 0,-10-9,6 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4:06.0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1,'4'0,"2"4,-1 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4:06.3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 1,'4'0,"-2"0,-7 0,-5 0,-2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34.3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77 408,'-3'-1,"0"0,1 0,-1 0,0 0,1 0,0-1,-1 1,1-1,0 0,0 1,0-1,0 0,0 0,0 0,-2-4,-19-15,22 21,1 0,-1 0,1 0,-1 0,1 0,-1 0,1 0,-1 0,1 0,-1 1,1-1,-1 0,1 0,0 1,-1-1,1 0,-1 0,1 1,0-1,-1 0,1 1,0-1,-1 1,1-1,0 0,0 1,-1-1,1 1,0-1,0 1,0-1,0 1,0-1,-1 1,1-1,0 1,0-1,0 1,0-1,0 1,1 0,-3 27,2-26,0 13,3 198,-1-201,0 1,1 0,0-1,1 1,0-1,1 0,1 0,0-1,0 1,1-1,1-1,-1 1,2-1,13 12,-15-15,-1-1,2 0,-1-1,0 0,1 0,0-1,0 0,1 0,-1-1,1 0,-1 0,1-1,0 0,0-1,0 0,0 0,1-1,-1 0,0-1,0 0,12-2,-13 0,-1 0,0 0,0 0,0-1,-1 0,1 0,-1-1,9-8,44-48,-45 46,-10 9,1 0,-1-1,0 1,-1-1,0 1,0-1,0 0,0 0,-1 0,-1-1,1 1,0-13,0-9,-5-58,0 28,0 17,-2 1,-1 0,-2 1,-2 0,-2 0,-1 1,-36-72,45 102,-1 1,0-1,-1 1,0 1,0-1,-14-12,18 18,1 1,-1-1,0 1,0 0,0-1,0 1,0 0,0 0,0 0,0 1,0-1,0 0,0 1,-1-1,1 1,0 0,0 0,-1 0,1 0,0 0,0 0,-1 1,1-1,0 1,0-1,0 1,-1 0,1 0,0 0,0 0,0 0,1 1,-1-1,-2 3,-3 3,1 0,0 0,0 1,1 0,0 0,0 1,1 0,0-1,0 1,1 1,0-1,1 0,-2 14,3-10,-1-1,2 1,0 0,0 0,1-1,1 1,0-1,1 1,6 20,-2-20,0 1,0-1,12 14,-11-16,-1 0,0 1,-1 0,8 17,-11-17,11 26,-14-36,1 0,0 0,0 0,0 0,0 0,0 0,1 0,-1-1,0 1,1 0,-1-1,1 0,2 2,2-3,0-6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35.4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52,'0'17,"1"-1,0 0,1 0,1 0,0 0,6 16,-7-26,0-1,1 1,-1-1,1 0,0 0,1 0,-1 0,1 0,0-1,1 1,-1-1,1 0,-1 0,1-1,0 0,1 0,-1 0,0 0,10 3,-8-5,0 1,0-1,1 0,-1-1,0 0,0 0,1 0,-1-1,0 0,0-1,0 1,0-1,0-1,0 1,0-1,-1 0,13-9,-14 9,1-1,-1 0,0 0,0 0,0-1,-1 0,1 0,-1 0,0-1,-1 1,1-1,-1 0,0 0,-1 0,1 0,-1 0,-1-1,1 1,-1-1,1-7,-2 9,-1 0,1 0,-1 0,0 1,0-1,-1 0,1 0,-1 1,0-1,0 1,-1-1,1 1,-1 0,0 0,0 0,0 0,-1 1,1-1,-1 1,0 0,0 0,0 0,-9-4,6 3,0 1,0 0,-1 0,1 1,-1 0,1 1,-1-1,0 1,1 1,-1-1,0 2,0-1,0 1,-12 2,4 2,1-1,-26 14,37-17,0 1,0 1,0-1,0 1,1-1,-1 1,1 0,0 0,0 0,0 1,0-1,1 1,-1 0,-2 6,0 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36.1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1,'0'8,"1"-1,1 1,-1 0,6 14,4 23,-9-20,1 0,2-1,0 1,15 40,-8-33,10 44,-18-56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37.3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226 1,'-4'1,"-1"0,1 1,1-1,-1 1,0 0,0 0,1 0,-1 1,1-1,-1 1,1 0,0 0,0 0,0 0,-3 6,-19 15,-13 2,25-18,0 1,1 0,0 0,-16 17,25-23,1-1,0 1,-1 0,1 1,1-1,-1 0,0 0,1 1,-1-1,1 1,0-1,1 1,-1-1,0 1,1 0,0 0,0-1,0 1,0 0,1-1,-1 1,1 0,2 5,-2-7,0 0,0 0,0 0,1 0,-1 0,1 0,-1 0,1-1,0 1,-1-1,1 1,0-1,0 0,0 1,0-1,1 0,-1 0,0-1,4 2,50 8,-32-7,48 5,-49-6,0 1,23 5,-38-6,-1 1,1-1,0 1,-1 1,0 0,0 0,0 0,0 1,9 8,-10-7,-1-1,0 1,0 0,0 1,-1-1,0 1,-1-1,1 1,-1 0,0 1,2 9,-4-11,0-1,0 0,-1 1,0-1,0 1,0-1,0 0,-1 1,0-1,0 0,0 1,-1-1,0 0,0 0,0 0,-1 0,-3 4,1-2,0 0,-1-1,0 0,-1-1,1 1,-1-1,0 0,0-1,-1 0,1 0,-1 0,0-1,0 0,0-1,-11 2,6-1,0-1,1-1,-1 0,0 0,0-2,0 0,0 0,0-1,-17-5,12 2,12 4,1 0,0 0,0-1,0 1,0-1,0 0,0-1,1 1,-1-1,1 0,-1 0,1 0,0-1,0 1,-5-8,1-3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38.12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 27,'0'0,"-1"0,0 0,1 0,-1 0,0 0,0 1,1-1,-1 0,0 0,1 1,-1-1,0 0,1 1,-1-1,1 1,-1-1,1 1,-1-1,1 1,-1-1,1 1,-1 0,1-1,0 1,-1-1,1 1,0 0,-1-1,1 1,0 0,0 0,0-1,0 1,0 0,0-1,0 1,0 0,0 0,0-1,0 1,0 0,0-1,1 1,-1 0,0 0,1-1,-1 1,0-1,1 2,1 2,0 1,0-1,0 0,0 0,0 0,5 5,-1-5,-1 0,0 0,1-1,0 1,0-1,0-1,0 1,0-1,0 0,1-1,-1 1,1-1,-1-1,10 1,-14-1,1 1,-1-1,1 0,-1 0,1-1,-1 1,1-1,-1 1,1-1,-1 0,0 0,1 0,-1 0,0 0,0 0,0 0,0-1,0 0,0 1,0-1,0 0,0 0,-1 0,1 0,-1 0,0 0,1 0,-1 0,0-1,0 1,0 0,-1-1,1 1,-1-1,1 1,-1-1,0 1,0-1,0-3,0 3,-1 0,0 0,0 0,0 0,0 1,0-1,0 0,-1 0,1 1,-1-1,0 1,1 0,-1-1,-1 1,1 0,0 0,0 0,-1 0,1 1,-1-1,1 1,-1-1,0 1,0 0,1 0,-1 0,0 1,0-1,0 0,0 1,0 0,0 0,0 0,0 0,0 0,0 1,-4 1,-10 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38.8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59 52,'0'0,"-1"0,0 0,0 1,0-1,0 0,0 1,1-1,-1 1,0-1,0 1,1-1,-1 1,0-1,1 1,-1 0,0-1,1 1,-1 0,1 0,-1-1,1 1,-1 0,1 0,0 0,-1-1,1 1,0 0,0 0,0 0,0 0,0 0,0 0,0 0,0 0,0 2,-1-1,1 0,1 0,-1 0,0 0,0 0,1 0,-1 0,1 0,0-1,-1 1,1 0,0 0,2 3,-1-4,-1 1,1 0,0-1,0 0,0 1,0-1,0 0,0 0,0 0,0 0,0-1,0 1,1 0,-1-1,0 0,0 1,1-1,-1 0,0 0,0 0,1-1,-1 1,3-1,-1 0,-1-1,0 1,0 0,0-1,0 0,0 0,0 0,0 0,-1 0,1-1,-1 1,1-1,-1 0,2-3,-2 4,-1 1,0-1,0 0,1 0,-1 0,0 0,0 0,-1 0,1-1,0 1,-1 0,1 0,-1-1,0 1,0 0,0 0,0-1,0 1,0 0,-1 0,1-1,-1 1,0 0,1 0,-1 0,0 0,0 0,0 0,-1 0,1 0,0 0,-1 0,1 0,-1 1,0-1,1 1,-1-1,0 1,0 0,0 0,0 0,0 0,0 0,0 0,0 0,-1 1,1-1,-4 0,0 0,0 1,0-1,0 1,0 0,0 0,0 1,0 0,0 0,0 0,0 1,0 0,1 0,-1 0,-5 4,-6 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5.9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0 276,'10'1,"-1"-2,1 1,-1-1,0-1,1 0,-1 0,14-6,-17 5,0 0,-1 0,1-1,-1 1,0-1,0-1,-1 1,1-1,-1 0,0 0,0 0,4-7,-4 5,38-71,-39 73,-1 0,0-1,0 0,0 1,-1-1,1 0,-2 0,1 0,-1 0,1 0,-1 1,-2-8,2 12,0-1,-1 0,0 1,1-1,-1 1,0-1,0 1,0-1,0 1,0 0,0-1,0 1,0 0,-1 0,1 0,0 0,-1 0,1 0,-1 0,-1-1,-1 1,1 0,-1 0,0 0,1 1,-1-1,0 1,0 0,0 0,-3 0,-1 1,1 0,0 0,0 1,0 0,1 0,-1 1,0-1,1 2,-10 5,12-5,0 0,1 0,-1 0,1 0,0 1,0 0,1 0,-1-1,1 1,0 1,0-1,-1 9,-1 4,0 1,0 24,4-36,1 0,0 0,0-1,0 1,0 0,1-1,0 1,1-1,0 0,0 1,0-1,0-1,1 1,0 0,0-1,1 0,-1 0,10 7,-4-3,1 0,1-1,0 0,0-1,0-1,1 1,0-2,16 5,-26-9,1 1,-1-1,1-1,-1 1,1 0,0-1,-1 0,1 0,0 0,-1 0,1 0,0-1,-1 0,1 0,-1 0,1 0,-1 0,1-1,-1 1,0-1,0 0,0 0,6-5,2-3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6.3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96,'4'0,"2"-5,3 0,1-5,3 0,-1-3,1 1,0-1,0 1,3 3,-1 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7.7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2 100,'3'2,"0"0,0 0,0 0,-1 1,1 0,0-1,-1 1,0 0,0 0,0 0,0 0,2 4,5 7,8 6,-11-14,0 1,-1-1,0 1,0 0,0 0,-1 0,6 13,-10-19,0-1,0 1,1-1,-1 0,0 1,0-1,0 1,0-1,1 1,-1-1,0 1,0-1,0 1,0-1,0 1,0-1,0 1,0-1,0 0,-1 1,1-1,0 1,0-1,0 1,0-1,-1 1,1-1,0 0,0 1,-1-1,1 1,0-1,-1 0,1 1,0-1,-1 0,1 0,-1 1,1-1,0 0,-1 0,1 0,-1 1,1-1,-1 0,1 0,-1 0,1 0,-1 0,1 0,-1 0,1 0,-1 0,1 0,0 0,-2-1,0 1,-1-1,1 0,-1 1,1-1,0 0,-1-1,1 1,0 0,-4-3,-1-4,1 0,-1 0,1 0,0-1,1 0,0 0,1 0,0 0,0-1,1 0,0 0,1 0,0 0,0 0,1 0,0-12,2 19,0-1,0 0,0 1,0-1,1 1,-1-1,1 1,0 0,0 0,0 0,0 0,0 0,1 0,0 0,-1 1,1 0,0-1,0 1,0 0,0 0,1 1,-1-1,1 0,-1 1,1 0,-1 0,1 0,4 0,11-2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8.1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138 63,'0'-3,"0"0,0 0,-1 0,1 0,-1 1,1-1,-1 0,0 0,0 0,0 1,0-1,-1 0,1 1,-1-1,0 1,-2-3,3 3,-1 1,0 0,0-1,0 1,0 0,0 0,0 0,0 1,-1-1,1 0,0 1,0-1,-1 1,1 0,0 0,0 0,-1 0,1 0,0 0,0 1,-4 0,2 0,0 0,0 1,1 0,-1-1,1 1,-1 1,1-1,0 0,-1 1,1-1,0 1,1 0,-1 0,1 0,-1 1,1-1,0 1,0-1,0 1,1 0,-1-1,-1 8,2-8,1-1,-1 1,1 0,-1 0,1 0,0-1,0 1,0 0,0 0,1 0,-1-1,1 1,0 0,0 0,0-1,0 1,0-1,0 1,1-1,-1 1,1-1,0 0,0 0,0 0,0 0,0 0,0 0,0 0,1-1,-1 1,1-1,4 2,16 5,0-1,1-1,47 6,-47-10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8.5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1,'1'4,"0"1,1 0,0 0,0-1,0 1,0-1,4 6,5 9,6 23,-3 1,-1 0,-2 1,6 47,4 183,5 19,-21-272,0-6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9.0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1 213,'4'-1,"0"0,1 0,-1-1,0 0,0 1,0-1,4-3,8-3,18-5,0 3,1 0,65-7,15-4,-109 19,0 0,0 0,0 0,0-1,0 0,-1 0,1-1,6-5,-9 7,0-1,-1 1,1-1,-1 0,0 0,1 1,-1-2,-1 1,1 0,0 0,-1 0,0-1,1 1,-1-1,-1 1,2-5,-2 7,0 0,0 0,0-1,0 1,0 0,0-1,-1 1,1 0,0 0,-1 0,1-1,-1 1,1 0,-1 0,1 0,-1 0,0 0,0 0,1 0,-1 0,0 0,0 0,0 0,0 1,0-1,0 0,0 1,0-1,-1 0,1 1,0 0,0-1,0 1,-1 0,1-1,0 1,0 0,-1 0,-1 0,-3 0,0 0,0 1,-1 0,1 0,0 0,-9 3,2 1,1 0,0 1,0 0,1 0,0 1,-14 12,22-16,0-1,0 1,0 0,1 0,-1 1,1-1,0 0,0 1,0 0,-2 6,3-7,1-1,-1 1,1-1,0 1,0-1,0 1,0 0,0-1,1 1,-1-1,1 1,0-1,0 0,-1 1,2-1,-1 0,0 1,3 3,8 8,0 0,1-1,1 0,0-1,0 0,2-1,-1-1,1 0,1-2,0 1,0-2,0 0,20 4,-15-6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9.5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0 219,'0'5,"0"5,0-4,0-6,0-8,0-6,0-5,0-4,0-2,0-1,0 0,0 0,0 0,5 5,4 6,2 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9.9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54 91,'9'-9,"-4"4,0 1,0-1,-1 0,7-10,-10 14,-1 0,1 0,0 0,-1-1,1 1,-1 0,0-1,1 1,-1 0,0-1,0 1,0 0,0-1,0 1,0 0,0-1,0 1,-1 0,1-1,0 1,-1 0,1-1,-1 1,1 0,-1 0,0 0,0-1,-1-1,1 3,0-1,0 0,0 0,0 1,0-1,0 0,0 1,0-1,0 1,0-1,-1 1,1 0,0-1,0 1,0 0,-1 0,1 0,0 0,0 0,-1 0,1 0,0 0,0 1,0-1,-1 0,1 1,0-1,0 1,0-1,0 1,0 0,0-1,0 1,0 0,0 0,0 0,0-1,1 1,-2 2,-2 1,0 0,0 1,1-1,-1 1,1 0,1 0,-4 6,3-2,0 1,0 0,1 0,0 0,1 0,0 0,1 0,0 0,2 20,-1-25,1 0,-1 0,1 0,-1 0,1 0,1-1,-1 1,1-1,-1 0,1 1,1-1,-1 0,0-1,1 1,0-1,0 1,0-1,0 0,0-1,10 5,-2-2,0 0,1-2,14 4,1-3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40.2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0,4 0,3 0,3 0,0 4,1 2,-5-1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40.9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1,'1'0,"1"1,-1 0,1-1,-1 1,1 0,-1 0,1 0,-1 0,0 1,1-1,-1 0,0 0,0 1,0-1,0 1,0-1,1 4,13 28,-8 0,-6-27,0 1,0-1,1 0,-1 0,1 0,6 11,-8-16,1 0,0 1,0-1,0 0,0 0,1-1,-1 1,0 0,0 0,0-1,1 1,-1 0,0-1,1 1,-1-1,1 0,-1 1,0-1,1 0,-1 0,1 0,-1 0,0 0,1 0,-1 0,1-1,-1 1,1-1,-1 1,0-1,0 1,1-1,-1 1,0-1,0 0,2-1,11-6,0-1,-1-1,1 0,17-18,17-13,-47 40,0 0,0 0,0 0,1 1,-1-1,0 0,1 1,-1-1,1 1,-1-1,1 1,-1 0,1-1,-1 1,1 0,-1 0,1 0,-1 0,1 1,-1-1,0 0,3 1,-2 0,0 0,1 1,-1-1,0 1,0 0,0-1,0 1,0 0,0 0,0 0,2 4,4 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41.2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0,'0'4,"4"2,2 7,-1 7,-1 3,3 3,1 0,2 1,0-1,3-4,-1-6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41.6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1,'0'4,"5"1,0 5,0 8,4 6,-1 3,-1 0,3 1,-1-1,2-4,4-7,-1-6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43.6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0,'0'4,"4"2,2 4,-1 4,-1 4,-1 3,-1 3,3 0,5-2,1-2,3-4,3-5,3-4,-2-3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44.1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1,'0'4,"0"6,0 5,0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45.4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72 0,'-5'2,"0"0,1 1,0-1,-1 1,1 0,0 0,0 1,0-1,1 1,0 0,-5 6,6-7,0-1,0 1,0 0,0 0,1 0,0 0,-1 0,1 0,0 0,1 0,-1 1,0-1,1 0,0 0,0 1,0-1,0 0,0 1,1-1,0 0,-1 0,1 1,0-1,1 0,-1 0,0 0,1 0,0-1,-1 1,1 0,0 0,1-1,-1 0,0 1,4 1,0 2,1-1,0 0,0 0,0-1,1 0,-1 0,1-1,0 1,0-2,1 1,-1-1,14 1,-17-3,-1 0,1 0,-1 0,0-1,1 1,-1-1,0 0,0-1,1 1,-1-1,0 0,-1 0,1 0,0 0,0-1,-1 1,1-1,3-4,-5 5,0-1,0 0,0 0,0 0,-1 0,1 0,-1 0,1 0,-1 0,0 0,-1-1,1 1,0 0,-1-1,0 1,0-1,0 1,0 0,0-1,-1 1,0 0,1-1,-1 1,-2-4,1 4,0 0,0 0,0 0,0 0,-1 1,1-1,-1 1,1 0,-1 0,0 0,0 0,0 0,0 0,0 1,0 0,0-1,-1 1,1 1,-1-1,1 0,-6 0,6 1,1-1,-1 1,0 0,1 0,-1 0,0 0,1 0,-1 0,0 1,1 0,-1-1,0 1,1 0,-1 0,1 0,0 0,-1 1,1-1,0 1,0 0,0-1,0 1,0 0,0 0,0 0,1 0,-3 4,3-5,1 0,-1 1,1-1,0 0,-1 0,1 0,0 0,0 0,0 0,0 0,0 0,0 0,0 1,0-1,0 0,1 0,-1 0,0 0,1 0,-1 0,1 0,-1 0,1 0,-1 0,1 0,1 1,0 0,0-1,1 1,-1-1,0 1,1-1,-1 0,1 0,0 0,-1 0,5 1,7 0,1 0,-1-1,17 0,-28-1,21 1,-1 1,0 1,0 2,0 0,-1 1,1 2,36 17,-55-24,-1 1,1 0,0-1,0 0,0 0,0 0,1 0,-1-1,0 1,0-1,5 0,5-4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47.7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51,'4'0,"2"-4,3-1,6 0,-1-4,1 1,4 0,1 3,2 2,2 1,0 1,-7 1,-8 4,-8 2,-5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24.3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1 150,'33'1,"1"-2,0-2,47-9,68-14,-129 21,14-4,1 2,0 1,53-2,579 9,-652-2,1 0,-1-1,18-6,36-4,-21 7,61-14,-69 10,0 2,68-3,139 11,-280-1,-21-1,0 3,-80 12,62-6,52-7,0 1,-31 7,42-7,-1-1,0-1,0 1,0-2,0 1,0-1,1-1,-1 0,0 0,1-1,-10-3,18 6,1-1,-1 1,1 0,-1 0,1 0,0 0,-1 0,1-1,-1 1,1 0,-1 0,1 0,0-1,-1 1,1 0,0-1,-1 1,1 0,0-1,-1 1,1-1,0 1,0 0,0-1,-1 1,1-1,0 1,0-1,0 1,0-1,0 1,0-1,0 1,0 0,0-2,4-2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26.3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176 1,'-175'0,"549"0,-364 0,-1 1,0 0,1 0,-1 1,12 4,-18-5,0 0,1 1,-1-1,0 0,0 1,0 0,0 0,0 0,0 0,-1 0,1 0,-1 1,1 0,-1-1,0 1,0 0,2 4,-4-5,1 0,-1 0,0 0,0 0,0 0,0 0,-1 0,1 0,0 0,-1 0,1 0,-1 0,0 0,0 0,0 0,0 0,0 0,0 0,0-1,-1 1,1-1,-1 1,1-1,-1 1,1-1,-1 0,-3 2,-7 5,0 0,-23 11,29-16,-52 28,-87 62,122-78,-46 21,62-32,6-4,0 0,0 1,1-1,-1 0,0 0,0 0,1 0,-1 0,0 0,0 0,1 0,-1 0,0 0,0 0,1 0,-1-1,0 1,0 0,1 0,-1-1,0 1,1-1,-1 1,0 0,1-1,-1 1,1-1,-1 0,1 1,-1-1,1 1,-1-1,1 0,0 1,-1-1,1 0,0 0,-1 1,1-1,0 0,0 0,0 1,0-2,-9-46,7 26,-2 1,-2-41,5 40,-6-35,1 36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29.2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78,'2'8,"0"-1,0 1,0-1,1 1,0-1,1 0,-1 0,6 7,4 8,10 23,-14-31,-1 1,0 0,-2 0,0 1,7 26,-13-41,1 0,-1-1,0 1,0 0,1 0,-1 0,0 0,0 0,0-1,0 1,0 0,0 0,0 0,-1 0,1 0,0 0,0-1,-1 1,1 0,-1 0,1 0,0-1,-1 1,1 0,-1-1,0 1,1 0,-1-1,0 1,1-1,-1 1,0-1,1 1,-1-1,0 1,-1 0,0-1,1 0,0-1,-1 1,1 0,-1 0,1 0,0-1,-1 1,1-1,0 1,-1-1,1 0,0 1,0-1,0 0,0 0,-1 0,1 0,0 0,1 0,-1 0,-1-2,-2-3,0 0,1-1,0 1,0-1,0 0,1 0,0 0,1 0,-1 0,1 0,1-1,0 1,0 0,0 0,0-1,1 1,1 0,-1 0,5-11,4-10,1 0,1 1,22-34,-33 60,1-3,0 1,0-1,1 1,0 0,-1 0,1 0,0 0,1 1,-1-1,0 1,1 0,0 0,-1 0,1 0,0 1,0-1,0 1,4-1,7 0,-1 0,1 2,26 1,-21 0,2-1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29.81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104 100,'4'-1,"1"0,-1-1,0 1,1-1,-1 0,0-1,0 1,0-1,-1 1,1-1,-1 0,1-1,2-3,-4 6,-2-1,1 1,0 0,0-1,0 1,-1 0,1-1,0 1,-1-1,1 1,-1-1,0 1,0-1,1 1,-1-1,0 1,0-1,0 1,-1-1,1 1,0-1,0 1,-2-3,1 2,0 0,0 1,-1-1,1 1,-1-1,1 1,-1 0,0 0,1 0,-1-1,0 2,0-1,0 0,1 0,-4 0,-2-1,0 0,0 1,0 0,0 1,0-1,0 1,0 1,0-1,-11 4,14-3,1 0,0 0,-1 0,1 1,0 0,0 0,0 0,0 0,1 0,-1 0,0 1,1-1,0 1,0 0,-1 0,2 0,-1 0,0 0,1 0,-1 0,1 1,0-1,0 0,0 1,0-1,1 1,0-1,-1 1,1-1,0 1,1-1,-1 1,1-1,-1 1,3 5,-1-2,0 0,0-1,0 1,1-1,0 0,1 0,-1 0,1 0,0 0,0-1,1 0,0 0,0 0,0 0,0-1,1 0,10 6,-7-7,1 0,0-1,-1 0,1-1,0 0,0 0,14-2,-2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0.4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 49,'-2'0,"1"1,0-1,0 1,0-1,0 1,0 0,0 0,0 0,0-1,0 1,0 0,0 0,0 0,0 1,1-1,-1 0,0 0,1 0,-1 0,1 1,0-1,-1 0,1 1,0-1,0 0,0 0,0 3,-4 37,5-35,0 1,0-1,0 1,0-1,1 0,0 0,1 1,-1-1,1-1,0 1,1 0,-1-1,1 1,0-1,1 0,-1-1,1 1,0-1,0 0,0 0,1 0,-1-1,1 0,0 0,0 0,0-1,0 0,12 3,-15-5,1 0,-1 0,0-1,1 1,-1-1,0 1,1-1,-1 0,0 0,0-1,0 1,0-1,0 1,0-1,0 0,0 0,-1 0,1-1,-1 1,0-1,1 1,-1-1,0 0,0 0,-1 0,2-3,1-2,0 0,0-1,-1 0,0 1,-1-1,0 0,-1-1,1-11,-1 10,-2 0,1 1,-1-1,-1 0,-5-18,7 27,-1 0,1 0,-1 0,0 0,1 0,-1 0,0 1,0-1,0 0,-1 0,1 1,0-1,-1 1,1-1,-1 1,1 0,-1-1,1 1,-1 0,0 0,0 0,0 0,0 0,1 1,-1-1,0 0,0 1,0 0,0-1,-1 1,1 0,0 0,0 0,0 0,0 1,0-1,-3 1,4-1,0 1,1-1,-1 0,0 1,0-1,1 0,-1 1,0-1,1 1,-1-1,0 1,1-1,-1 1,1 0,-1-1,0 1,1 0,0-1,-1 1,1 0,-1-1,1 1,0 0,0 0,-1 1,1 0,0 1,0-1,0 0,0 0,1 0,-1 0,1 0,-1 0,1 0,1 3,1 1,0-1,0 1,1 0,0-1,0 1,4 4,2-1,1 0,0-1,0 1,0-2,1 0,0 0,0-1,1-1,0 0,19 4,-11-5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1.4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1,'14'15,"0"0,-1 1,-1 1,13 22,-20-29,-1 1,-1 0,0 0,0 0,-1 1,2 21,-4-21,2 0,-1 0,2 0,0 0,0 0,6 13,-4-15,-1 1,0 0,-1 0,0 1,-1-1,2 18,-4 71,0-1,0-97,0-1,0 1,0 0,0 0,1-1,-1 1,0 0,1-1,-1 1,1 0,0-1,-1 1,1 0,0-1,0 1,0-1,0 0,0 1,0-1,1 0,-1 0,0 1,1-1,-1 0,1 0,-1 0,1-1,-1 1,1 0,0-1,-1 1,1-1,0 1,-1-1,1 0,0 0,0 0,3 0,2-1,0 0,0-1,1 0,-1 0,0-1,-1 0,13-7,-4 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2.12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0,'8'8,"-2"0,1 0,-1 0,0 1,-1 0,0 0,-1 1,0-1,5 17,-3 0,-2 1,3 39,-3-32,10 35,-12-58,0-5,-1-6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32.7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1,'417'0,"-417"0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56.9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0 443,'1'0,"0"-1,0 1,0-1,0 1,0-1,0 1,0-1,0 0,0 0,0 1,0-1,0 0,-1 0,1 0,0 0,-1 0,1 0,0 0,-1 0,0 0,1 0,-1-1,1 1,-1 0,0 0,0 0,0-2,5-38,-5 37,-1-81,-1 63,2 0,0 0,1 0,6-27,-4 40,1 0,-1 0,2 1,-1 0,1 0,1 0,-1 0,1 1,1 0,-1 0,1 1,0-1,1 2,0-1,-1 1,2 0,-1 1,0 0,1 0,0 0,0 2,0-1,0 1,1 0,13 0,-20 2,-1 0,1 0,0 1,-1-1,1 1,0 0,-1 0,1 0,-1 0,1 0,-1 0,0 1,0-1,1 1,-1 0,0 0,0-1,-1 1,1 1,0-1,-1 0,1 0,-1 1,0-1,1 0,0 4,3 8,-1 0,0 0,4 27,-2-6,0-7,-2 1,-2-1,-1 58,-1-74,0 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57.4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46,'4'0,"2"-4,3-2,5 1,4 0,-1-2,1 0,1 1,-2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58.2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36,'0'7,"1"0,-1 1,2-1,-1 0,1 0,0 0,0 0,1 0,0 0,4 6,-6-12,-1 0,1-1,-1 1,1-1,-1 1,1-1,0 1,-1-1,1 1,0-1,-1 0,1 1,0-1,0 0,-1 0,1 1,0-1,0 0,-1 0,1 0,0 0,0 0,-1 0,1 0,0 0,0 0,-1-1,1 1,0 0,0 0,-1-1,1 1,0 0,-1-1,1 1,0-1,-1 1,1-1,-1 1,1-1,-1 1,1-1,-1 1,1-2,24-33,-20 26,0 1,1 0,0 0,1 1,-1-1,1 2,1-1,8-5,-15 11,1-1,-1 1,1 1,-1-1,1 0,-1 0,1 0,0 1,0-1,-1 1,1-1,0 1,0 0,-1 0,1 0,0 0,0 0,0 0,0 0,-1 1,1-1,0 1,0-1,-1 1,1 0,-1-1,1 1,0 0,-1 0,1 0,-1 0,0 0,1 1,-1-1,0 0,0 1,0-1,0 1,0-1,0 1,0-1,0 1,0 0,0 3,2 2,-1-1,0 1,-1 0,2 11,-1 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58.5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1,'1'4,"0"0,0 1,1-1,-1 0,1 0,0 0,3 4,3 7,8 23,-3 0,-1 1,-1 0,-3 0,-1 1,2 47,-8 11,-2-77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58.9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27,'4'0,"6"0,9 0,6 0,2 0,2-4,-1-2,0 1,-1 0,-2 2,1 1,-1 1,-5 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59.2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0,'0'4,"0"6,0 6,0 3,0 3,0 3,0 0,0 1,0 0,0-1,0-4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8:59.5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4,'0'-4,"0"7,0 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3.6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1,'2'0,"0"1,0-1,0 1,0-1,-1 1,1 0,0 0,0 0,-1 0,1 0,0 0,-1 1,1-1,-1 0,1 1,-1-1,0 1,0 0,0-1,0 1,2 3,18 44,-18-39,2 5,-2 1,0 0,0 0,-2 0,0 0,-1 1,-2 25,0-23,1 0,1 1,1-1,6 30,-7-47,0 0,1 0,-1 0,1 0,0 0,0 0,-1 0,1 0,0 0,1 0,-1 0,0-1,0 1,1 0,-1-1,1 0,0 1,-1-1,3 2,-2-3,-1 0,1 1,0-1,0 0,-1 0,1 0,0-1,-1 1,1 0,0-1,-1 1,1-1,0 1,-1-1,1 0,-1 1,1-1,-1 0,1 0,-1 0,0-1,0 1,3-2,28-31,-20 20,2 0,14-12,-25 24,0-1,1 1,-1 0,0 0,1 0,-1 0,1 1,0-1,0 1,-1 0,1 0,0 0,0 1,0 0,5-1,-8 2,1-1,0 0,-1 1,1-1,-1 1,0 0,1-1,-1 1,1 0,-1 0,0 0,0 0,0 0,1 0,-1 0,0 0,0 1,0-1,-1 0,1 1,0-1,0 1,-1-1,1 0,-1 1,1 0,-1 2,5 45,-5-45,0 18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4.0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1 150,'51'18,"-47"-18,0 0,0 0,0 0,0-1,0 0,0 1,0-2,0 1,0 0,-1-1,1 1,0-1,-1 0,0-1,1 1,-1 0,0-1,5-5,-6 6,-1 0,1 1,-1-2,1 1,-1 0,0 0,0 0,0 0,0-1,0 1,-1 0,1-1,-1 1,1-1,-1 1,0-1,0 1,0-1,0 1,0-1,-1 1,1 0,-1-1,0 1,1-1,-1 1,0 0,0 0,-1 0,-2-4,1 1,-1-1,-1 2,1-1,-1 1,1-1,-1 1,-1 0,1 1,0-1,-1 1,0 1,0-1,0 1,-7-3,-6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4.6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91 197,'-46'-68,"38"55,0 0,1 0,1-1,-8-23,13 36,1 0,0 0,0 0,0 0,0 0,-1 0,1-1,1 1,-1 0,0 0,0 0,0 0,1 0,-1 0,0 0,1 0,-1 0,1 0,-1 0,1 0,0 0,-1 0,3-1,-2 0,1 1,0 0,0 0,0 0,0 0,1 0,-1 0,0 1,0-1,0 1,3-1,4 0,-1 1,0 0,1 0,-1 1,13 2,1 3,-3-1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5.1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74 3,'-3'0,"-1"1,1-1,0 1,-1 0,1 0,0 0,0 0,0 0,0 1,0-1,0 1,0 0,0 0,1 0,-1 1,1-1,-1 0,1 1,0 0,0-1,0 1,0 0,1 0,-2 3,2-4,0 0,0 0,1 0,-1 0,1 0,-1 0,1 0,0 0,0 0,0 1,0-1,0 0,0 0,1 0,-1 0,0 0,1 0,0 0,0 0,-1 0,1 0,0-1,0 1,1 0,-1 0,0-1,1 1,-1-1,1 1,-1-1,1 0,0 0,-1 1,1-1,0 0,0 0,0-1,0 1,2 0,4 2,1-1,0 0,-1 0,1-1,0-1,0 1,0-1,0-1,0 0,0 0,-1 0,17-6,-21 6,1-1,-1 0,0 0,1 0,-1 0,0 0,0-1,-1 0,1 0,-1 0,1 0,-1 0,0-1,0 1,0-1,-1 0,1 0,-1 0,0 0,0-1,0 1,-1-1,1 1,-1-1,1-8,-2 12,0 0,0 0,0-1,0 1,0 0,0 0,0 0,0 0,0 0,-1 0,1 0,0 0,-1 0,1 0,-1 0,1 0,-1 0,1 1,-1-1,0 0,1 0,-3-1,-2 5,4 13,2-11,0 1,1-1,-1 0,2 1,-1-1,0 0,1 0,0 0,0 0,0-1,1 1,0-1,0 0,0 0,0 0,0-1,1 0,0 1,-1-1,1-1,1 1,7 2,8 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5.4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76,'0'-4,"0"-6,0-5,4 0,2-2,-1 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5.8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25 234,'-11'-67,"-2"-12,12 73,1-1,0 1,0 0,1 0,0-1,0 1,0 0,3-9,-3 14,0-1,0 1,0-1,0 1,0-1,0 1,0 0,1 0,-1-1,0 1,1 0,-1 0,1 0,-1 1,1-1,0 0,-1 1,1-1,0 1,-1-1,1 1,0 0,-1-1,1 1,0 0,0 0,-1 0,1 1,0-1,0 0,-1 1,1-1,0 1,2 1,3 1,0 0,-1 0,1 0,-1 1,0 0,7 6,-12-9,14 10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6.1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0,'5'0,"4"5,2 4,-1 6,-3 4,-2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6.5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10,'0'-4,"0"-2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6.8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1 125,'8'1,"-1"0,1 1,0 0,-1 0,1 1,-1 0,0 0,0 0,0 1,9 7,-10-7,0 0,1 0,0 0,0-1,0 0,0 0,0-1,0 0,1 0,10 1,-15-3,0-1,0 1,0-1,0 0,0 0,0 0,0 0,0-1,-1 1,1-1,0 1,-1-1,1 0,-1 0,0 0,1-1,-1 1,0 0,0-1,-1 0,1 1,-1-1,1 0,-1 0,0 0,0 1,0-1,1-4,-1 4,0-1,0 0,-1 0,1 0,-1 0,1 1,-1-1,-1 0,1 0,0 0,-1 0,0 0,0 1,0-1,0 0,-1 1,1-1,-1 1,0-1,0 1,0 0,-4-4,0 2,-1 0,0 0,-1 1,1 0,-1 0,0 1,0 0,0 0,0 1,-1 0,-12-1,-8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7.2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97,'9'0,"1"-1,-1 0,1-1,-1 0,0 0,1-1,15-7,-22 9,0 0,0-1,-1 1,1-1,0 0,-1 0,1 0,-1 0,1 0,-1 0,0-1,0 1,0-1,0 1,-1-1,1 0,-1 0,1 0,-1 0,0 0,0 0,0 0,-1 0,1 0,-1 0,1-5,-2 8,1 1,0 0,0-1,-1 1,1-1,0 1,-1 0,1-1,0 1,-1-1,1 1,-1-1,1 1,-1-1,1 1,-1-1,1 0,-1 1,1-1,-1 0,0 1,1-1,-1 0,0 0,1 0,-1 1,0-1,1 0,-1 0,0 0,1 0,-1 0,0 0,1 0,-1-1,0 1,1 0,-1 0,0 0,1-1,-1 1,1 0,-1-1,0 1,1 0,-1-1,1 1,-1-1,1 1,-1-1,1 1,0-1,-1 1,1-1,-1 0,1 1,0-1,0 1,-1-1,1 0,0 1,0-1,0 0,0 1,0-1,0 0,0 0,-3 6,1 0,1 0,-1 1,1-1,0 1,0 0,0-1,1 1,0 0,0-1,0 1,1 0,0-1,2 10,-2-12,0 1,1-1,-1 0,1 0,0 0,-1 0,1-1,1 1,-1 0,0-1,1 0,-1 1,1-1,0 0,-1 0,1 0,0-1,0 1,0-1,1 0,-1 1,0-2,0 1,1 0,3 0,7 1,0-1,0-1,-1 0,1 0,0-2,23-4,-20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7.5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1 181,'0'-4,"0"-6,0-5,0-4,0-4,4 3,2 0,3 4,1 0,2 3,0 0,-2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8.3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1,'1'0,"0"1,1-1,-1 1,0 0,0-1,0 1,0 0,0 0,0-1,-1 1,1 0,0 0,0 0,-1 0,1 0,0 0,-1 0,1 1,-1-1,1 1,12 31,-10-23,46 141,-40-123,-7-20,0-1,1 0,0 0,0-1,0 1,9 11,-2-7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08.8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1,'4'0,"6"0,5 0,5 0,2 0,3 0,0 0,1 0,-1 0,1 0,-1 0,0 0,0 0,0 0,-4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9:10.4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225 127,'-7'2,"-1"0,1 0,0 1,0 0,0 0,0 1,0 0,1 0,-1 0,-5 6,-7 4,7-7,-1 2,1-1,1 2,0 0,0 0,1 1,-10 13,17-20,0 2,0-1,0 0,1 0,0 1,0 0,1-1,-1 1,1 0,0 0,1-1,-1 1,1 0,0 0,1 0,0 0,0 0,0-1,0 1,4 9,6 12,19 32,0 2,-27-53,1-1,0 0,0-1,0 1,1-1,0 1,0-1,0-1,1 1,0-1,0 0,1 0,-1-1,13 7,-2-5,-1 0,1 0,0-2,0 0,27 2,14 5,-36-7,0 0,26 0,2-2,195-5,-239 2,1 0,-1-1,-1 1,1-1,0-1,0 1,-1-1,1 0,-1 0,0 0,0-1,0 0,0 0,-1 0,0-1,1 1,2-7,6-7,-1-1,-1 0,12-29,-18 33,-1 0,0-1,-1 0,-1 1,-1-1,0 0,-1 0,-3-23,2-3,0 34,0 0,0 0,0 1,-1-1,0 0,0 1,-1-1,0 1,-1 0,1 0,-1 0,-1 0,-5-7,-16-30,22 36,0 0,0 1,-1-1,0 1,0 0,-1 0,0 0,0 1,0 0,-9-6,-7-1,0 2,-1 0,0 1,-1 1,0 2,0 0,-1 1,1 2,-1 0,0 2,-1 1,-48 4,52 0,0 2,0 1,-39 16,33-12,-39 10,22-8,30-5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0:03.1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1156 1,'-2'3,"0"0,0 0,0 0,0-1,-1 1,1-1,-1 1,0-1,1 0,-1 0,0 0,-6 3,-5 4,-136 135,123-116,11-14,1-2,-2 0,1-1,-25 13,-5 2,-121 86,19-13,-54 10,190-102,-42 22,-67 30,49-27,87-29,10-1,47-4,85 3,-137 2,-1 1,1 1,26 10,23 6,-34-13,-24-4,0-1,1-1,-1 1,1-2,0 0,-1 0,1-1,0 0,-1-1,24-5,-1-1,-1 2,1 1,0 1,0 2,35 4,0-2,-42 0,0 2,0 0,-1 2,1 1,-1 1,0 1,36 17,-29-8,-17-8,1-1,0 0,0-1,24 6,-38-14,-5-3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0:04.8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0,'1'10,"1"1,0-1,1 0,0-1,0 1,1 0,0-1,8 13,11 27,-16-30,1-1,-2 0,0 0,-1 0,-1 0,-1 1,1 25,-2-29,0 1,0-1,2 1,0-1,9 22,-9-25,-3-9,-1 1,1-1,-1 1,1-1,-1 1,0-1,-1 1,1-1,0 1,-3 6,3-9,0-1,0 1,-1 0,1 0,0 0,-1 0,1 0,0-1,-1 1,1 0,-1 0,0-1,1 1,-1 0,0-1,1 1,-1-1,0 1,1-1,-1 1,0-1,0 1,0-1,0 0,1 1,-1-1,0 0,0 0,0 0,0 0,0 0,0 0,0 0,0 0,1 0,-1 0,0 0,0 0,0-1,0 1,0 0,1-1,-1 1,0-1,0 1,-1-2,-8-5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0:06.9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45 26,'1'20,"0"1,-2-1,-1 0,0 1,-2-1,0 0,-1 0,-12 30,8-39,7-22,6-23,25-43,-16 45,10-37,-23 67,0 1,0 0,1-1,-1 1,1-1,-1 1,1 0,-1-1,1 1,0 0,0 0,0-1,0 1,0 0,0 0,0 0,2-1,-3 2,1-1,0 1,0 0,0 0,-1 0,1 0,0 0,0 0,0 0,0 0,-1 0,1 0,0 1,0-1,0 0,-1 1,1-1,0 0,-1 1,1-1,0 1,0 0,6 5,-1 0,0 1,0-1,8 14,-4-7,2 0,0-1,1-1,0 0,1 0,15 8,15 10,-48-27,0-1,0 0,1 0,-1-1,0 1,0-1,0 0,-5 0,-19-1,12 0,0 1,0 0,0 1,0 1,-19 5,18-2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30.47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7 3,'0'0,"0"0,0 0,0 0,0 0,0 0,0 0,0 0,0 0,1 0,-1 0,0 0,0 0,0 0,0 0,0 0,0 0,0 0,0 0,0 0,1 0,-1 0,0 0,0 0,0 0,0 0,0 0,0 0,0 0,0 0,0 0,0 0,0 0,1 0,-1 0,0 0,0 0,0 0,0-1,0 1,0 0,0 0,0 0,0 0,0 0,0 0,0 0,0 0,0 0,0 0,0 0,0-1,0 1,0 0,0 0,0 0,0 0,0 0,0 0,0 0,0 0,8 12,5 19,-5 13,-1 0,-3 0,-2 1,-5 74,1-31,2 451,0-532,-4 44,4-50,0 1,0 0,-1-1,1 1,-1-1,1 1,-1 0,0-1,0 1,0-1,1 0,-1 1,0-1,-1 0,1 1,0-1,0 0,-1 0,1 0,0 0,-1 0,1 0,-1-1,1 1,-3 0,-12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8:06.02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69,'9'0,"17"1,0-2,0 0,-1-2,36-8,-23 2,0 2,1 2,42-1,120 7,-126 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32.03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0,'0'7,"7"2,8 0,8-2,7-2,6-2,2-2,1 0,1-1,0 0,0-1,0 1,-1 0,0 0,-14-1,-16 1,-12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32.78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84 0,'-3'1,"1"-1,-1 1,1 0,0-1,-1 1,1 0,0 0,-1 0,1 1,0-1,0 1,0-1,0 1,0-1,0 1,1 0,-1 0,1 0,-3 4,0 1,0-1,0 1,1 0,0 0,-2 10,-2 21,2 0,2 1,1-1,6 65,-1-15,-3-79,0 14,1 0,1 0,6 33,-7-51,0 0,1-1,-1 1,1 0,0 0,0-1,0 1,1-1,-1 0,1 0,0 0,1 0,-1 0,0-1,1 1,0-1,0 0,0 0,0-1,1 1,-1-1,6 2,1-1,1 0,-1-1,21 0,0-1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33.38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237 1,'-18'0,"1"0,0 1,-32 7,43-6,-1 0,1 0,-1 1,1 0,0 1,0-1,0 1,1 0,-1 0,1 1,0 0,-6 7,5-4,0 1,0 0,1 0,0 0,1 0,0 1,0 0,1 0,0 0,1 0,0 0,0 1,1 10,1-15,-1 1,2-1,-1 1,1-1,0 0,0 1,0-1,1 0,0 0,1 0,-1 0,1 0,0 0,0-1,1 1,0-1,0 0,0 0,0-1,1 1,0-1,5 4,14 5,0-2,0-1,1-1,0 0,29 4,59 21,-104-30,-1 0,0 1,0-1,-1 1,1 1,-1 0,0 0,9 11,-13-14,-1 0,1-1,-1 1,0 1,0-1,0 0,0 0,-1 1,1-1,-1 1,0-1,0 1,0-1,-1 1,1 0,-1-1,0 1,0 0,0 0,-1-1,1 1,-1 0,-1 4,-2 1,-1-1,0 1,0-1,0 0,-1-1,-1 1,1-1,-1-1,0 1,-1-1,0 0,-9 5,-5 1,1 0,-1-2,-40 13,-13-3,41-13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33.91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1,'1'4,"0"0,0-1,1 1,-1 0,1-1,0 1,0-1,0 0,1 0,4 6,0 0,23 32,-2 1,-2 2,34 76,-48-90,-1 0,-2 1,-1 0,-2 0,0 1,1 63,-7-67,1 1,-2 0,-6 47,5-66,-1-1,1 1,-2-1,1 1,-1-1,-1 0,1 0,-2-1,1 1,-1-1,-11 11,-22 18,20-24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34.52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26,'0'2,"0"1,0-1,0 1,1-1,-1 1,1-1,0 1,0-1,0 0,0 1,0-1,0 0,0 0,1 0,-1 0,1 0,0 0,2 2,0-1,0 0,0-1,0 1,1-1,-1 1,1-1,0-1,7 3,9 0,-1-1,0-1,31 0,-42-2,17-1,1-1,0-2,34-8,35-6,15-1,9-2,-106 20,-8 1,-1 0,1 0,0-1,0 0,-1 0,1-1,0 1,-1-1,0 0,10-6,-7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35.13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40,'6'0,"9"0,2-7,5-1,4-1,5 3,4 1,3 2,0 2,1 0,1 1,-1 0,-6 7,-9 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9:16.60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388 93,'126'-19,"17"-1,0-3</inkml:trace>
  <inkml:trace contextRef="#ctx0" brushRef="#br0" timeOffset="-1">1079 88,'0'4,"-2"8,0 0,-1-1,0 1,-1-1,-1 0,-9 20,5-12,1 1,1 0,0 0,2 1,0-1,2 1,0 0,1 0,2 1,1 28,0-40,0-10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52.31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42 0,'-1'24,"-1"0,-2-1,-7 29,4-24,-5 52,10-55,0 3,1 0,4 45,-2-66,0 0,0 1,1-1,0 0,0-1,0 1,1 0,0-1,1 1,0-1,-1 0,2 0,-1-1,1 1,7 6,25 18,56 34,-73-54,-1-1,32 10,-31-12,-17-5,0-1,0 0,0 0,-1 0,1 0,0 0,0-1,0 1,0-1,0 0,0 0,0 0,0 0,0-1,0 1,0-1,0 0,0 0,0 0,0 0,0 0,4-3,6-10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54.98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373 0,'-20'2,"0"0,1 1,-32 8,-32 6,75-16,-16 1,-40 10,58-11,1 1,0-1,-1 1,1 1,0-1,0 1,0 0,0 0,0 0,1 1,-1-1,-6 9,10-12,0 1,0 0,1 0,-1 0,0 0,1 0,-1 1,0-1,1 0,0 0,-1 0,1 0,-1 1,1-1,0 0,0 0,0 1,0-1,0 0,0 0,0 1,0-1,1 0,-1 0,0 0,1 1,-1-1,1 0,-1 0,1 0,-1 0,1 0,0 0,0 0,0 0,-1 0,1 0,0 0,0 0,0-1,0 1,0 0,0-1,1 1,-1-1,0 1,0-1,0 0,2 1,6 2,1 0,0 0,-1-1,19 1,32-2,-37-1,-1 1,33 5,-49-5,0 0,1 1,-1 0,0 0,0 0,-1 1,1 0,0 0,-1 1,0-1,0 1,0 1,5 4,1 3,-2 0,0 1,0 0,8 17,-15-25,1 0,-1 0,0 0,0 0,-1 1,1-1,-1 1,0-1,-1 1,1-1,-1 1,0-1,-1 1,1-1,-2 7,0-9,0 1,0 0,-1-1,1 1,-1-1,0 0,0 0,0 0,0 0,0 0,-1-1,1 1,-1-1,-6 3,-2 1,-1-1,1 0,-19 5,8-5,0-1,-1-1,-45 1,59-4,0 0,0-1,1 0,-1-1,1 0,-1 0,1-1,0 0,-1-1,2 0,-1 0,-9-7,0-5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55.71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0,'7'0,"8"0,8 0,8 0,4 0,3 0,1 0,1 0,1 0,-1 0,-14 0,-17 0,-11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56.71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2,'111'-1,"126"4,-231-3,1 1,0 0,-1 1,1-1,-1 1,0 0,1 1,-1 0,0 0,0 0,6 6,-10-8,0 1,0 0,0 0,-1 0,1 0,-1 0,1 0,-1 0,0 1,0-1,0 1,0-1,0 0,0 1,-1 0,1-1,-1 1,0-1,0 1,0-1,0 1,0 0,0-1,-1 1,1-1,-1 1,0-1,0 1,0-1,-2 5,-2 2,0 0,-1 0,0 0,-1-1,0 0,0 0,0-1,-1 0,0 0,-10 6,-15 8,-50 24,19-12,47-24,-46 30,58-36,0 1,1 0,0 0,0 0,0 0,0 0,1 1,-1 0,1 0,-3 5,6-8,-1-1,1 0,-1 1,1-1,0 1,0-1,-1 1,1-1,0 1,0 0,1-1,-1 1,0-1,0 1,1-1,-1 0,1 1,-1-1,1 1,0-1,0 2,1 0,1 0,-1 0,1-1,0 1,-1-1,1 1,0-1,5 3,4 1,0 0,1-1,-1-1,14 4,-11-5,1 0,-1-1,0-1,1 0,-1-1,1-1,-1-1,0 0,0-1,0 0,18-7,-6 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57.53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 33,'0'7,"-7"2,5-1,9-2,10-1,1-8,6-5,4 1,4 0,4 2,1 2,-5-6,-1-1,0 1,-6 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58.43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0,'0'7,"0"8,0 9,0 6,0 5,0 3,0 2,0 0,0 0,0 0,0-13,7-12,2-8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59.09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1,'0'6,"0"3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59.68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44 0,'2'28,"1"0,1 0,2 0,17 49,-12-44,-2 0,9 59,1 38,-10-80,4 80,-12-111,-2 0,0-1,-6 32,5-40,-1 0,-1-1,0 1,0 0,0-1,-1 0,-1 0,-8 10,13-18,-80 96,57-74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00.46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949 1,'-1'10,"0"-1,0 1,-1 0,0-1,0 0,-1 1,-5 9,-34 62,14-30,-19 34,-4-3,-100 125,75-123,48-56,-30 41,-46 76,-147 191,239-322,9-8,-1-1,0 1,0-1,-1-1,0 1,0-1,0 1,0-1,-1-1,1 1,-10 4,0-7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02.59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0,'6'1,"-1"-1,0 1,0 0,1 1,-1-1,0 1,0 0,0 0,0 0,-1 1,1 0,-1 0,1 0,-1 0,0 1,0-1,-1 1,1 0,-1 0,1 1,-2-1,5 8,1 3,-1-1,-1 1,0 0,-1 1,-1-1,3 24,1 29,-7-50,0 1,2-1,0 0,1 0,1-1,0 1,9 16,-6-17,-1 1,-1 0,0 0,-2 0,5 30,-8-41,0-8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03.51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0,'0'21,"1"-1,0 0,2 1,7 32,-2-17,-2 1,-1 0,-2 0,-3 53,3 40,4-90,17 60,-32-115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05.13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0 131,'38'0,"0"-1,-1-2,38-8,-13-1,60-16,-92 21,40-6,21-6,-62 13,0 1,1 1,-1 1,34 2,-26 1,70-10,-98 8,0 0,0 1,0-1,0 2,17-1,-25 1,0 0,1 1,-1-1,0 0,1 0,-1 1,0-1,1 1,-1-1,0 1,0-1,1 1,-1 0,0-1,0 1,0 0,0 0,0 0,0 0,0 0,-1 0,1 0,0 1,0-1,-1 0,1 0,-1 0,1 1,-1-1,1 0,-1 1,0-1,0 0,0 1,0-1,0 0,0 1,0-1,0 0,-1 2,-3 22,-1-1,-15 39,11-35,-8 38,13-44,0 1,-2-1,0 0,-1 0,-14 26,8-28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06.81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177 1,'1'7,"1"1,-1-1,1 1,1-1,-1 0,1 0,1 0,-1 0,1-1,0 1,1-1,-1 0,11 9,-7-5,0 0,-1 0,12 22,-15-21,0 0,0 0,-1 0,-1 0,2 15,-3-22,-1 0,1 0,-1 0,0 0,-1 0,1 0,-1 0,1-1,-1 1,-1 0,1 0,0 0,-1-1,0 1,0 0,0-1,-4 6,3-7,0 0,0-1,0 1,0-1,0 0,0 0,0 0,-1 0,1-1,0 1,0-1,-1 0,1 0,0 0,-1 0,1 0,0-1,0 0,-4-1,-8-1,1-1,-25-10,32 10,0 0,0 0,0 0,0-1,0 1,1-2,0 1,0-1,-9-11,3-1,0-1,-13-26,24 42,-12-22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07.26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16 1,'0'6,"0"9,-6 2,-3-2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09.18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32,'2'66,"0"-41,-2 0,-3 33,6-69,1-9,2 0,9-23,-12 36,0 1,0 0,0 0,1 1,0-1,0 1,1 0,-1 0,1 0,11-8,-7 7,-1 1,1-1,1 2,-1-1,1 1,-1 1,17-5,-23 8,0-1,0 1,0 0,1-1,-1 1,0 1,0-1,0 0,0 1,0 0,0-1,0 1,0 0,0 1,0-1,-1 0,1 1,0 0,-1 0,1-1,-1 1,0 1,1-1,-1 0,0 1,0-1,-1 1,1-1,2 5,-1 2,0 0,0 0,0 0,-1 0,-1 0,0 0,0 1,0-1,-1 0,-1 1,0-1,0 0,-1 0,0 0,-5 16,-3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10.49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107 1,'-1'4,"-1"0,1 1,0-1,-1 0,0 0,0 0,-4 5,-2 4,-12 27,2 1,-23 72,40-106,0 1,0-1,1 1,0-1,1 1,-1-1,2 1,-1-1,1 1,0-1,0 0,1 0,0 0,0 0,5 7,6 10,1-2,34 39,-36-45,1 1,0 0,2-1,0-1,20 15,-18-23,-4-5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11.49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349 1,'-12'1,"1"1,-1 0,1 0,-1 1,-12 6,-13 3,35-12,-58 16,-66 27,94-24,32-19,-1 0,1 1,-1-1,0 0,1 1,-1-1,1 1,-1-1,1 1,-1-1,1 1,0-1,-1 1,1-1,-1 1,1 0,0-1,0 1,-1 0,1-1,0 1,0 0,0-1,0 1,0 0,0-1,0 1,0 0,0-1,0 1,0 0,0 0,0-1,1 1,-1 0,0-1,0 1,1-1,-1 1,1 0,-1-1,0 1,1-1,-1 1,1-1,-1 1,1-1,0 1,9 6,1-1,-1 0,1-1,0 0,0-1,17 4,77 12,0 1,-96-18,0 0,0 1,0 0,0 0,-1 1,1 0,-1 0,13 12,-19-15,0 0,0 0,0 0,0 1,-1-1,1 0,-1 1,1-1,-1 1,0-1,0 1,0 0,0-1,0 1,-1 0,1 0,-1-1,0 1,0 0,0 0,0 0,0 0,-1-1,1 1,-1 0,0 0,0-1,0 1,0 0,0-1,-1 1,1-1,-4 5,0-2,0 1,-1 0,1-1,-1 0,-1-1,1 1,0-1,-1 0,0-1,0 1,0-2,0 1,-1-1,1 0,-9 1,3 0,1-2,-1 0,1 0,-1-1,0-1,1 0,-1 0,-18-6,6-2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12.01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1,'6'0,"9"0,9 0,6 0,5 0,3 0,2 0,-7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13.21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70 120,'1'4,"0"-1,0 1,1-1,-1 1,1-1,-1 0,1 0,0 0,0 0,0 0,1 0,-1-1,5 4,10 15,-2 2,-1 1,-1 0,-1 1,-1 1,-1 0,-1 0,-2 1,0 0,-2 0,-1 1,1 46,-5-41,-4 127,4-157,0 0,0 1,-1-1,0 0,0 0,0 0,0 0,0 0,0 0,-1 0,1-1,-1 1,0 0,0-1,0 1,0-1,0 0,-1 1,1-1,-1 0,1-1,-1 1,0 0,-4 1,5-2,-1-1,0 1,0-1,0 0,0 0,1 0,-1 0,0 0,0-1,0 1,1-1,-1 0,0 0,0 0,1 0,-1 0,1-1,-1 1,1-1,0 1,0-1,-1 0,1 0,0 0,1 0,-1-1,-2-2,-5-8,1 1,1-1,0 0,1-1,0 0,-5-19,-15-91,13 51,8 53,1 0,-1-38,5 50,1-1,-1 1,1 0,1 0,0 0,0 0,1 0,-1 1,9-15,-4 10,1 0,0 1,0 0,1 1,20-18,57-37,-55 44,34-31,-57 46,0 0,0 0,1 1,0 1,0-1,0 2,0-1,0 1,1 0,0 1,-1 0,1 1,0 0,0 1,0 0,0 0,0 1,0 0,-1 1,15 3,-21-3,0-1,0 1,0 0,0 0,0 0,-1 0,1 1,-1-1,1 1,-1-1,0 1,0 0,0 0,0 0,-1 0,1 0,-1 0,0 1,0-1,0 0,0 1,-1-1,1 1,-1-1,0 1,0-1,0 0,0 1,-1-1,1 1,-1-1,0 1,0-1,0 0,0 0,-1 1,1-1,-1 0,-3 3,-31 21,25-20,-10 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13.85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97 1,'2'15,"0"0,1 0,1 0,1 0,0 0,0-1,2 0,14 24,15 39,-28-55,-1 1,-2 0,0 1,2 29,-6-40,0 0,-1 1,-1-1,0 0,-1-1,0 1,-1 0,0 0,-7 16,9-27,0 1,-1-1,1 1,0-1,-1 1,0-1,1 0,-1 0,0 0,0 0,0 0,-1 0,1-1,0 1,-1-1,1 1,-1-1,1 0,-1 0,0 0,1 0,-1-1,0 1,0-1,1 0,-1 1,0-1,0 0,0-1,0 1,1 0,-1-1,0 0,-3-1,1 0,-1 0,1-1,-1 1,1-1,0-1,0 1,1-1,-1 0,1 0,-1 0,1 0,1-1,-1 0,1 1,-5-10,-18-47,15 37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14.21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9 15,'7'0,"1"-6,-6-3,-4 14,-8 5,-3 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14.87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0,'36'39,"16"12,-37-39,-1 0,0 1,-1 1,0 0,-1 1,10 17,-15-21,-1 1,0 0,-1 1,-1-1,0 1,0 0,-1 0,-1 0,1 19,-3 4,-1-1,-2 1,-2-1,-1 0,-2 0,-23 64,2 3,14-49,-31 75,32-102,14-26,-1 1,1 0,0-1,-1 1,1-1,-1 1,1-1,-1 1,1-1,-1 1,1-1,-1 1,0-1,1 1,-1-1,1 0,-1 0,0 1,1-1,-1 0,0 0,0 0,1 0,-1 1,0-1,1 0,-1 0,0 0,0-1,1 1,-1 0,0 0,1 0,-1 0,0-1,0 1,-7-10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21.88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41,'67'1,"-33"1,0-2,0-1,-1-2,57-11,-60 6,0 2,1 1,0 1,0 2,61 3,-61 6,-15 0,-16-7,0 0,1 0,-1 0,0 0,0 0,0 1,0-1,1 0,-1 0,0 0,0 0,0 0,0 1,0-1,1 0,-1 0,0 0,0 0,0 1,0-1,0 0,0 0,0 0,0 1,0-1,0 0,0 0,0 1,0-1,0 0,0 0,0 0,0 1,0-1,0 0,0 0,0 0,0 1,0-1,0 0,0 0,-1 0,1 1,-7 0,-4-4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22.86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0,'727'0,"-727"0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23.85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54 1,'-3'-1,"1"1,-1 0,1 1,-1-1,1 0,0 1,-1-1,1 1,0 0,-1 0,1 0,0 0,0 0,0 0,-1 0,1 1,1-1,-1 1,0 0,-2 3,3-4,0 1,1-1,-1 1,1 0,-1 0,1-1,0 1,0 0,0 0,0-1,0 1,0 0,0 0,0-1,1 1,-1 0,1 0,-1-1,1 1,0-1,0 1,0 0,0-1,0 1,0-1,0 0,0 1,0-1,3 2,3 3,1-1,0 1,1-1,-1 0,1-1,0 0,0 0,0-1,1 0,11 1,20 8,23 14,76 43,-104-51,-26-12,0-1,0 1,0 0,-1 1,0 0,0 1,12 14,-18-19,-1 0,0 0,0 0,-1 1,1-1,-1 0,1 0,-1 1,0-1,0 1,0-1,-1 1,1 0,-1-1,0 1,0 0,0-1,-1 1,1-1,-1 1,0-1,0 1,0-1,0 1,-1-1,1 0,-1 1,-2 2,-2 3,0-1,0 0,-1 0,0-1,-1 0,1 0,-1-1,-11 8,-8 1,-39 17,-9 6,48-22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26.83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413 1,'-1'9,"0"-1,0 1,0 0,-1-1,0 1,-1-1,0 0,-5 12,-5 4,-22 31,-11 18,-53 103,20-39,69-118,3-8,1 1,0 0,1 0,0 0,-5 20,2 2,-1 0,-2 0,-17 36,26-65,-1 0,2 0,-1 1,0-1,1 1,0-1,0 1,1-1,-1 1,1 0,1-1,-1 1,1-1,2 11,-1-12,0 0,0 0,0 0,0 0,1 0,-1-1,1 0,0 1,0-1,1 0,-1 0,0-1,1 1,0-1,0 1,0-1,0 0,0-1,8 3,4 1,1-1,-1-1,1 0,28 0,73-6,-47 0,-36 2,6 2,1-3,72-12,-45 3,0 3,1 3,82 5,-127 0,7-2,1 0,50-13,-43 8,41-4,126 9,-146 3,-55-1,-5 1,0-1,1 0,-1 0,0 0,0 1,0-1,0 0,1-1,-1 1,0 0,0 0,0 0,0-1,1 1,-1-1,0 1,0-1,0 1,0-1,0 1,0-1,0 0,1-1,-3-6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27.71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 1,'0'7,"0"8,0 9,0 6,0 5,0 3,0 1,0 2,0-1,0 0,0-14,0-17,-6-11,-3-4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28.32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0,'6'0,"9"0,9 0,6 0,5 0,3 0,2 0,-7 7,-2 1,1 0,1-1,-5-9,-7 3,-7 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6:29.07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75,'6'0,"10"0,7 0,1-6,3-3,2 1,4 1,-4-4,-1-1,2 3,2 1,-4 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8:17.66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356 1,'31'0,"2"0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8:17.66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241 29,'13'-5,"18"-4,1 3,3 1,1 3,1 1,-6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08.12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360 1,'1'67,"1"-33,-2 0,-1 0,-1 0,-13 55,-85 189,87-247,5-7,-11 46,15-50,-1 1,-1-1,-16 34,16-39,0-1,0 1,1 0,1 1,1-1,-3 25,3 93,2-13,-1-108,0-1,-1 1,-1-1,1 0,-2 0,0 0,-8 14,7-14,0 1,1 0,0 0,1 0,-5 22,3-1,-2-2,-21 55,19-60,10-24,-1-1,1 0,-1 1,1-1,0 1,-1-1,1 1,0-1,0 1,0 0,0-1,0 1,1-1,-1 1,0-1,1 0,-1 1,1-1,-1 1,1-1,0 0,0 1,-1-1,1 0,0 0,0 1,0-1,1 0,-1 0,0 0,0 0,0-1,1 1,-1 0,0 0,1-1,-1 1,1-1,-1 1,1-1,-1 0,3 1,9 1,0 0,0-1,0 0,13-2,-14 1,2384-5,-2372 3,0 0,0-2,28-7,-24 4,51-4,62-9,-93 12,70-4,303 13,-418-1,23-2,-25 2,-1 0,1 0,-1 0,1 0,-1 0,1 0,-1 0,1 0,-1 0,0-1,1 1,-1 0,1 0,-1 0,1 0,-1-1,0 1,1 0,-1-1,0 1,1 0,-1-1,0 1,1 0,-1-1,0 1,0 0,1-1,-1 1,0-1,0 1,0-1,0 1,1 0,-1-1,0 1,0-1,0 1,0-1,0 1,0-1,0 1,-1-1,-5-8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10.12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517 1,'-27'0,"0"1,0 2,0 0,0 2,1 1,0 1,0 1,1 2,-47 24,31-13,28-16,1 1,0 1,0 0,1 0,-1 1,2 0,-1 1,-16 19,26-27,1 0,-1-1,0 1,1 0,-1 0,1 0,-1 0,1 0,0 0,-1 0,1 0,0 0,-1 0,1 0,0 0,0 0,0 0,0 0,0 0,0 0,1 0,-1 0,0 0,0 0,1 1,0 0,0-1,0 0,0 0,1 0,-1 0,0 0,1 0,-1 0,0 0,1 0,-1 0,1-1,-1 1,3 0,6 2,1-1,-1-1,19 2,-28-3,57 2,-20-1,67 10,-87-8,14 3,-1 1,31 12,-54-17,0 1,0 1,-1 0,0 0,0 0,0 1,0 0,-1 0,1 0,-1 1,-1 0,1 1,4 6,0 3,0 1,-1 0,-1 1,-1-1,0 2,4 22,-10-36,0 0,0 0,0 0,-1 0,0 0,0 0,0 0,0 0,-1 0,0 0,0 0,-1 0,1 0,-1 0,0-1,0 1,-1-1,1 1,-1-1,0 0,0 0,-1 0,1 0,-1-1,0 1,0-1,0 0,-5 3,-8 4,0-1,0-1,-1-1,0 0,-1-1,1-1,-1-1,0 0,0-2,0 0,0-1,-1-1,1-1,0-1,-24-4,30 1,-1 0,1 0,-21-13,24 12,-1 0,1 1,-1 0,0 1,0 1,-17-4,19 6,-44-10,52 11,0 0,0-1,-1 1,1-1,0 1,0-1,-1 1,1-1,0 1,0-1,0 0,0 0,0 0,0 1,0-1,0 0,0 0,0 0,1-1,-1 1,0 0,1 0,-1 0,1 0,-1-1,1 1,0 0,-1-1,1 1,0 0,0 0,0-3,6-11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10.85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37,'0'6,"6"3,10-1,7-1,8-2,4-3,3 0,-5-14,-2-6,-6-5,-7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11.88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1,'33'0,"-4"-1,0 2,-1 0,1 2,37 8,-13 0,16 3,-63-12,0 0,0 0,-1 1,1-1,-1 1,1 1,-1-1,8 7,-11-8,-1-1,1 1,-1 0,0 0,1-1,-1 1,0 0,0 0,0 0,0 0,-1 0,1 0,0 1,-1-1,1 0,-1 0,0 0,0 1,0 3,-1-2,0 1,0-1,0 1,-1-1,0 0,0 0,0 0,0 0,-4 5,-6 6,0 0,-2 0,-22 18,32-29,-63 48,46-36,0 0,-35 36,53-50,0 1,1 0,-1 0,1 1,0-1,0 0,0 1,1-1,-1 1,1 0,-1 0,1-1,1 1,-1 0,0 0,1 0,0 0,0 0,0 0,0 0,1 0,-1-1,1 1,0 0,0 0,1 0,-1-1,1 1,0-1,0 1,0-1,0 0,0 1,1-1,0-1,-1 1,1 0,0-1,0 1,1-1,-1 0,0 0,1 0,-1 0,1-1,0 1,0-1,4 1,22 3,-1-1,1-2,0 0,0-2,51-7,-76 6,-1 1,0-1,1 0,-1 0,0-1,1 1,-1-1,0 0,0 0,-1-1,7-4,7-10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12.54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0,'6'0,"10"0,8 0,6 0,5 0,3 0,1 0,2 0,-1 0,-7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13.24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0,'0'7,"6"1,3 7,-1 7,5 6,1 5,3 4,0 2,-3-13,-5-10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13.57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9,'0'-6,"0"3,0 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18.59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0 119,'44'1,"-31"1,-1-2,1 1,-1-2,1 1,-1-2,1 0,-1 0,1-1,12-5,-24 7,19-9,0 0,1 1,0 1,0 1,0 0,1 2,36-4,80 9,-294 2,-98-3,247 0,0 1,0-1,0 0,1-1,-1 0,0 0,1 0,0 0,-12-7,18 9,0-1,0 1,0 0,-1 0,1 0,0 0,0 0,0 0,0 0,0 0,0-1,0 1,0 0,-1 0,1 0,0 0,0 0,0 0,0-1,0 1,0 0,0 0,0 0,0 0,0 0,0-1,0 1,0 0,0 0,0 0,0 0,0 0,0-1,0 1,0 0,0 0,1 0,-1 0,0 0,0-1,0 1,0 0,0 0,0 0,0 0,0 0,0 0,1 0,-1 0,0-1,12-3,13 0,13 2,1 2,0 1,-1 2,1 1,-1 3,0 1,69 24,-106-32,33 10,-33-9,0-1,1 1,-1-1,0 0,1 0,-1 0,1 1,-1-2,1 1,-1 0,0 0,1 0,-1 0,1-1,-1 1,0-1,1 1,-1-1,0 0,2 0,-3 0,0 1,0 0,0 0,0-1,0 1,0 0,0 0,0-1,0 1,0 0,0-1,-1 1,1 0,0 0,0 0,0-1,0 1,0 0,-1 0,1-1,0 1,0 0,0 0,-1 0,1 0,0 0,0-1,-1 1,1 0,0 0,0 0,0 0,-1 0,1 0,0 0,-1 0,1 0,0 0,-14-4,-41-4,1 4,-104 4,121 1,59-2,1 2,-1 1,0 1,0 0,40 13,-62-16,0 0,1 0,-1 0,0 0,1 0,-1 0,1 0,-1 0,0 0,1 0,-1 0,0 1,1-1,-1 0,0 0,1 0,-1 1,0-1,0 0,1 0,-1 1,0-1,0 0,1 0,-1 1,0-1,0 0,0 1,1-1,-1 0,0 1,0-1,0 0,0 1,0-1,0 1,-14 4,-25-3,21-3,1-2,0 0,-1-2,-15-5,13 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21.88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1,'387'0,"-354"2,0 1,47 11,-40-6,43 2,138-8,-134-3,-61-1,0-1,0-1,39-12,-27 7,-25 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2:19.46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34 0,'11'1,"1"0,-1 1,0 0,0 1,0 0,-1 1,1 0,17 10,76 51,-98-61,67 56,-57-45,0 0,2-2,0 0,26 14,-21-15,1 1,-2 1,0 1,0 1,-2 1,24 24,-36-33,0-1,0-1,1 0,0 0,0-1,0 0,14 5,76 23,-38-15,-53-15,-1 0,0 0,0 0,0 1,0 0,-1 0,11 9,-16-11,1-1,-1 0,0 1,0-1,0 1,0-1,0 1,0-1,0 1,0 0,0 0,-1-1,1 1,-1 0,0 0,1 0,-1-1,0 1,0 0,0 0,0 0,0 0,-1 0,1-1,0 1,-1 0,0 0,1 0,-1-1,0 1,0 0,0-1,0 1,0-1,0 1,0-1,-1 0,-1 2,-3 2,0 1,0-2,-1 1,0-1,0 0,0-1,-10 5,-57 15,57-19,-27 6,0 2,1 2,-71 34,64-22,5-2,-46 31,61-34,0-2,-1-1,-1-1,-58 21,60-31,18-5,1 0,-1 1,1 1,-15 6,24-9,0 0,0 0,0 0,1 0,-1 0,1 0,-1 1,1-1,-1 1,1-1,-1 1,1-1,0 1,0 0,0-1,0 1,0 0,0 0,1 0,-1 0,1 0,-1 0,1 0,0 0,0 0,-1 0,1 0,1 0,-1 0,0 0,1 2,0 0,1 0,0 0,-1 0,2 0,-1 0,0 0,1 0,-1-1,1 1,0-1,1 0,-1 0,0 0,1 0,0-1,-1 1,1-1,0 0,0 0,0-1,1 1,4 0,7 3,1-1,0-1,-1 0,25 0,8-3,-26 0,1 1,0 1,38 8,-22-2,0-1,74 3,85-11,-76-1,300 2,-420 0,5 0,-1 0,0-1,1 1,-1-1,0 0,8-3,-2-3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28.11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0,'0'379,"1"-385,1 0,-1 0,1 1,0-1,0 0,0 1,1 0,0-1,4-5,36-47,-34 46,2 1,0-1,0 2,1 0,0 0,1 1,21-12,-31 19,1 1,0-1,-1 0,1 1,0 0,0 0,0 0,0 0,0 1,0-1,0 1,0 0,0 0,0 1,0-1,0 1,0 0,0 0,0 0,0 1,-1-1,1 1,0 0,-1 0,1 0,-1 0,0 1,0 0,0-1,0 1,0 0,-1 0,5 7,0 3,0 1,-1 0,0 0,-1 0,-1 1,-1 0,0 0,0 0,-2 0,0 0,0 0,-2 0,0 1,0-1,-7 23,-1-12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32.19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338 0,'0'39,"1"7,-2 1,-14 90,-1-40,12-63,-2 0,-1-1,-15 42,8-39,-8 25,-57 105,37-102,28-45,1 1,1 0,1 0,-16 40,16-28,6-18,0 1,1-1,-4 24,8-33,0 0,-1 1,2-1,-1 0,1 1,0-1,0 0,0 0,1 0,0 0,0 0,0 0,6 9,-5-9,0 0,1 0,0-1,0 1,0-1,0 0,1 0,0 0,0-1,0 1,0-1,0 0,1-1,0 1,7 1,-5-2,0-1,0 0,1 0,-1-1,0 0,0 0,1-1,-1 0,0 0,14-5,11-3,1 2,0 2,49-3,104 9,39-3,-117-15,-72 9,48-3,-8 7,114 8,-159 1,47 13,-32-6,16 5,-40-10,0-1,0-1,34 3,300-6,-175-5,-148 5,-1 1,47 11,-41-6,45 3,330-8,-213-5,554 2,-769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33.99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110 1,'-1'4,"0"0,0 0,-1 1,1-1,-1 0,0 0,-4 5,-2 5,7-13,-16 33,2 0,0 1,3 0,-12 51,23-78,1-1,0 0,0 1,1-1,0 0,1 0,-1 0,1 0,1 0,-1 0,1 0,0-1,1 1,-1-1,6 7,9 12,2-2,26 27,-41-45,1 0,-1-1,1 1,0-1,0-1,1 1,-1-1,1 0,-1-1,11 3,-13-4,0 0,0 0,0 0,0-1,0 0,0 0,0 0,0 0,0-1,-1 1,1-1,0 0,0 0,0 0,-1-1,1 0,-1 1,1-1,6-5,6-10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35.13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281 0,'-11'2,"1"-1,-1 2,1-1,0 1,0 1,0 0,0 0,0 1,1 0,0 1,0 0,1 0,-1 1,1 0,1 1,-10 10,15-15,0 1,0-1,0 1,0-1,1 1,0 0,-1 0,1 0,1-1,-1 1,0 0,1 0,0 0,0 0,0 0,1 0,-1 0,1 0,0 0,0 0,0-1,0 1,1 0,0-1,-1 1,5 5,-1-2,0-1,1 0,-1 0,1 0,1-1,-1 1,1-1,0-1,0 0,0 0,15 6,51 13,-50-17,0 1,36 16,-56-21,0-1,0 1,0-1,0 1,0 0,-1 0,1 0,-1 0,0 1,1-1,-1 1,0-1,0 1,-1 0,1 0,0 0,-1 0,0 0,0 0,0 0,0 0,0 0,-1 1,1-1,-1 0,0 1,0-1,0 0,-1 4,0-2,0-1,-1 0,0 1,0-1,0 0,0 0,-1 0,1 0,-1-1,0 1,0-1,0 1,-1-1,1 0,-1 0,0-1,0 1,0-1,0 0,-5 3,-12 1,0-1,-1 0,1-1,-1-2,0 0,0-1,0-1,-41-6,53 4,-1 0,0 0,1-1,-16-7,21 8,1 0,-1 0,1 0,0-1,0 0,0 0,0 0,0 0,1-1,-1 1,1-1,-3-4,5 7,1 0,-1 0,1-1,-1 1,1 0,0 0,-1 0,1 0,0 0,0-1,0 1,0 0,0 0,0 0,0-1,0 1,1 0,-1 0,0 0,1 0,-1 0,1-1,-1 1,2-1,8-11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35.94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0,'7'0,"8"0,9 0,6 0,-1 7,0 2,2-1,2-2,3-1,-6 5,-7-6,-8-11,-6-3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44.35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0,'1'2,"-1"-1,1 1,0-1,0 1,0-1,0 1,0-1,0 0,0 1,0-1,1 0,-1 0,0 0,1 0,1 1,8 7,2 4,-1 1,0 0,-1 1,-1 0,0 0,-1 1,-1 1,0-1,-2 1,1 0,-2 1,-1 0,0 0,3 35,-7 32,-2-60,2 0,1-1,1 1,1-1,6 25,-6-40,-1-5,-1-1,1 1,-1-1,0 1,0 0,0-1,-1 1,1 0,-1 0,0-1,0 5,-4-11,1-1,0 0,0 0,0 0,1 0,-3-5,2 5,-1-4,0 0,0-1,0 0,1 0,0 0,1 0,0 0,0 0,1-1,0-13,2-7,2 1,6-30,2-28,-11 80,1-1,0 1,0 0,1-1,-1 1,2 0,-1-1,1 1,0 1,0-1,1 0,0 1,0 0,1 0,-1 0,1 0,1 1,7-7,16-20,-22 23,0 1,1 0,13-11,-19 18,0-1,1 1,-1-1,1 1,-1 0,0 0,1 0,0 0,-1 0,1 1,0-1,-1 1,1 0,0-1,-1 1,1 1,0-1,0 0,2 1,-2 0,-1 1,1-1,0 1,-1 0,1-1,-1 1,0 0,0 0,0 0,0 1,0-1,0 1,0-1,-1 1,1-1,-1 1,0 0,0 0,0-1,0 1,0 0,-1 0,1 4,1 6,0 0,-1 0,-1 0,0 13,-6 7,-3-6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45.63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213 0,'1'5,"0"-1,0 0,1 1,-1-1,1 0,0 0,4 5,2 5,1 3,-1 0,-1 1,0 0,-2 0,0 0,0 1,2 34,-6-35,1-2,-2-1,1 0,-2 1,0-1,-4 18,4-29,0 0,0-1,0 1,-1-1,0 1,1-1,-1 0,0 0,-1 0,1 0,-1 0,1 0,-1 0,0-1,0 0,0 1,0-1,0 0,0 0,-1-1,1 1,-1-1,1 0,-1 1,0-2,-4 2,-2 0,-1-1,1 0,0-1,-1 0,1 0,-1-1,-14-3,19 2,0 1,0-1,0-1,0 1,0-1,1 0,0 0,-1-1,1 1,1-1,-1 0,0-1,-6-7,-6-10,2 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7:46.14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 0,'0'7,"0"8,0 9,-6 0,-3-4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8:03.09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1,'0'3,"1"-1,0 1,-1-1,1 1,0-1,0 1,1-1,-1 1,0-1,1 0,3 5,24 24,-21-22,29 30,-2 1,39 60,-70-94,0 0,-1 0,0 0,0 0,0 0,-1 1,0 0,0-1,-1 1,0 0,0 0,0 0,-1 0,0 0,-1-1,1 1,-4 12,1-9,-1 0,-1 0,0-1,0 0,0 0,-1 0,-1 0,1-1,-1 0,-15 12,9-7,-28 22,30-30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8:04.95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277 1,'-4'0,"1"1,-1 0,1 1,0-1,0 0,0 1,-1 0,1 0,1 0,-6 4,-6 4,-87 58,86-57,1 1,1 0,0 1,-19 26,29-36,1 1,-1-1,1 1,0 0,0 0,0 0,1-1,0 2,-1-1,1 0,1 0,-1 0,1 0,-1 1,1-1,0 0,1 1,-1-1,1 0,0 0,0 0,0 0,0 0,1 0,0 0,-1 0,2 0,-1-1,0 1,1-1,-1 1,1-1,0 0,0 0,1 0,-1-1,0 1,1-1,0 0,-1 0,1 0,0 0,8 2,123 21,-96-17,-1 3,49 20,-74-25,-1 0,0 0,-1 1,0 1,0 0,-1 0,0 1,0 1,-1-1,15 21,-21-26,-1 0,1 0,-1 0,0 0,0 1,0-1,-1 1,1-1,-1 1,0-1,-1 1,1 0,-1-1,0 1,0 0,0-1,-1 1,0 4,-1-5,1 0,-1 0,0 0,0 0,0 0,-1-1,1 1,-1-1,0 0,0 1,0-1,0-1,-1 1,1 0,-1-1,1 0,-1 0,0 0,-6 2,-59 21,-138 30,198-53,0-1,0-1,1 1,-1-1,0-1,0 1,0-1,1-1,-1 0,-12-4,15 3,-1 1,1-1,1 0,-1 0,0 0,1-1,0 0,-1 0,2-1,-1 1,0-1,1 0,0-1,-5-8,8 13,0-1,0 1,1-1,-1 0,1 1,0-1,-1 0,1 1,0-1,0 0,0 1,0-1,0 0,0 1,1-1,-1 0,0 1,1-1,0-1,1-1,0 0,0 0,1 1,-1-1,1 1,0 0,4-5,4-1,0 0,0 1,22-12,17-4,76-25,-33 14,8 2,-34 13,2 2,-56 16,-1 0,0-1,0-1,0 0,0 0,-1-1,1-1,-1 0,13-10,128-102,-150 116,0 0,0 0,1 0,-1 0,-1 0,1-1,0 1,-1-1,1 0,-1 1,1-4,-1 5,-1 0,0 0,0 0,0 0,0 0,0 0,0 0,-1 0,1 0,0 0,0 0,-1 0,1 0,-1 0,1 0,-1 0,1 0,-1 1,1-1,-1 0,0 0,1 1,-1-1,0 0,0 1,0-1,1 1,-1-1,0 1,0-1,0 1,0-1,0 1,0 0,0 0,-1-1,-6-1,0 0,0 1,0 0,0 0,0 1,0 0,0 0,0 1,0 0,1 0,-1 1,0 0,0 0,1 1,-10 4,11-4,0 0,1 0,-1 1,0 0,1 0,0 0,0 1,0 0,1 0,-1 0,1 0,0 1,1-1,-1 1,1 0,1 0,-1 1,-2 9,2-3,0-1,1 1,1 0,0 0,1-1,0 1,1 0,0 0,1 0,1-1,0 1,1-1,0 0,1 0,0 0,0-1,2 1,-1-1,2-1,-1 1,1-1,1-1,0 1,0-1,1-1,11 8,9 5,63 31,-85-47,0-2,1 1,0-1,0 0,0-1,0 0,0-1,0 0,1 0,-1-1,0 0,19-3,-5-4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8:06.08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398 1,'-16'2,"0"1,0 0,0 2,0 0,0 1,1 0,-19 12,27-15,3-1,0 0,0 0,0 1,0-1,0 1,0 0,1 0,-1 0,1 1,0-1,0 1,0-1,1 1,-5 8,7-10,-1 0,1 1,0-1,-1 0,1 0,0 1,0-1,1 0,-1 0,0 1,1-1,-1 0,1 0,0 0,0 1,0-1,0 0,0 0,0-1,0 1,1 0,-1 0,1 0,-1-1,1 1,0-1,-1 0,1 1,0-1,0 0,0 0,3 1,87 46,-71-39,1 1,-1 1,-1 1,0 1,34 31,-44-35,-1 0,0 1,-1 0,0 1,-1 0,7 14,-12-21,0 0,0 1,-1-1,0 1,0 0,0-1,0 1,-1 0,0 0,0-1,0 1,0 0,-1 0,0-1,0 1,0 0,-1-1,1 1,-1-1,-3 5,-1 1,-1 1,-1-2,0 1,0-1,-1 0,0-1,0 0,-1 0,0-1,-1 0,1-1,-1 0,0-1,-22 7,11-4,-1-2,0-1,-1-1,1 0,-1-2,-45-1,60-2,0-1,0 1,-1-2,1 1,0-1,1-1,-1 1,1-2,-1 1,1-1,0 0,1-1,0 1,-1-2,2 1,-1-1,1 0,-8-11,13 16,0 0,1 1,-1-1,0 1,1-1,0 0,-1 0,1 1,0-1,0 0,0-3,6-14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8:07.65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1 159,'695'0,"-661"-2,-1-1,47-11,-41 6,45-3,107 9,-186 1,0 1,1-1,-1 0,0-1,7-2,-11 4,-1 0,1 0,-1-1,1 1,-1 0,1-1,-1 1,1 0,-1-1,1 1,-1-1,1 1,-1-1,1 1,-1-1,0 1,1-1,-1 0,0 1,0-1,1 1,-1-1,0 0,0 1,0-1,0 1,0-1,0 0,0 1,0-1,0 0,0 1,0-1,0 0,0 1,-1-1,1 1,0-1,0 0,-1 1,1-1,0 1,-1-1,1 1,-1-1,1 1,-1-1,1 1,-1 0,1-1,-1 1,1 0,-2-1,-5-5,0 0,-1 1,1 0,-1 1,0 0,0 0,-9-3,-63-16,42 16,0 3,-63-1,69 5,142-1,-65 0,0 1,75 10,-108-8,-1 1,0 0,0 1,0 0,0 1,0 0,18 12,-26-15,-1 0,1 0,-1 0,1 0,-1 0,0 1,0-1,0 1,0-1,0 1,0 0,-1 0,0 0,1 0,-1 0,0 0,0 0,-1 0,1 0,-1 1,1-1,-1 0,0 0,0 1,-1-1,1 0,-1 0,1 0,-1 1,0-1,0 0,-2 4,-1 0,-1 0,1 0,-1 0,-1 0,1-1,-1 0,0 0,0 0,-1-1,0 0,-11 6,-10 5,-50 19,62-29,8-2,0 0,-1-1,1 0,-1-1,0 0,-11 1,16-7,6-3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8:08.43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115 122,'-5'1,"0"0,0 0,1 0,-1 0,0 0,1 1,-1 0,1 0,0 0,0 1,0 0,0-1,0 1,0 1,1-1,-1 0,1 1,0 0,0 0,0 0,1 0,-4 6,3-4,0 1,0-1,0 1,1-1,0 1,0 0,1 0,0 0,0 0,0 0,1 0,0 0,1 0,-1 0,3 7,-2-10,1-1,0 0,0 1,0-1,0 0,1 0,-1 0,1 0,-1 0,1-1,0 1,0-1,1 0,-1 0,0 0,1 0,-1-1,1 1,-1-1,1 0,0 0,-1 0,1-1,5 1,2 1,0-1,0-1,0 0,0-1,0 0,0 0,16-5,-14 2,1-2,-1 1,0-1,-1-1,1-1,-1 0,-1 0,0-1,0 0,-1-1,16-18,-21 22,-1 0,0 0,0 0,0 0,-1-1,1 1,-2-1,1 0,-1 0,0 0,0-1,-1 1,0 0,0 0,-1-1,0 1,0-1,-1 1,0 0,0 0,-1-1,1 1,-2 0,-3-9,3 12,0 0,0-1,0 1,0 1,-1-1,0 0,0 1,0 0,0 0,-1 0,1 0,-1 1,1-1,-1 1,0 0,0 1,0-1,0 1,0 0,-8 0,-7-1,0 0,0 2,0 1,-20 2,36-2,-1-1,0 1,1 1,0-1,-1 1,1-1,0 1,-1 0,1 1,-6 3,8-4,0 0,1-1,-1 1,0 0,1 0,-1 0,1 0,-1 0,1 0,0 1,0-1,0 0,0 1,1-1,-1 1,0-1,1 0,0 1,0-1,0 5,4 14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8:09.20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150 83,'-6'0,"1"1,-1 0,1 0,-1 0,1 1,0 0,-1 0,1 0,0 0,0 1,0 0,1 0,-1 0,1 1,0 0,-1-1,2 1,-1 1,0-1,1 1,-3 4,-1 2,2-1,-1 1,1 0,1 0,0 0,1 0,0 1,0 0,0 11,3-19,0 0,-1 1,2-1,-1 0,0 0,1 0,0 0,0 0,0 0,0 0,1 0,0-1,-1 1,1 0,1-1,-1 1,5 4,-3-3,1-1,0 0,0 0,1-1,-1 1,1-1,0 0,0 0,0-1,8 3,1-2,-1 0,0-1,1 0,-1-1,1-1,-1 0,1-1,-1-1,20-4,-9-1,-1-1,0-1,0-1,-1-2,-1 0,30-21,-37 22,0-1,-1-1,0 0,-1-1,-1 0,0-1,-1 0,-1-1,12-23,-20 37,-1-1,0 0,0 0,0 0,0 1,0-1,-1 0,1 0,-1 0,0 0,0 0,0 0,0 0,-1 0,1 0,-1 0,1 0,-1 0,-1-2,0 1,-1 0,1 1,0 0,-1 0,0-1,0 1,0 1,0-1,0 0,0 1,-1 0,-4-3,-5-1,0 1,0 0,0 1,-1 0,1 1,-1 1,-17-2,11 4,-1 1,0 1,0 1,0 1,1 0,0 2,-37 15,23-7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8:30.4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1371 1,'-4'1,"0"0,0 1,0-1,0 1,0 0,0 0,-6 4,-3 2,-4 1,1 1,1 0,0 2,0-1,1 2,1 0,-15 18,0 5,-41 71,-9 21,-74 131,134-230,-25 32,24-37,-27 48,-154 270,170-293,-45 97,46-85,-2 15,22-51,-22 43,7-27,-1-1,-2-1,-2-1,-46 47,57-66,-2 0,0-2,-1 0,-24 15,45-32,-1 1,1-1,-1 1,0-1,1 0,-1 1,0-1,1 1,-1-1,0 0,0 0,1 0,-1 1,0-1,0 0,1 0,-1 0,0 0,0 0,1 0,-1 0,0 0,0-1,1 1,-1 0,0 0,1-1,-2 1,2-1,-1 0,1 0,-1 0,1 0,0 0,-1 0,1 0,0 0,0-1,0 1,0 0,0 0,0 0,0 0,0 0,1-2,15-48,-15 49,13-29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8:33.0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1119 0,'0'0,"0"1,1-1,-1 0,1 0,-1 0,1 1,-1-1,1 0,-1 0,0 1,1-1,-1 0,0 1,1-1,-1 1,0-1,1 0,-1 1,0-1,0 1,1-1,-1 1,0-1,0 1,0-1,0 1,0-1,0 1,0-1,0 1,0-1,0 1,0-1,0 1,0-1,0 1,0-1,0 1,0-1,-1 0,1 1,0-1,0 1,-1-1,1 1,-14 32,9-24,-4 18,-11 44,16-54,0 0,-1 0,0-1,-1 1,-1-1,-1-1,-18 29,-1-10,-99 122,120-150,1 1,0 0,1 1,-1-1,1 1,1 0,-1 0,1 0,1 0,-3 14,1 5,2-1,0 31,3-40,-1 0,-1 1,0-1,-2 0,0 0,0 0,-11 28,-1-18,0-1,-24 31,27-42,0 1,2 1,-1 0,2 0,0 1,1 0,-10 38,13-34,-1 0,-1 0,-1 0,-1-1,-1 0,-1-1,0 0,-2-1,0 0,-24 25,26-33,-1-1,0 0,-1-1,-14 9,16-12,1 0,0 1,0 0,1 1,0 0,0 1,1 0,-9 12,-10 19,0 1,1 1,-26 58,38-65,-2-1,-2 0,-40 57,47-77,1 1,0 0,1 0,1 1,1 0,0 0,1 1,1-1,0 1,-4 32,41-136,-16 52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8:59.2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457 0,'-1'14,"0"-1,-1 1,0-1,-1 0,-7 18,-29 65,20-52,-25 51,-77 121,89-163,-69 122,84-142,1 2,2-1,-12 50,23-75,1 0,1 0,-1 0,2 0,-1 1,1-1,1 0,-1 1,5 15,-4-21,1 1,0-1,0 1,0-1,0 0,1 0,-1 0,1 0,0-1,1 1,-1-1,0 0,1 1,0-2,0 1,0 0,0-1,0 0,0 0,1 0,5 2,5 0,1 0,0-1,0 0,30 0,71-7,-43 1,40 4,81-4,-88-16,-72 12,55-5,322-42,-202 22,59-11,36-7,-207 37,-152 12,23 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9:00.0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0,'1'4,"0"1,0-1,1 0,-1 0,1 0,0 0,4 6,2 3,1 4,-1 0,0 0,-2 1,0 0,-1 0,0 1,3 35,15 141,-10-95,-11-92,-2-15,1-7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9:00.7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67,'9'0,"17"1,0-2,0 0,-1-2,36-8,-17 2,1 2,0 3,0 1,73 4,67-3,-172 0,0 0,0-1,12-5,21-5,-36 14,-5 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9:01.3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76,'51'0,"-20"1,0-1,1-1,-1-2,46-9,-46 5,55-4,-64 9,0 0,0-2,0 0,-1-1,23-9,-34 7,-10 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32.9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 9,'6'3,"16"8,15-3,-1-3,1 0,0-3,0-1,40-4,-4 1,336 1,-392 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9:56.5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179 81,'-136'0,"162"0,0 1,0 1,47 10,-32-3,0-2,0-2,75-1,-116-4,1 0,-1 0,0 0,0 0,0 0,1 1,-1-1,0 0,0 0,1 0,-1 0,0 0,0 0,1 0,-1 0,0 0,0 0,1-1,-1 1,0 0,0 0,0 0,1 0,-1 0,0 0,0 0,0-1,1 1,-1 0,0 0,0 0,0 0,0-1,1 1,-1 0,0 0,0 0,0-1,0 1,0 0,0-1,-8-6,-20-6,-9 5,0 3,-1 1,1 1,-67 5,69-1,76-1,8 0,0-2,64-10,-9-7,-193 14,-18 4,-108 4,210-2,1-1,0 1,0 1,0-1,0 0,0 1,0 0,0 0,0 0,1 1,-7 4,9-6,1-1,-1 1,0-1,1 1,-1 0,1 0,-1-1,1 1,0 0,-1 0,1-1,0 1,-1 0,1 0,0 0,0 0,0-1,-1 1,1 0,0 0,0 0,1 0,-1 1,1-1,0 1,-1-1,1 0,0 1,1-1,-1 0,0 0,0 0,0 0,1 0,-1 0,0 0,1 0,-1 0,1-1,-1 1,4 0,16 4,0 0,1-1,0-2,0 0,-1-1,37-4,-17 2,-21 0,0 0,0-2,20-4,-31 5,-1 0,0-1,1 0,-1-1,0 1,-1-1,1-1,-1 0,9-6,-15 10,0 0,0 0,1 0,-1 0,0 0,0 0,0 0,0 0,0 0,0-1,-1 1,1 0,0-1,0 1,-1 0,1-1,-1 1,0-1,1 1,-1-1,0 1,0-1,0 1,0-1,0-2,-1 3,0-1,0 1,0-1,-1 1,1-1,0 1,-1 0,1 0,-1 0,1 0,-1 0,0 0,1 0,-1 0,0 1,0-1,-2 0,-11-2,0 0,0 1,-25-1,-124 5,129-1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9:58.3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310 1,'-1'0,"-1"1,0-1,1 1,-1 0,0 0,1 0,-1 0,1 0,-1 0,1 0,0 1,0-1,-1 1,1-1,0 0,0 1,0 0,0-1,-1 4,-7 9,-82 75,79-72,1 0,0 1,1 0,1 0,1 1,1 0,0 0,1 1,-4 32,-1-8,-18 47,15-52,-13 66,21-58,3 0,3 68,1-62,0-42,-1 1,2-1,0 1,0-1,1 1,0-1,6 12,1-2,1 0,21 30,-11-20,-12-15,1-1,16 17,-22-27,1 0,1 0,-1-1,1 0,-1 0,1 0,0-1,1 0,9 4,-9-5,0 0,0 0,1 0,-1-1,0 0,0 0,1-1,-1 0,0-1,14-1,3-6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9:59.7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0,'0'2,"1"-1,0 1,0 0,-1-1,1 1,0-1,0 0,1 1,-1-1,0 0,0 0,1 0,-1 0,0 0,3 1,7 8,-5-3,-1 1,0 0,0 0,-1 0,0 1,-1-1,1 1,-2 0,1 0,-1 0,1 11,0 3,-2-1,0 1,-4 33,1-41,0-1,-2 1,0-1,0 1,-1-1,-1-1,-1 1,-10 17,17-30,-1-1,1 1,0 0,0 0,-1-1,1 1,-1 0,1-1,-1 1,1-1,-1 1,1-1,-1 1,1 0,-1-1,0 0,1 1,-1-1,0 1,0-1,1 0,-1 0,0 1,0-1,1 0,-1 0,0 0,0 0,0 0,0-1,0 0,1 0,-1 0,0 1,1-1,-1 0,1 0,-1 0,1 0,-1 0,1 0,0 0,-1 0,1 0,0 0,0-1,-3-50,7 30,1 0,1 1,0 0,2 0,0 0,18-31,-23 46,1 0,0 0,0 0,1 0,0 1,0 0,0-1,0 2,1-1,0 1,0 0,7-4,8-2,1 0,31-8,-28 9,-18 7,-1 0,1 0,0 1,0 0,0 0,0 0,0 1,0 0,0 0,1 1,9 2,-9 0,1 0,0 0,-1 1,1 0,-1 1,0 0,-1 0,10 8,-10-7,-1 0,0 0,-1 0,1 1,-1 0,0 0,-1 0,0 1,0-1,0 1,-1 0,-1 0,1 0,-1 0,0 1,-1-1,1 16,-2-5,-1 1,-1 0,-1-1,0 1,-1-1,-11 28,9-30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00.7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61 1,'0'1,"0"0,0 0,-1 0,1 0,0 0,-1 0,1 0,0 0,-1 0,0 0,1 0,-1 0,1 0,-1-1,0 1,0 0,0 0,1-1,-1 1,0 0,0-1,0 1,0-1,-2 1,-28 9,18-7,23-2,0 1,0 0,0 1,12 4,22 6,-11-8,0-1,45 0,2 0,-49 1,-16 2,-15-7,0 0,1 0,-1 0,0 0,0 1,1-1,-1 0,0 0,0 0,0 1,1-1,-1 0,0 0,0 1,0-1,0 0,0 0,0 1,1-1,-1 0,0 0,0 1,0-1,0 0,0 1,0-1,0 0,0 0,0 1,0-1,0 0,0 0,0 1,-1-1,1 0,0 1,-7 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7:42.5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397 228,'2'-8,"1"0,0 1,0-1,5-7,-4 10,-1 0,1 1,0-1,0 1,0 0,0 1,1-1,-1 1,1-1,0 2,0-1,0 0,0 1,1 0,-1 0,1 1,5-2,-1 1,-1 1,0 0,0 0,1 1,-1 0,1 0,-1 1,0 0,0 1,10 3,-13-3,0 1,-1-1,1 1,-1 1,1-1,-1 1,0-1,-1 2,1-1,-1 0,0 1,0 0,0 0,-1 0,1 0,2 7,1 5,0 0,-2 0,0 1,-1 0,3 27,-6-59,0 1,0-1,1 0,1 0,0 1,1 0,0-1,2 2,-1-1,10-15,-10 19,8-12,1 0,0 2,1-1,28-26,-39 43,1-1,0 0,0 1,0 0,0 0,0 0,0 1,1 0,0 0,9-2,-11 3,0 1,1 0,-1 0,0 0,0 1,1-1,-1 1,0 0,0 0,0 1,0-1,0 1,0 0,-1 0,1 0,5 5,-4-3,0 1,0-1,-1 1,0 0,0 1,0-1,0 1,-1-1,4 11,20 59,-22-56,30 103,-15-49,-18-68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03.6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252 1,'1'1,"-1"1,1-1,-1 1,1-1,0 1,0-1,0 1,0-1,0 0,0 1,0-1,0 0,0 0,0 0,1 0,-1 0,1 0,-1 0,3 1,11 9,-2 5,-2 0,0 1,-1 0,0 1,-2 0,10 28,-7-19,-4-9,-2 0,0 0,-1 1,0 0,0 30,-5 99,-1-71,3 1,1-49,-1 0,-2 0,-1 0,-1 0,-13 55,12-73,-1-1,0 0,0 0,-1 0,-1-1,1 0,-2 0,1-1,-11 10,-12 8,-44 28,-12 11,62-41,20-19,-1 1,0-1,-1 0,1 0,-1-1,0 0,0 0,0 0,0 0,-1-1,0 0,-9 2,-4-4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04.9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419 1,'0'11,"1"2,0 0,-1 0,-1 0,-1 0,1 0,-2 0,0-1,0 1,-1-1,-11 22,-73 116,-17 29,42-66,-20 42,72-131,4-10,0 1,1 0,1 1,-7 29,12-41,-1-1,1 1,0-1,0 1,0-1,0 0,0 1,1-1,0 1,0-1,0 0,0 1,0-1,1 0,-1 0,1 0,0 0,0 0,0 0,0-1,1 1,-1-1,1 1,-1-1,1 0,0 0,0 0,5 2,1 1,1-2,0 1,0-1,0-1,0 0,0 0,18 0,79-5,-54 0,-48 3,35-2,1 2,-1 1,68 12,-53-3,1-2,64 1,116-10,-88-1,740 2,-866-2,0 0,-1-1,24-6,21-4,-54 14,-15 3,1-3,1 0,-1 0,0 0,0-1,0 1,0-1,0 1,0-1,1 0,-1 1,-3-1,-13-4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06.2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365 1,'-14'1,"0"0,0 1,0 0,0 1,-26 10,-66 34,63-27,41-19,-12 5,0 1,0 1,0 0,-12 11,24-18,0 1,0 0,1-1,-1 1,0 0,1 0,-1 0,1 0,0 0,0 0,0 1,0-1,0 0,0 0,0 3,1-3,0 0,1 0,-1-1,0 1,1 0,-1 0,1-1,0 1,-1 0,1-1,0 1,0-1,0 1,0-1,0 1,1-1,-1 0,0 0,1 1,-1-1,1 0,-1 0,3 1,15 8,-1-1,1-1,1-1,0 0,-1-2,2 0,31 3,-18-2,50 14,-73-16,1 0,-1 1,0 0,-1 1,1 1,-1-1,0 2,10 8,-11-8,-1 1,0 0,0 1,-1-1,0 1,0 1,-1-1,-1 1,5 12,-8-19,-1 1,0-1,0 0,0 0,-1 1,1-1,-1 0,0 1,0-1,-1 0,1 1,-1-1,0 0,0 0,0 0,-1 0,1 0,-1 0,0 0,0 0,-1 0,1-1,-1 1,0-1,0 0,0 0,0 0,-6 4,-1-1,-2 0,1 0,-1-2,1 1,-1-1,0-1,-1 0,1-1,-25 2,-31 6,58-8,0 0,0-1,0 0,0-1,0 0,-11-2,17 2,1 0,-1-1,0 0,1 1,-1-2,1 1,0 0,-1-1,1 1,0-1,0 0,0 0,0 0,0-1,0 1,0-1,1 1,-1-1,-2-4,5 6,-1-1,1 0,0 0,-1 0,1 1,0-1,0 0,0 0,0 0,0 1,1-1,-1 0,0 0,1 1,0-1,-1 0,1 0,0 1,0-1,0 1,0-1,0 1,0-1,0 1,3-3,16-18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46.5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80,'503'0,"-480"-1,0-1,0-2,32-8,-28 5,53-6,-76 13,2 0,0 0,1 0,-1-1,0 0,0 0,0-1,0 1,0-1,0-1,0 1,-1-1,9-5,3-9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2.7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2,'0'1,"1"0,-1 1,0-1,1 0,-1 1,1-1,0 0,-1 0,1 0,0 1,0-1,0 0,0 0,0 0,0-1,0 1,0 0,0 0,0 0,1-1,-1 1,0-1,1 1,-1-1,0 1,1-1,0 1,43 7,-41-8,45 5,1-2,82-7,-110 1,39-12,17-2,-21 13,-42 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3.7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1,'0'2,"1"1,-1-1,1 1,0-1,0 0,0 1,0-1,0 0,0 0,0 0,1 0,-1 0,1 0,0 0,0 0,-1 0,1-1,0 1,1-1,1 2,2 1,1 0,-1-1,1 0,0 0,11 3,20 0,1-1,0-1,0-3,62-5,-13 1,-52 4,36-1,-67-1,0 1,0-1,0 0,0-1,0 1,-1-1,1 0,0 0,-1 0,0-1,6-3,6-11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1.9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187 1,'-4'1,"-1"1,1 0,-1 0,1 0,0 1,0-1,0 1,0 0,0 0,1 0,-1 1,-2 3,-3 2,-6 5,1 0,1 2,0 0,1 0,1 1,0 0,-13 32,22-45,1 0,-1 0,1 0,0 0,0-1,0 1,1 1,0-1,0 0,0 0,0 0,0 0,1 0,-1 0,1 0,0 0,1 0,-1-1,1 1,-1 0,4 4,-1-4,-1 0,1 0,0 0,1-1,-1 1,1-1,-1 0,1 0,0-1,0 1,0-1,1-1,-1 1,0 0,7 0,0 1,1-1,-1-1,0 0,1 0,-1-1,1 0,-1-2,0 1,1-1,-1-1,0 0,0-1,-1 0,1-1,-1 0,0-1,0 0,-1-1,1 0,-2 0,1-1,-1-1,0 1,-1-2,0 1,0-1,-1 0,0-1,8-16,29-80,-31 74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2.6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276 0,'-12'0,"1"1,-1-1,1 2,0 0,-1 0,1 1,0 0,1 1,-1 1,1-1,-1 2,1-1,1 1,-1 1,1 0,0 0,1 1,0 0,0 0,0 1,1 0,1 0,0 1,0 0,0 0,1 0,1 1,0 0,1 0,0 0,-3 19,2-7,2-1,1 1,0 0,2 0,4 26,-3-35,1 0,1 0,0 0,1 0,1-1,0 0,0 0,2-1,10 15,5 1,1 0,2-2,0-1,2-1,1-2,1 0,0-2,2-2,34 16,-53-29,1-1,0 0,0 0,0-1,0-1,0-1,1 0,-1 0,0-2,1 0,-1 0,0-2,0 1,0-2,0 0,0-1,-1 0,0-1,0 0,15-11,-23 14,-1-1,0-1,0 1,0 0,-1-1,0 0,1 0,-2 0,1 0,-1 0,3-9,-4 12,0 0,0 1,-1-1,1 0,-1 1,1-1,-1 0,0 1,0-1,0 0,0 0,0 0,0 1,0-1,-1 0,1 1,0-1,-1 0,0 1,1-1,-1 0,0 1,0-1,0 1,0-1,0 1,0 0,0-1,-1 1,1 0,0 0,-1 0,1 0,-1 0,1 0,-1 0,1 0,-1 1,0-1,1 1,-3-1,2 0,0 1,0-1,0 1,-1 0,1 0,0 0,0 0,0 0,0 1,-1-1,1 0,0 1,0 0,0-1,0 1,0 0,0 0,0 0,1 0,-1 1,-3 2,2-1,1 0,-1 0,1 1,0-1,0 1,0 0,1-1,-1 1,1 0,0 0,-1 4,0 3,1 0,0 0,1 0,0 0,0 0,1 0,5 20,-1-17,1-1,0 0,0 0,2 0,11 15,-9-14,-1 0,0 1,8 21,-8-13,0-1,2 1,23 35,-29-50,1-1,0 0,1 0,0 0,0-1,0 0,1 0,0-1,0 0,0 0,1-1,16 6,1-2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5.6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36 684,'-31'-111,"29"94,0-1,1 1,2-1,-1 0,2 1,0-1,2 1,-1 0,2 0,1 0,0 0,1 1,0 0,1 0,1 1,11-15,105-163,-119 184,0 1,1 0,0 0,1 0,0 1,13-10,-19 15,0 1,1-1,-1 1,0 0,1 0,-1 0,1 0,0 0,-1 0,1 1,-1-1,1 1,0 0,-1 0,1 0,0 0,0 0,-1 1,1-1,-1 1,1-1,0 1,-1 0,1 0,-1 0,0 1,1-1,-1 1,0-1,4 4,4 5,-2 1,1-1,-1 1,-1 0,0 1,0 0,-1 0,-1 1,5 15,-1-1,-2 0,-1 1,3 40,-6 153,-5-132,2-73,-1 0,-1 0,0 0,-1 0,-1-1,-1 0,-8 22,13-37,0 0,0 0,0 0,0 1,0-1,0 0,0 0,0 0,0 0,0 0,0 0,0 1,0-1,0 0,0 0,0 0,0 0,0 0,0 0,0 1,-1-1,1 0,0 0,0 0,0 0,0 0,0 0,0 0,0 0,0 0,-1 1,1-1,0 0,0 0,0 0,0 0,0 0,0 0,-1 0,1 0,0 0,0 0,0 0,0 0,0 0,0 0,-1 0,1 0,0 0,0 0,0 0,0 0,0 0,0-1,-1 1,1 0,0 0,0 0,0 0,0 0,0 0,0 0,0 0,-1-1,-1-7,2 7,-2-15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5.9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41,'6'0,"9"0,9-7,6-1,5-1,3 3,1 1,1 2,1 2,-2 0,-6 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6.5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1,'-1'20,"2"0,0 1,2-1,8 33,3 10,-10-41,1 0,11 28,-16-48,0-1,1 0,-1 1,1-1,-1 0,1 0,0 1,-1-1,1 0,0 0,0 0,0 0,0 0,0 0,0 0,0 0,0 0,0-1,0 1,1 0,-1-1,0 1,3 0,-3-1,1 0,-1-1,1 1,-1 0,0-1,1 0,-1 1,0-1,1 0,-1 1,0-1,0 0,0 0,1 0,-1 0,0 0,0 0,0-2,6-6,0-1,-2 0,1-1,4-12,41-87,-43 96,0 0,0 1,1 1,1 0,18-20,-27 31,0 0,0 0,0 0,1 1,-1-1,0 0,0 0,0 1,1-1,-1 1,0-1,1 1,-1-1,0 1,1 0,-1 0,1 0,-1 0,0 0,1 0,-1 0,1 0,1 1,-1 0,0 0,0 0,0 0,0 0,-1 1,1-1,0 1,-1-1,1 1,-1 0,1-1,-1 1,2 3,1 3,0 0,0 1,-1 0,0-1,4 19,-1 46,-5-39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7.0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48 235,'-2'57,"1"-28,1 0,5 44,-4-66,1-1,1 1,-1-1,1 1,0-1,0 0,1 0,-1-1,2 1,-1-1,0 0,1 0,0 0,0-1,1 1,-1-1,1 0,0-1,0 0,0 0,0 0,0 0,11 2,-10-3,0 0,0-1,0 1,0-1,1-1,-1 1,0-1,1 0,-1-1,0 0,1 0,-1 0,0-1,0 0,0-1,0 0,-1 0,1 0,-1-1,1 0,-1 0,5-5,0-2,0 0,-1-1,-1 0,0-1,-1 0,0 0,-1-1,0 0,-1-1,-1 1,0-1,-1 0,-1 0,0 0,-1 0,-1-1,0 1,-1-1,-1 1,0-1,-1 1,-6-21,6 29,-1 1,0-1,-1 1,1 0,-1-1,0 2,-1-1,1 0,-1 1,0 0,-1 0,1 1,-12-8,-4-1,0 2,-40-17,48 23,0 1,0 0,0 0,-1 2,1 0,-27-1,32 3,-1 0,0 1,0 0,1 1,-1 0,0 0,1 1,0 0,0 0,0 1,-11 6,-6 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7.4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200 1,'7'10,"1"0,-1 0,0 1,-1-1,0 2,7 22,6 10,7 9,-3 1,-2 1,15 65,-29-84,-2 1,-1-1,-2 0,-1 1,-6 51,4-79,0 0,-1 0,0 0,-1-1,0 1,0-1,0 0,-1 0,-1 0,1 0,-1 0,-1-1,1 0,-1 0,0-1,-1 0,0 0,0 0,0-1,0 0,-1 0,0-1,0 0,0 0,0-1,-1 0,0 0,1-1,-1 0,0-1,0 0,0 0,0-1,0 0,0-1,0 0,0 0,0-1,-10-3,13 3,-1 0,0 0,1-1,0 0,-1 0,1-1,0 1,1-1,-1-1,1 1,0-1,0 0,0 0,1 0,-1-1,1 0,1 0,-1 0,1 0,0 0,0-1,1 1,0-1,0 0,1 0,-2-8,1-17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7.8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0 199,'2'26,"1"0,1 0,11 38,-3-13,-12-48,0 0,1-1,-1 1,1 0,0 0,0-1,0 1,1 0,-1-1,0 1,1-1,0 0,0 1,-1-1,1 0,0 0,1 0,-1 0,0-1,1 1,-1 0,1-1,-1 0,4 2,-2-3,0 1,-1-1,1 0,0-1,0 1,0 0,-1-1,1 0,0 0,-1 0,1 0,-1-1,1 1,-1-1,0 0,0 0,0 0,5-4,7-7,0-1,-1 0,0-1,-2-1,1 0,-2 0,0-1,-1-1,-1 0,0 0,-2-1,7-20,-11 25,0-1,-1 1,-1-1,0 1,-2-15,1 25,0 0,0 0,-1 1,0-1,0 0,0 1,0-1,0 0,-1 1,1 0,-1-1,0 1,0 0,0 0,-1 0,1 0,-1 0,0 1,1-1,-1 1,0 0,-1 0,1 0,-4-2,-23-5,0 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8.2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1,'2'13,"0"-1,0 1,2-1,-1 1,2-1,8 19,6 15,-11-17,-1 0,-1 0,-2 0,1 35,-6 122,-1-86,2 132,-1-226,1 0,1 1,-1-1,1 0,0 0,1 0,-1 0,1 0,0 0,1-1,-1 1,1-1,0 1,1-1,-1 0,1 0,0-1,0 1,1-1,-1 0,1 0,0 0,6 3,20 10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8.5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1 161,'6'0,"0"0,0 0,0 0,0 0,-1 1,1 0,0 0,0 1,-1 0,1 0,0 0,-1 0,0 1,0 0,0 0,0 1,0-1,0 1,-1 0,5 6,6 7,8 9,0 0,41 32,-54-50,-1-2,1 1,0-2,1 1,-1-1,1-1,0 0,0 0,0-1,1-1,17 3,-18-4,1-1,-1 1,1-2,-1 0,0 0,0-1,1 0,13-5,-18 4,-1 0,1-1,-1 1,0-1,0 0,-1-1,1 0,-1 1,0-2,0 1,-1 0,1-1,-1 0,5-9,-5 7,0 0,0 0,-1 0,0-1,0 1,-1-1,0 0,-1 0,1 0,-2 0,1 0,-1 0,-2-12,0 14,1 0,-1 1,0-1,-1 1,0-1,0 1,0 0,0 0,-1 0,0 1,-1-1,1 1,-1 0,0 0,0 1,-1-1,-9-5,-1 1,0 0,-1 2,0 0,-1 1,1 0,-1 2,0 0,-33-3,12 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17.2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278 1,'0'28,"1"10,-10 76,7-102,-1 1,0-1,-1 1,0-1,-1 0,0-1,-1 1,0-1,-15 19,3-7,1 0,2 1,0 1,2 0,-20 52,21-28,10-37,-1 1,0-2,-1 1,0 0,-1-1,-9 16,6-14,0 0,0 1,1 0,1 0,-5 18,10-30,0 1,0-1,1 1,-1-1,1 1,0 0,0-1,0 1,0-1,0 1,0 0,1-1,-1 1,1-1,0 1,0-1,0 1,0-1,0 0,0 0,1 1,-1-1,1 0,0 0,-1 0,1 0,0-1,0 1,0 0,0-1,1 1,-1-1,0 0,1 0,-1 0,0 0,1 0,3 0,18 4,0-2,0 0,1-2,-1 0,34-4,-9 0,-20 1,1-2,-1-1,31-11,-10 4,60-23,-85 25,1 1,1 1,50-8,49-2,-74 8,80-3,-99 13,-9 0,0-1,0 0,0-2,24-6,-47 9,27-8,57-8,-78 15,0 1,0-1,0 1,0 1,0-1,0 1,0 0,0 1,0 0,-1 0,1 0,0 1,-1 0,7 4,-6-2,-6-3,1-1,-1 1,0-1,1 0,-1 0,1 0,-1 0,1 0,-1 0,1 0,0 0,0-1,-1 1,1 0,0-1,0 0,0 1,-1-1,1 0,0 0,0 0,0 0,0 0,2-1,4-7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18.7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179 0,'1'8,"-2"0,1 0,-1 0,0 0,-4 14,3-18,0 0,0 0,0 0,0 0,-1-1,1 1,-1-1,0 1,0-1,-1 0,1 0,-5 2,-32 21,31-22,1 0,0 1,0 1,0-1,1 1,0 0,0 1,0 0,1 0,-7 10,12-15,1-1,-1 1,0 0,1 0,-1 0,1 0,0 0,-1 0,1 0,0 0,0 0,1 0,-1 0,0-1,1 1,-1 0,1 0,-1 0,1 0,0 0,0-1,0 1,0 0,0-1,0 1,0-1,1 1,-1-1,0 1,1-1,1 1,7 6,-1-2,1 1,1-1,10 5,-7-4,34 16,1-2,0-2,2-2,70 14,-118-30,-1-1,0 0,1 1,-1-1,0 1,0 0,0-1,1 1,-1 0,0 1,0-1,0 0,0 0,-1 1,1-1,0 1,0 0,-1 0,1-1,-1 1,0 0,0 0,1 0,-1 0,0 0,-1 1,2 2,-2-1,0 0,0 0,-1 0,1 0,-1 0,0 0,0-1,-1 1,1 0,-1-1,0 1,0-1,0 1,0-1,0 0,-4 4,-9 11,0-1,-1-1,-1 0,0-1,-1 0,-24 13,33-23,1 0,-1-1,0 0,0 0,-1-1,1 0,-1-1,1 0,-1-1,0 0,0 0,0-1,1 0,-1-1,0 0,0-1,-9-2,13 2,0 1,1-1,-1 0,1 0,0-1,-1 0,1 0,0 0,1 0,-1-1,1 0,-8-8,-2-8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19.5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78,'0'-6,"6"-3,10 1,7 1,8 3,4 1,3 1,1 1,1 1,0 1,0-1,-7-6,-2-2,0 0,0 1,3 2,-12 2,-9 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20.4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0,'409'0,"-781"0,338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40.2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75 80,'4'-1,"0"0,0-1,0 1,0-1,0 0,0 0,6-4,3-1,4-2,0 1,0 1,0 0,1 1,0 1,1 1,-1 1,19-1,-33 3,14 0,0 0,0 1,-1 1,1 0,25 6,-40-6,0 0,0 0,0 0,0 0,0 1,0-1,0 1,0-1,-1 1,1 0,-1 0,1 1,-1-1,0 0,1 1,-1 0,-1-1,1 1,0 0,-1 0,1 0,-1 0,0 0,0 0,0 0,0 0,-1 1,1-1,-1 0,0 0,0 1,0-1,0 0,-1 0,1 1,-3 5,2-3,-1 0,0 1,0-1,0 0,-1 0,0 0,0-1,-1 1,1-1,-1 0,0 1,-1-2,1 1,-1 0,0-1,0 0,-6 3,-9 5,-1-2,0 0,-34 11,27-11,-31 15,56-23,-31 17,33-19,0 0,1 1,-1-1,0 0,0 1,0-1,1 1,-1-1,0 1,1-1,-1 1,0-1,1 1,-1 0,1-1,-1 1,1 0,-1 0,1-1,0 1,-1 0,1 0,0 0,0-1,-1 1,1 0,0 0,0 0,0 0,0-1,0 1,0 2,3-3,1 1,-1-1,0 0,0 0,0 0,0 0,0-1,0 1,0-1,0 0,0 1,6-4,2 1,5-1,1 1,-1 1,1 0,0 1,22 1,-34 1,-1 0,1-1,0 1,-1 1,1-1,0 1,-1 0,0 0,0 0,1 0,-1 1,0 0,-1 0,1 0,-1 0,1 1,-1-1,0 1,0 0,0 0,-1 0,1 0,2 7,0 5,0 1,-1 0,-1 0,-1 0,0 0,-1 0,-1 1,-1-1,-3 21,4-34,-1 0,0 0,1 0,-2 0,1 0,0-1,-1 1,0-1,0 1,0-1,0 1,0-1,-1 0,1 0,-1 0,0-1,0 1,0-1,0 1,0-1,-1 0,1 0,-1 0,0-1,1 1,-1-1,0 0,-5 1,-10 1,0-1,0-1,0 0,-33-4,24 1,-168-3,163 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41.7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232 0,'-3'0,"1"1,0-1,-1 1,1 0,0-1,0 1,0 0,-1 0,1 1,0-1,0 0,1 1,-1-1,0 1,0-1,-2 5,-25 34,21-28,-23 33,11-18,2 0,-16 33,23-38,1 0,1 1,-9 40,16-52,0 1,1-1,0 0,1 0,0 0,1 0,1 0,-1 0,2 0,4 15,-3-16,0 1,0-1,1 0,1 0,0-1,0 0,1 0,0 0,1-1,-1 0,2 0,14 10,-18-14,0-1,0 0,1 0,0-1,-1 1,1-1,0-1,0 1,0-1,1 0,-1 0,0-1,0 0,0 0,1 0,-1-1,0 0,0 0,0 0,0-1,0 0,0 0,9-6,-4 2,0-1,0 0,-1-1,0 0,-1-1,0 0,0 0,8-13,-13 18,-1-1,0 0,0 1,0-1,-1 0,0 0,0-1,0 1,0 0,-1-1,0 1,0-1,-1 0,1 1,-1-1,0 1,-1-1,1 0,-1 1,-3-10,2 11,0 1,0-1,0 1,0-1,-1 1,0 0,1 0,-1 0,0 0,-1 1,1-1,0 1,-7-4,-55-22,27 13,34 13,0 1,1-1,-1 1,0 0,0 0,0 1,0-1,0 1,0 0,0 0,0 0,0 0,0 1,0 0,1 0,-1 0,-6 2,-2 3,0 0,1 1,-21 15,32-22,-23 17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42.7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117 82,'-2'0,"0"1,0 0,1-1,-1 1,0 0,0 0,1 0,-1 1,1-1,-1 0,1 1,0-1,-1 0,1 1,0 0,0-1,-1 3,-19 32,20-35,-10 21,0 1,1 0,1 0,2 1,-8 34,14-51,0 0,0 0,1 0,0 0,0 0,1 0,0 0,0 0,0 0,1 0,0 0,0-1,1 1,0-1,0 1,1-1,-1 0,1 0,1-1,-1 1,1-1,0 0,0 0,7 4,-5-4,0-1,1 0,0-1,0 0,0 0,0-1,0 0,1 0,-1-1,1 0,-1 0,1-1,-1 0,1 0,-1-1,1-1,-1 1,0-1,1-1,-1 1,0-1,-1-1,1 0,9-6,4-4,6-3,-2 0,0-2,-1-1,27-30,-46 45,-1 0,0 0,0 0,0-1,0 0,-1 0,0 0,0 0,-1 0,0-1,0 1,0-1,-1 1,0-1,0 0,-1 1,0-1,0 0,0 0,-1 1,0-1,0 0,-1 1,0-1,-5-10,0 3,-1 1,0 1,-18-21,0 0,22 27,-1 1,0 0,0 1,0-1,-1 1,1 0,-1 0,0 0,0 1,-1 0,1 0,-1 1,1 0,-1 0,0 0,0 1,0 0,0 0,1 1,-1 0,0 0,0 0,0 1,0 0,0 1,0 0,0 0,1 0,-1 1,1-1,0 2,0-1,-6 5,-7 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44.2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466 0,'0'5,"-1"0,0 0,0 0,0 0,-1 0,0-1,0 1,0-1,0 1,-5 6,-34 42,30-40,-115 121,102-111,16-13,1-1,0 1,1 0,0 1,-5 10,6-10,0-1,-1 1,0-2,0 1,-15 16,18-24,0 1,0-1,0 0,0 0,0 0,0-1,-1 1,1-1,-1 0,1 1,-1-2,1 1,-1 0,0-1,1 1,-1-1,0 0,1-1,-1 1,1-1,-1 1,0-1,-4-1,5 1,0 0,0-1,0 1,0 0,0-1,1 0,-1 0,0 1,1-2,-1 1,1 0,0 0,0-1,-1 1,2-1,-4-5,2 3,1-1,0 1,0-1,0 0,1 0,-1 0,2 0,-2-10,2 6,1 0,-1 0,1 0,1 0,0 0,0 1,1-1,0 1,1-1,9-15,-10 20,0 0,1 0,0 0,0 1,0 0,1 0,-1 0,1 0,0 1,0 0,0 0,0 0,1 0,-1 1,1 0,9-2,-8 3,0 0,1 1,-1 0,0 0,1 0,-1 1,0 0,1 1,-1 0,0 0,0 0,0 1,7 4,7 6,0 0,-1 2,-1 0,0 2,-1 0,27 33,-24-26,1-1,1-1,34 25,-40-35,1-1,31 15,-43-23,0-1,0 0,0 0,1 0,-1-1,0 0,1 0,-1-1,1 0,0 0,-1 0,11-3,7-4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47.4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0,'0'7,"0"8,0 8,0 8,0 4,0 3,0 1,0 1,0 1,0-1,0-1,0 0,6-6,3-4,-1 1,-1-11,-9-9,-4-7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48.5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79,'0'-6,"6"-3,9 1,9 1,6 3,5-6,3 0,2 1,0 2,0 3,0 1,0 2,-1 1,-7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49.7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78,'-13'0,"2"0,10 0,11 0,4-7,6-1,7-1,-2-4,2 0,2 2,4 3,1 2,-4 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53.0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0 236,'0'2,"0"0,0 1,1-1,-1 1,1-1,-1 0,1 1,0-1,0 0,0 0,0 1,0-1,0 0,1 0,-1 0,1-1,-1 1,1 0,3 2,-1-1,0 0,1-1,-1 0,1 1,-1-2,1 1,0-1,0 1,5 0,6-1,0 1,0-2,0 0,0-1,18-4,244-57,-218 50,-12 2,1 2,63-3,23 13,75-4,-189-1,40-11,16-2,0 11,103 7,59-4,-212-1,38-12,-40 9,-1 1,29-2,108 7,22-2,-154-2,-1-2,0-1,34-13,-31 9,60-11,-52 16,-7 2,37-10,-36 6,1 1,0 2,43-1,107 8,-69 1,423-3,-505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54.87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0 175,'31'-1,"-18"0,1 1,-1 0,1 1,-1 1,19 4,-28-5,0 0,-1 1,1-1,-1 1,0 0,1 0,-1 0,0 0,0 1,-1-1,1 1,0 0,-1 0,1 0,-1 0,0 0,0 1,-1-1,1 1,0-1,-1 1,0-1,1 8,3 34,-5-39,0 1,0-1,1 0,0 1,0-1,0 0,1 0,0 1,0-1,4 6,-6-12,1 1,-1-1,0 0,1 1,-1-1,1 0,-1 0,1 0,-1 1,0-1,1 0,-1 0,1 0,-1 0,1 0,-1 0,1 0,-1 0,1 0,-1 0,1 0,-1 0,1 0,-1 0,0-1,1 1,-1 0,1 0,-1 0,1-1,-1 1,0 0,1-1,-1 1,0 0,1-1,-1 1,0 0,1-1,-1 1,0-1,1 1,11-18,-2-2,-2 0,8-29,-9 26,17-40,-13 43,0 1,1 0,17-21,-22 32,0-1,1 2,0-1,0 1,1 0,0 1,0 0,14-6,-20 10,1 1,-1 0,1 0,-1 0,1 1,0-1,-1 1,1 0,0 0,-1 0,1 1,0-1,-1 1,1 0,-1 0,1 0,-1 0,1 1,-1-1,0 1,0 0,0 0,0 0,0 0,3 3,8 9,-1-1,0 2,18 27,-4-7,-22-28,0 1,0-1,0 1,-1 0,0 0,-1 1,1-1,-2 1,1 0,-1-1,-1 1,0 0,0 0,0 0,-1 1,-1-1,1 0,-4 15,-5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55.4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40,'7'0,"8"0,8 0,8 0,-3-6,2-3,1 1,2 1,3 2,0 2,2 2,-5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56.8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82 487,'-1'-2,"1"1,-1-1,1 0,-1 1,0-1,0 1,0 0,0-1,0 1,0 0,0-1,0 1,0 0,0 0,-1 0,1 0,-1 0,1 0,-3-1,-11-9,10 5,0-1,1 0,0 1,0-2,0 1,1 0,1-1,-1 1,1-1,0 0,1 0,-1-11,0 4,2-1,0 1,0 0,2 0,4-25,-3 31,0 0,0 1,1-1,0 1,0 0,1 0,0 1,12-15,-15 20,-1 0,1 0,0 0,0 0,0 0,1 1,-1-1,0 0,1 1,-1 0,0 0,1-1,0 2,-1-1,1 0,0 0,-1 1,1-1,0 1,0 0,-1 0,1 0,0 0,0 1,-1-1,1 1,0-1,-1 1,1 0,-1 0,1 0,-1 1,4 1,0 1,0 1,1 1,-2-1,1 1,-1 0,1 0,-2 1,9 13,-3 0,13 39,-14-34,-9-23,1-1,-1 1,1-1,-1 1,1-1,-1 1,1-1,0 1,0-1,0 1,0-1,0 0,0 0,0 1,0-1,1 0,-1 0,0 0,1 0,1 1,-1-3,-1 1,0-1,1 0,-1 1,1-1,-1 0,0 0,1 0,-1 0,0 0,0 0,0 0,0 0,0-1,0 1,0 0,0-1,0 1,-1 0,1-1,0-1,26-49,-10 19,30-45,-41 70,0-1,1 1,0 1,0-1,1 1,0 1,0-1,1 1,18-9,-25 14,0 0,0 0,1 0,-1 0,0 1,1-1,-1 1,0-1,1 1,-1 0,1 0,-1 0,0 0,1 0,-1 1,1-1,-1 1,0 0,1-1,-1 1,0 0,0 1,0-1,0 0,0 0,0 1,0-1,2 3,3 4,-1 0,0 1,0 0,-1 0,6 13,-7-13,1-1,-1 0,11 14,-14-22,0 1,-1-1,1 0,0 0,0 0,-1 1,1-1,0 0,0 0,0 0,-1 0,1 0,0 0,0 0,-1-1,1 1,0 0,0 0,-1-1,1 1,0 0,0-1,-1 1,1 0,0-1,-1 1,1-1,-1 0,1 1,-1-1,1 1,-1-1,1 0,0 0,18-23,-3-2,-6 9,1 0,24-28,-32 42,0-1,1 1,-1 0,1 0,-1 1,1-1,0 1,0-1,0 1,0 0,1 1,-1-1,1 1,-1 0,1 0,-1 0,9 0,-10 1,0 1,0-1,0 0,0 1,0 0,0 0,0 0,0 0,-1 0,1 1,0-1,-1 1,1 0,-1-1,1 1,-1 0,4 5,-2-2,-1 0,0 1,0-1,0 1,0 0,-1 0,0 0,2 7,0 10,-1 1,-1-1,-1 36,-1-24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00.7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7,'0'7,"0"-11,0-5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01.9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47,'2'0,"1"1,-1 0,1 0,-1 1,0-1,0 0,1 1,-1-1,0 1,0 0,0 0,-1 0,1 0,0 0,-1 0,1 0,-1 1,2 2,4 6,7 10,-1 1,-1 0,0 1,-2 0,-1 1,-1 0,0 1,-2 0,5 48,-4 14,-8 137,-2-91,-2-68,4-60,0 0,0 0,0 0,-1 0,0 0,0 0,-1-1,1 1,-1-1,-4 5,7-8,-1 0,0 0,0-1,0 1,0 0,0 0,0-1,0 1,0-1,0 1,0-1,0 0,0 1,0-1,0 0,0 0,0 1,-1-1,1 0,0 0,0 0,0-1,0 1,0 0,0 0,-1-1,1 1,0 0,0-1,0 1,0-1,0 1,0-1,0 0,0 1,1-1,-1 0,0 0,0 0,0 0,1 1,-1-1,0-1,-3-4,0 1,0-1,1 1,0-1,0 0,-3-8,1-5,0 0,1-1,1 1,0-31,5-85,1 54,-4-58,4-107,-3 238,1 1,0 0,1 0,-1 1,1-1,1 0,-1 1,1-1,0 1,1 0,-1-1,1 2,0-1,1 0,-1 1,1 0,0 0,1 0,-1 1,1 0,0 0,0 0,0 1,0 0,1 0,0 0,-1 1,1 0,0 0,0 1,11-1,15-1,44 2,-64 1,-1 1,1 1,0 0,-1 1,1 1,17 6,-26-7,1-1,-1 1,0 0,-1 0,1 0,0 0,-1 1,0-1,0 1,0 0,0 0,-1 0,1 1,-1-1,0 0,0 1,-1 0,1-1,-1 1,0 0,0 0,-1 0,1 6,-1-5,0-1,0 0,-1 1,1-1,-1 0,0 0,0 0,-1 0,0 0,0 0,0 0,0 0,-1-1,1 1,-1-1,-1 0,1 1,0-2,-1 1,0 0,-5 3,-43 22,28-19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02.3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525 0,'-6'8,"0"0,1 1,0-1,1 1,0 0,-6 16,-1 3,-184 331,170-316,-30 55,-19 31,-36 63,95-159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03.2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0,'4'0,"1"0,-1 1,1-1,-1 1,1 0,-1 0,1 1,-1-1,0 1,0 0,0 0,0 1,0-1,4 4,-2-1,-1 1,0-1,0 1,0 0,-1 0,0 0,0 1,2 6,4 12,-2-1,0 2,7 49,0-8,-7-37,-2 1,4 38,-10-61,1-1,-1 1,-1 0,1-1,-1 1,-1-1,1 1,-1-1,-1 1,1-1,-1 0,0 0,-1-1,-5 9,-6 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03.8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439 1,'-18'0,"0"0,0 1,0 1,0 1,0 0,1 2,-1 0,1 1,0 0,1 1,0 1,-22 15,-123 106,158-127,0 1,0 0,0 0,0 0,1 1,-1-1,1 1,0-1,0 1,-2 4,4-6,0-1,-1 1,1-1,0 1,0-1,0 1,0 0,0-1,1 1,-1-1,0 1,1-1,-1 1,1-1,-1 1,1-1,0 1,0-1,-1 0,1 1,0-1,0 0,0 0,1 0,-1 0,0 0,0 0,1 0,1 1,9 6,1-1,-1 0,1-1,0-1,1 0,0-1,17 4,102 8,-85-12,-10 1,40 12,-35-7,-39-10,-3 0,1 1,0-1,0 0,-1 0,1 1,0-1,-1 1,1 0,0-1,-1 1,1 0,-1 0,1 0,-1 0,1 0,-1 0,0 1,0-1,2 3,-4 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05.0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282 0,'1'0,"0"0,0 0,0 0,0 1,0-1,0 0,0 0,0 1,0-1,0 0,0 1,0-1,0 1,-1 0,1-1,0 1,0 0,0-1,-1 1,1 0,0 0,-1-1,1 1,-1 0,1 0,-1 0,1 0,-1 0,0 0,1 0,-1 0,0 0,0 0,0 0,0 0,0 0,0 0,0 0,0 0,0 0,0 0,0 0,-1 0,1 0,-1 2,0 1,0 1,-1 0,0-1,1 0,-2 1,1-1,0 0,-6 6,-10 7,0-1,-2-1,-39 23,-26 19,56-39,25-17,0 1,0 1,-1-1,1 0,1 1,-1 0,0 0,1 0,-1 1,1-1,0 1,-4 7,7-11,0 1,0 0,0-1,0 1,0 0,0-1,0 1,0 0,0-1,1 1,-1 0,0-1,0 1,1-1,-1 1,0 0,1-1,-1 1,1-1,-1 1,1-1,-1 0,1 1,-1-1,1 1,0-1,-1 0,1 1,-1-1,1 0,0 0,-1 0,1 1,0-1,0 0,29 5,-28-5,102 4,4-1,-95-1,0 0,0 1,0 0,-1 1,1 0,14 8,42 20,-59-26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05.7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1 192,'0'20,"0"1,7 34,-5-46,0 0,1 0,0 0,1-1,0 1,0-1,1 0,7 9,-7-9,1-1,1 0,-1 0,1 0,0 0,0-1,1-1,0 1,0-1,0 0,1-1,0 0,0 0,0-1,0 0,0-1,0 0,1-1,-1 1,1-2,0 1,-1-1,1-1,-1 0,1 0,-1-1,1 0,16-7,19-10,-2-2,0-1,44-33,-84 53,1-1,-1 1,0-1,0 0,0 0,0 0,0 0,0-1,-1 1,0-1,1 0,-2 1,1-1,0 0,-1 0,1 0,-1-1,0 1,-1 0,1 0,-1 0,0-9,-1 7,0-1,-1 1,0-1,-1 1,1 0,-1 0,0 0,0 1,-1-1,0 1,0-1,0 1,-10-8,-6-5,-1 2,-1 0,-1 1,0 1,-1 2,0 0,0 1,-2 2,1 0,-1 2,-48-7,69 13,0 0,0 0,0 1,0 0,0 0,1 0,-1 0,0 1,0 0,0 0,0 0,1 1,-1-1,0 1,1 0,0 1,-1-1,1 1,-5 4,-15 18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36.5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434 1,'0'0,"1"0,-1 0,1 0,-1-1,1 1,-1 1,1-1,-1 0,1 0,-1 0,1 0,-1 0,1 0,-1 0,1 1,-1-1,1 0,-1 0,1 1,-1-1,0 0,1 1,-1-1,1 1,-1-1,0 0,0 1,1-1,-1 1,0-1,1 1,-1-1,0 1,0-1,0 1,0-1,0 1,0-1,1 1,-1-1,0 1,0-1,0 1,-1-1,1 1,0-1,0 1,0-1,0 1,0-1,-1 1,1-1,0 1,0-1,-1 1,1-1,0 0,-1 1,1-1,0 0,-1 1,1-1,-1 0,1 1,-1-1,1 0,-1 0,0 1,-69 32,45-23,2 1,-34 20,33-16,-26 19,46-31,1 0,-1 0,1 0,-1 1,1-1,0 1,0 0,1 0,-4 6,6-10,0 1,-1 0,1 0,0 0,0 0,0 0,0 0,0-1,0 1,0 0,0 0,0 0,0 0,1 0,-1 0,0 0,0-1,1 1,-1 0,1 0,-1 0,1-1,-1 1,1 0,-1-1,1 1,0 0,-1-1,1 1,0-1,-1 1,1-1,0 1,0-1,0 1,-1-1,1 0,0 0,0 1,1-1,43 8,-34-7,13 4,0 0,0 2,-1 0,0 2,0 0,-1 2,0 0,-1 1,0 2,19 15,-32-22,-1 0,1 1,-1-1,-1 1,1 1,-1-1,-1 1,0 0,0 1,0-1,-1 1,-1 0,5 19,-7-22,0 1,0 0,0 0,-1 0,0 0,-1 0,0-1,0 1,-1 0,0 0,0-1,-1 1,1-1,-2 0,1 0,-1 0,0 0,-8 10,-17 14,-43 37,14-15,51-47,1 0,-2-1,1 0,-1-1,1 0,-1 0,0 0,-1-1,1-1,-1 1,1-1,-15 1,13-2,0 0,-1 0,1-2,0 1,-1-1,1-1,0 0,0 0,0-1,-14-6,19 7,0-1,0 0,1 0,-1 0,1-1,0 0,0 1,0-2,0 1,1 0,-1-1,-4-8,1-3,0 0,-8-29,11 32,0 0,0 1,-2 0,1-1,-11-15,1 10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37.4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44 312,'3'0,"0"-1,0 1,0-1,0 0,-1 0,1 0,0-1,0 1,-1-1,1 1,-1-1,1 0,2-3,30-31,-30 31,16-20,22-32,-37 48,0 0,-1 0,0 0,-1-1,0 1,0-1,3-19,-6 26,-1 1,0-1,0 0,0 0,0 1,-1-1,1 0,-1 1,1-1,-1 0,0 1,0-1,0 1,-1-1,1 1,0 0,-1-1,0 1,1 0,-1 0,0 0,0 0,0 1,0-1,-1 0,1 1,0-1,-1 1,1 0,-1 0,1 0,-1 0,1 1,-1-1,0 0,-4 1,0-1,1 0,-1 0,1 1,-1 0,0 1,1-1,-1 1,1 0,0 1,-1-1,1 2,0-1,0 0,-9 6,9-3,0 0,1 1,0-1,0 1,0 0,1 0,0 1,0-1,0 1,1 0,0 0,0 0,1 0,0 1,0-1,1 1,0-1,0 1,1-1,1 15,0-8,0 0,1-1,1 1,0-1,1 1,0-1,1 0,0-1,1 1,14 19,-16-26,1-1,0 0,0-1,1 1,0-1,-1 0,1 0,0-1,1 0,-1 0,13 4,9 1,41 7,-67-14,13 2,0 0,0-1,0 0,1-1,-1-1,0-1,28-4,-29-1,-14 6,1 0,-1 0,0 0,1 0,-1-1,0 1,0 0,1 0,-1 0,0-1,0 1,1 0,-1 0,0-1,0 1,0 0,0-1,1 1,-1 0,0 0,0-1,0 1,0 0,0-1,0 1,0 0,0-1,0 1,0 0,0-1,0 1,0 0,0-1,0 1,0 0,-1-1,1 1,-7-8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40.4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76 1,'-2'0,"1"1,0-1,-1 1,1-1,0 1,-1-1,1 1,0 0,0-1,0 1,-1 0,1 0,0 0,0 0,0 0,0 0,1 0,-1 1,0-1,0 0,1 0,-1 1,1-1,-1 0,1 1,-1 2,-8 41,9-41,-3 38,2 42,-1 20,2-103,0 1,0-1,0 1,0-1,-1 1,1-1,0 1,-1-1,1 1,-1-1,1 1,-1-1,1 1,-1-1,0 0,0 0,0 1,0-1,0 0,-1 1,-7-7,2-15,5 11,0-1,1 0,1 0,-1 0,1 0,1 0,0 0,0 0,1 0,0 1,1-1,0 0,1 1,0 0,0 0,1 0,0 1,0-1,12-12,4-6,-13 16,0 1,0 1,0-1,19-14,-23 22,-1-1,1 1,0 0,0 0,1 1,-1-1,0 1,1 0,-1 0,0 0,1 0,-1 1,1 0,-1 0,1 0,-1 1,8 1,-6-1,0 0,0 1,0 0,0 0,-1 1,1-1,-1 1,0 1,0-1,0 1,0-1,0 1,-1 1,0-1,0 1,0 0,0-1,3 8,-2-2,0 0,-1 0,-1 1,1 0,-2-1,1 1,-1 0,-1 0,0 13,6 70,-8-76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41.8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 2,'-7'0,"-1"6,6 3,10-1,11-1,8-3,7-1,3-8,3-3,0 0,1 1,-1 2,-14 2,-17 1,-11 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44.28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3 423,'-1'-68,"-1"19,7-63,-4 98,1 0,1 0,0 1,1-1,0 1,1 0,1 0,0 0,9-12,-13 21,1 1,0-1,0 1,0 0,0 0,0 0,1 1,-1-1,1 1,0 0,0 0,0 0,0 1,0-1,0 1,0 0,0 0,0 0,1 0,-1 1,0 0,1 0,-1 0,0 1,1-1,-1 1,0 0,0 0,1 0,-1 1,0 0,0-1,-1 1,1 1,0-1,-1 1,1-1,-1 1,0 0,0 0,0 0,4 6,2 5,0 1,-1 0,0 0,-1 1,-1 0,7 29,14 33,-24-76,0-11,-2-13,-1 2,1-1,1 1,1 0,10-38,-12 53,1 0,0 0,0 0,0 0,0 1,1-1,0 1,0 0,0-1,0 1,1 1,-1-1,1 0,0 1,0 0,1 0,-1 0,1 1,-1-1,1 1,0 0,0 0,0 1,0-1,6 0,-8 2,1-1,-1 0,1 1,-1 0,1 0,0 0,-1 0,1 0,-1 1,1 0,0 0,-1 0,0 0,1 0,-1 1,0-1,0 1,1 0,-1 0,-1 0,1 1,0-1,0 0,-1 1,0 0,1 0,-1 0,0 0,0 0,-1 0,1 0,1 4,2 10,-1 0,-1 0,0 1,-2-1,1 29,3 27,-2-58,-1-2,1-1,0 1,6 13,-6-24,0-12,-1-12,-1 3,1 0,1 0,0 1,2-1,0 1,1 0,0 0,2 0,0 1,1 0,1 1,0 0,19-22,-27 36,0 0,-1 0,1 1,0-1,0 0,0 1,1-1,-1 1,0 0,0 0,1-1,-1 2,1-1,-1 0,1 0,-1 1,1-1,0 1,-1 0,1 0,-1 0,1 0,0 0,3 2,-2-1,-1 1,0-1,0 1,0 0,0 0,0 1,-1-1,1 0,0 1,-1 0,0-1,0 1,0 0,0 0,0 0,-1 0,3 7,2 7,-1 1,-1-1,0 1,-2-1,2 33,-4-7,-7 54,3-77,-10 35,1-4,8-24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45.54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73 1,'13'11,"0"0,2-1,-1-1,1 0,0-1,18 6,-18-8,-1 1,0 0,0 1,-1 1,1 0,19 18,-32-25,1-1,-1 0,0 1,0-1,1 1,-1-1,0 1,-1 0,1 0,0-1,0 1,-1 0,1 0,-1 0,1 0,-1-1,0 1,0 0,0 0,0 0,0 0,0 0,-1 0,1 0,-1 0,1-1,-1 1,0 0,1 0,-1-1,0 1,0 0,0-1,-1 1,1-1,0 1,0-1,-1 0,1 1,-1-1,-2 2,-8 5,-1 1,0-2,0 0,-19 8,15-8,-2 2,0 1,0 0,1 2,1 0,0 1,0 0,1 2,-26 30,30-33,11-12,1 0,0 0,0 0,0 0,0 0,0 0,-1 0,1 0,0 0,0 0,0 0,0 0,0 0,-1 0,1 0,0 0,0 0,0 0,0 0,0-1,0 1,-1 0,1 0,0 0,0 0,0 0,0 0,0 0,0-1,0 1,0 0,0 0,0 0,0 0,0 0,0-1,0 1,0 0,0 0,0 0,0 0,0-1,0 1,0 0,0 0,0 0,0 0,5-30,3 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46.6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0 157,'0'6,"1"0,-1 0,1 0,0 0,1-1,-1 1,1 0,0-1,0 1,1-1,0 0,0 0,0 0,1 0,-1 0,1-1,0 1,0-1,1 0,-1-1,6 4,0-1,-1 0,1-1,0-1,1 0,-1 0,1-1,-1 0,1-1,0 0,15 0,-12-1,90 1,-91-3,-1 0,0-1,0 0,0 0,0-2,15-5,-23 7,-1 0,1-1,-1 1,0 0,0-1,0 0,0 0,0 0,-1 0,1 0,-1 0,0-1,0 1,0-1,0 1,-1-1,1 0,-1 0,0 0,0 0,-1 0,1 0,-1 0,0 0,0 0,-1-5,1 3,0 0,-1 1,0-1,-1 1,1-1,-1 0,0 1,0 0,-1 0,0 0,0 0,0 0,0 0,-1 1,1-1,-1 1,0 0,-6-4,-14-6,0 1,-2 1,-31-11,24 10,14 7,-1 1,0 0,0 2,0 0,0 1,-27 2,15-1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48.0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1,'6'0,"9"0,9 0,7 0,4 0,3 0,1 0,1 0,0 0,0 0,0 0,-1 0,0 0,-1 0,-12 0,-19 0,-9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49.1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142 40,'-13'0,"-10"0,-9 0,-5 0,11 0,15 0,17 0,14 0,10 0,6 0,4-7,1-1,1-1,-1 3,0 1,-1 2,-14 2,-11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50.6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6,'0'0,"0"0,0 0,0 0,0-1,0 1,0 0,0 0,0 0,0 0,0-1,0 1,0 0,0 0,0 0,0-1,1 1,-1 0,0 0,0 0,0 0,0-1,0 1,0 0,0 0,1 0,-1 0,0 0,0 0,0-1,0 1,0 0,1 0,-1 0,0 0,0 0,0 0,0 0,1 0,-1 0,0 0,0 0,0 0,1 0,-1 0,0 0,12 6,14 18,-23-21,29 26,43 29,-40-33,40 39,-60-49,2-1,-1-1,2-1,-1 0,35 16,-49-27,-1 0,1 1,-1-1,0 1,1-1,-1 1,0 0,0-1,0 1,0 0,0 0,0 1,-1-1,1 0,1 5,-2-6,-1 1,0 0,0-1,0 1,0-1,0 1,0 0,-1-1,1 1,0-1,-1 1,0-1,1 1,-1-1,0 1,1-1,-1 0,0 1,0-1,0 0,0 0,0 0,-1 0,1 0,0 0,0 0,-1 0,-1 1,-15 10,-38 18,37-21,-1 2,-17 12,-22 17,34-25,2 2,-29 25,49-39,0 0,-1 0,1 0,0 0,-1-1,0 0,1 1,-1-1,0-1,0 1,0 0,-1-1,1 0,0 0,-6 1,-8-4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58.8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3 112,'-1'47,"-1"-17,4 43,-1-66,0 0,0 0,0 0,1 0,0 0,0-1,1 1,0-1,0 1,1-1,5 8,-5-10,1 0,0 0,0-1,0 1,0-1,0 0,0-1,1 1,-1-1,1 0,0-1,0 1,0-1,0 0,6 0,8 0,0 0,0-2,24-3,-37 3,0 0,0 0,-1-1,1 0,0-1,-1 0,1 0,-1 0,0-1,0 1,0-1,-1-1,1 1,-1-1,0 0,7-10,1-4,-2 0,0 0,-1-1,8-22,-16 38,0 0,0-1,0 1,-1-1,1 1,-1-1,0 0,-1 1,1-1,-1 0,0 0,0 1,0-1,-1 0,1 0,-1 1,-1-1,1 0,0 1,-1-1,0 1,0 0,-1 0,1 0,-1 0,0 0,0 0,0 0,0 1,0 0,-1 0,-7-5,4 1,-1 1,0 0,-1 1,1 0,-1 0,0 1,0 0,0 0,-1 1,0 0,-13-1,16 3,0 1,0 0,0 0,0 1,0 0,0 0,0 0,1 1,-1 0,1 1,-1-1,1 1,0 1,0-1,0 1,0 0,-5 5,-9 10,5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59.91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32 308,'-7'12,"8"-11,5-8,69-86,-5 8,-66 79,0 1,0-1,-1 0,0 0,0 0,-1 0,0 0,0-1,0 1,-1-1,1-8,-2 13,0 0,0-1,-1 1,1 0,0 0,-1-1,0 1,0 0,1 0,-1 0,0 0,-1 0,1 0,0 0,0 1,-1-1,1 0,-1 1,0-1,1 1,-1-1,0 1,0 0,0 0,0 0,0 0,0 0,0 0,0 0,-1 1,1-1,0 1,0 0,-1-1,-3 1,0 0,-1 0,1 0,0 0,0 1,0 0,0 0,0 1,0 0,0 0,0 0,0 0,1 1,-1 0,1 0,0 1,0-1,0 1,1 0,-1 1,-6 7,8-8,0 0,0 0,0 1,0-1,1 1,0-1,0 1,0 0,0 0,1 0,0 0,0 0,0 0,1 1,-1-1,1 0,1 0,-1 0,1 0,0 1,0-1,0 0,1 0,2 6,4 3,0-1,1 0,16 18,3 3,-21-25,1 0,0-1,0 0,0 0,1-1,1 0,-1-1,1 0,0 0,14 5,1-3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0.2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0,'0'7,"0"8,0 9,7 6,2 5,-1 3,-2 2,-1 0,-2 0,-8-6,-3-10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0.6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68 17,'-7'0,"-1"-6,-7-3,0 7,2 11,3 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1.0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0,'6'0,"10"0,7 0,8 7,4 2,-4 6,0 1,-6 4,0-2,2 3,3-2,-4 2,1-2,1 1,4-2,2 3,-5-3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1.5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511 1,'-10'0,"1"0,-1 1,1 1,-1-1,1 1,0 1,0 0,0 0,0 1,1 0,-10 6,5-1,1 0,1 0,0 1,0 1,1 0,-12 17,-52 76,48-63,-2-2,-2-1,-1-2,-63 58,76-80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2.1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1 190,'1'5,"0"-1,0 0,1 0,0 0,0 0,0 0,4 6,1 4,-1-3,0 0,1 0,0 0,0-1,1 0,1 0,0-1,0 0,1-1,0 0,0 0,1-1,13 7,-7-6,1-1,1 0,-1-2,1 0,0-1,0-1,0-1,22 1,-30-3,0 0,0-1,0 0,0-1,0 0,0 0,0-1,-1-1,0 0,1 0,15-10,-20 9,1 1,-1-1,1-1,-1 1,-1-1,1 0,-1-1,0 1,-1-1,1 0,-1 0,-1 0,1-1,-1 1,-1-1,3-12,-2 7,0 1,-2-1,0 0,0 0,-1 1,0-1,-5-23,4 31,0 0,-1 0,0 0,0 0,0 0,0 0,-1 0,0 1,0-1,0 1,-1 0,1 0,-1 0,0 1,0-1,0 1,-1 0,1 0,-1 0,0 1,-5-3,-11-2,-1 1,-44-7,22 5,17 2,0 2,-1 0,1 2,-49 3,68-1,0 1,0 0,0 0,1 1,-1 0,0 1,1-1,0 1,-1 1,1-1,0 1,1 1,-1-1,1 1,0 0,0 0,0 1,1 0,-1 0,-7 13,2 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3.6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1 236,'1'3,"-1"0,2 1,-1-1,0 0,1 0,-1 0,1 0,0 0,0 0,4 4,5 7,10 21,38 64,-52-85,0 0,-1 1,-1-1,-1 1,4 19,-9-20,-7-18,-10-21,18 25,-7-11,1-1,0-1,1 1,0-1,1 1,0-1,1-1,1 1,-1-16,0-20,5-58,0 48,-3 53,2-1,-1 0,1 0,0 0,0 1,1-1,0 0,0 1,3-7,-2 9,0-1,0 1,1-1,0 1,0 0,0 0,0 1,0-1,1 1,-1 0,10-4,1 1,0 0,0 1,1 1,-1 0,1 1,0 1,0 0,0 1,0 1,26 3,-38-3,1 1,-1 0,0-1,0 2,0-1,0 0,0 1,0 0,0 0,0 0,-1 0,5 4,9 11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4.1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238 196,'1'-3,"0"1,0-1,0 1,0-1,0 1,1-1,-1 1,1 0,-1-1,1 1,0 0,0 0,3-2,10-14,-13 16,0-1,0 0,0 0,-1 0,1 0,-1 0,0 0,0 0,0-1,-1 1,1 0,-1 0,0-1,0 1,0-1,0 1,0 0,-1 0,1-1,-1 1,0 0,0 0,0-1,-4-4,2 3,0 1,-1 0,1 0,-1 1,0-1,0 1,-1 0,1 0,-1 0,1 1,-1-1,0 1,0 0,0 0,-7-1,1 1,1 0,0 0,-1 1,1 0,-1 1,1 0,-1 0,1 2,-14 2,20-3,-1 0,1 0,0 1,0 0,-1 0,1 0,1 1,-1-1,0 1,0 0,1 0,0 0,-1 0,1 1,0-1,1 1,-1 0,1-1,0 1,-1 1,2-1,-1 0,-1 7,0 1,1-1,0 1,1 0,0 0,1 0,0 0,1 0,1 0,0 0,0 0,1 0,1-1,6 16,-6-18,0-1,0-1,1 1,0-1,0 0,1 0,0 0,0-1,1 0,0 0,0 0,0-1,0 0,1-1,0 0,0 0,0 0,16 4,-4-4,1-1,0-1,30 0,-18-2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4.8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146 34,'-3'1,"1"-1,-1 1,1 1,0-1,-1 0,1 1,0-1,0 1,0-1,0 1,0 0,0 0,1 0,-1 0,0 0,1 0,0 1,-2 3,-4 4,-9 10,1 1,1 1,1 1,1 0,-12 30,23-50,0-1,0 1,1 0,-1 0,1-1,-1 1,1 0,0 0,0 0,0 0,0-1,1 1,-1 0,1 0,0 0,0-1,0 1,0 0,0-1,0 1,1-1,1 3,1-2,-1 1,1-1,-1 0,1-1,0 1,0-1,1 0,-1 1,0-2,1 1,-1-1,7 2,5 0,0-1,0 0,0-1,0-1,0 0,1-2,16-2,-25 2,0 0,-1 0,1-1,0 0,-1 0,0 0,0-1,0-1,0 1,0-1,-1 0,0 0,0-1,-1 0,1 0,-1 0,0-1,-1 1,0-1,0 0,0-1,-1 1,0-1,0 1,2-15,-2 10,0-1,-1 1,0-1,-1 1,-1-1,-1-24,0 34,0-1,1 0,-1 1,0-1,-1 0,1 1,-1-1,1 1,-1 0,0-1,0 1,-1 0,1 0,-1 0,1 1,-1-1,0 1,0-1,0 1,0 0,0 0,-1 0,1 1,-1-1,1 1,-8-2,7 2,0 0,0 1,-1 0,1-1,0 2,0-1,-1 0,1 1,0 0,0 0,0 0,0 0,0 1,0 0,0 0,0 0,1 0,-1 0,1 1,-1-1,1 1,0 0,0 0,0 0,-3 6,4-6,0 0,0 0,1 0,-1 0,1 0,-1 1,1-1,0 0,0 1,1-1,-1 1,1-1,0 1,0-1,0 1,0-1,0 1,1-1,0 1,-1-1,1 1,1-1,-1 0,0 1,1-1,0 0,-1 0,1 0,1 0,-1-1,3 4,3 1,0 1,1-2,-1 1,2-1,-1-1,0 0,1 0,0 0,0-2,1 1,16 3,-12-5,0 0,0 0,0-2,0 0,0 0,0-1,27-7,-7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5.7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0,'2'1,"1"-1,-1 1,1-1,-1 1,1 0,-1 0,0 0,1 0,-1 1,0-1,0 1,0-1,0 1,0 0,0 0,-1-1,1 1,0 0,2 5,0-1,0 1,-1 0,0-1,0 2,3 9,1 20,-2 1,-2 0,-1-1,-6 69,1-18,3 335,0-390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6.6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0,'7'0,"1"7,1 8,4 2,1 4,-3 6,-2 4,-4 4,-1 2,-3 2,-1 0,0 1,-1-1,1 1,-1-2,-6-5,-9-10,-1-8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7.2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40,'20'-1,"0"-1,0-1,30-9,34-4,211 10,-180 8,-99-2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2:13.5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45,'0'-6,"7"-3,2-6,-1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9.1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116 231,'1'-3,"0"-1,0 1,0 0,0-1,1 1,-1 0,1 0,0 0,0 0,5-4,3-8,-1 1,-2 3,0 0,-1 0,0-1,-1 1,5-16,-9 24,-1 1,1 0,-1-1,1 1,-1-1,0 1,0 0,0-1,-1 1,1-1,0 1,-1 0,0-1,1 1,-1 0,0 0,0-1,0 1,0 0,-1 0,1 0,-1 0,1 0,-1 1,0-1,1 0,-1 1,0-1,0 1,0 0,0 0,-1-1,1 1,-3 0,2-1,0 1,-1-1,1 1,-1 0,1 0,-1 1,1-1,-1 1,1 0,-1 0,0 0,1 0,-1 0,1 1,-1 0,1 0,-1 0,1 0,0 0,-1 1,1-1,0 1,0 0,0 0,0 0,0 0,1 1,-1-1,1 1,-1-1,1 1,0 0,0 0,0 0,0 0,1 1,-1-1,1 0,0 1,0-1,-1 6,-11 41,3 0,1 0,3 1,2 0,5 89,-1-136,1 0,-1-1,1 1,0 0,0-1,1 1,-1-1,1 0,-1 1,1-1,0 0,1 0,-1 0,0 0,1 0,-1-1,1 1,0-1,0 0,0 1,0-2,1 1,-1 0,0 0,1-1,-1 0,1 0,-1 0,6 1,10 1,0-1,0-1,0-1,30-3,-20 2,-22 1,-1 0,1 0,-1-1,1 0,-1 0,1 0,-1-1,0 0,1 0,-1 0,0-1,-1 0,9-5,3-10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09.7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1 133,'3'0,"0"-1,0 0,0 0,0 0,0 0,-1 0,1-1,5-2,15-8,8 4,48-6,-53 11,-1-2,1 0,35-14,-28 7,61-13,-89 24,-1 0,1 0,-1-1,1 0,-1 0,1 0,5-4,-43 16,14 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1.0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4,'-1'59,"3"69,-1-121,0 0,1-1,0 0,0 1,0-1,1 0,0 0,0 0,1 0,-1-1,1 0,0 1,1-1,-1 0,1-1,0 1,0-1,1 0,-1-1,1 1,0-1,0 0,7 3,8 1,-1 0,1-1,0 0,0-2,42 3,-53-7,-1 1,1-2,-1 1,1-1,-1-1,0 0,0 0,0-1,0 0,0 0,10-6,-14 6,0-1,0 1,0-1,0 0,-1 0,1-1,-1 1,0-1,0 0,-1 0,0 0,1-1,-2 1,1-1,-1 1,0-1,0 0,1-7,-1 4,-1-1,0 0,0 1,-1-1,0 0,-1 1,0-1,-1 0,0 1,0-1,-1 1,0 0,-1 0,-5-10,6 14,-1-1,1 1,-1 0,0 0,0 0,-1 1,0-1,1 1,-1 0,-1 1,1-1,0 1,-1 0,0 0,0 1,0 0,0 0,0 0,0 1,0 0,0 0,-10 0,13 0,1 1,-1 0,0 0,1 0,-1 0,1 0,-1 1,1-1,-1 1,1 0,-1-1,1 1,0 0,-1 1,1-1,0 0,0 1,0-1,0 1,0-1,0 1,0 0,0 0,1 0,-1 0,1 0,-1 0,1 1,0-1,0 0,0 1,0-1,1 1,-1-1,0 5,1-1,0 0,0-1,0 1,1 0,0 0,1-1,-1 1,1-1,0 1,0-1,0 0,1 0,0 0,0 0,5 5,-1-2,1 0,1 0,-1-1,1 0,0 0,1-1,11 5,79 33,-75-34,4 2,1-1,49 11,-46-17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1.6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410 0,'-38'0,"1"1,-1 2,-66 14,91-14,1 1,-1 0,1 1,0 0,1 1,-1 0,1 1,0 0,1 1,0 0,0 0,0 1,1 0,-13 19,20-26,1-1,0 1,-1-1,1 1,0 0,0-1,0 1,1 0,-1 0,0 0,1-1,-1 1,1 0,-1 0,1 0,0 0,0 0,0 0,0 0,0 0,1 0,-1 0,0 0,1 0,0 0,-1-1,1 1,0 0,0 0,0-1,0 1,0 0,0-1,0 1,1-1,-1 1,1-1,-1 0,1 0,-1 0,1 0,0 0,0 0,-1 0,3 1,7 2,0 0,0-1,1 0,-1 0,1-1,16 0,178-3,-203 1,1 1,-1-1,0 1,1-1,-1 1,1 0,-1 0,0 0,0 1,0-1,0 1,0 0,0 0,5 4,-7-5,0 1,0-1,-1 0,1 1,0-1,0 1,-1-1,1 1,-1-1,0 1,1 0,-1-1,0 1,0-1,0 1,0 0,0-1,0 1,0 0,-1-1,1 1,-1-1,1 1,-1-1,1 1,-1-1,0 1,0-1,0 0,0 1,0-1,-1 2,-7 7,1-1,-1 0,-1 0,0-1,0 0,0-1,-1 0,-16 7,17-9,0 0,0-1,-1-1,1 1,-1-2,0 1,0-1,0-1,-21 0,4-6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2.1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409 0,'-37'0,"-1"2,-42 8,61-7,1 2,-1 0,1 1,1 1,-1 1,-18 11,6-4,23-12,0 0,0 1,1-1,-1 1,1 1,0-1,1 1,-1 0,1 0,-8 10,12-14,1 0,-1 1,1-1,0 0,-1 1,1-1,0 0,0 1,0-1,0 1,0-1,0 1,0-1,0 0,1 1,-1-1,1 0,-1 1,1-1,-1 0,1 1,0-1,0 0,-1 0,1 0,0 0,0 0,0 0,0 0,0 0,1 0,-1 0,0 0,0-1,0 1,3 0,6 5,0-1,1 0,13 4,-22-8,24 6,0-1,1-1,0-1,36 1,-18-2,-38-3,0 1,0 1,1-1,-1 1,-1 0,1 1,0 0,12 7,-18-9,1 0,0 0,-1 0,1 0,-1 0,0 1,1-1,-1 1,0-1,0 1,0 0,0-1,0 1,0 0,0-1,-1 1,1 0,-1 0,1 0,-1 0,0 0,1 0,-1 0,0 0,0-1,-1 1,1 0,0 0,-1 0,1 0,-1 0,1 0,-1-1,0 1,0 0,0 0,-2 2,-5 7,0 0,-1 0,0-1,-1 0,0 0,-21 14,-1-2,-41 21,51-32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2.4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1,'6'0,"10"0,1 6,5 3,-2 5,-4 8,-5 6,-4 6,-3 2,-3 3,-1 0,-1 1,7-7,2-9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44.2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131 290,'0'-6,"0"-9,-7-2,-2-4,0-6,-4-4,-1-4,-4 4,1 1,14 23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3.2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0,'0'8,"1"0,0-1,0 1,0 0,1-1,0 1,1-1,0 1,0-1,0 0,6 8,-7-12,0 0,1 0,-1 0,0 0,1-1,0 1,-1-1,1 0,0 0,0 0,0 0,1 0,-1-1,0 1,1-1,-1 0,1 0,-1 0,1-1,-1 1,1-1,-1 0,1 0,0 0,5-1,4-2,0-1,0-1,-1 0,1-1,-1 0,14-10,-12 8,-1 0,1 1,0 0,24-7,-30 12,1 0,0 0,0 1,0 0,0 1,0 0,0 0,0 1,15 2,-20-1,1-1,-1 1,1 0,-1 0,0 0,0 1,0 0,0-1,-1 1,1 0,-1 1,1-1,-1 1,0-1,-1 1,1 0,-1 0,1 0,-1 1,1 4,8 25,-5-1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3.57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124 0,'1'128,"-3"144,-7-194,-27 110,7-43,26-130,0 0,-1 0,0 0,-1-1,-10 21,0-11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3.9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41,'13'0,"10"0,16 0,6 0,3 0,0 0,4 0,1 0,4-7,-2-1,4-1,-2 3,-4 1,-5 2,-4 1,-2 2,-10 6,-9 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4.2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166 239,'-1'0,"0"1,0 0,0 0,0 0,0 0,0 0,1 0,-1 0,0 0,0 0,1 0,-1 0,1 0,-1 1,1-1,0 0,-1 0,1 1,0-1,0 0,0 0,0 1,0-1,0 0,0 1,0-1,1 0,0 2,0 0,1-1,-1 0,1-1,0 1,0 0,0 0,0-1,0 1,0-1,1 0,-1 0,0 0,4 2,8 1,0 0,1 0,28 2,-33-5,1-1,0-1,-1 0,1 0,-1-1,0 0,0-1,1 0,-2 0,1-1,0-1,-1 0,0 0,11-8,-13 8,-1 0,0 0,0-1,-1 1,0-1,0 0,0-1,0 1,-1-1,0 0,-1 0,0-1,0 1,0-1,-1 1,0-1,0 0,-1 0,0-12,-1 16,-1 0,1 0,-1 0,0 0,-1 0,1 0,-1 1,0-1,0 0,0 1,0-1,0 1,-1 0,0 0,1 0,-1 0,0 0,-1 0,1 1,0 0,-1-1,-4-1,-4-2,1 0,-1 1,0 1,0 0,0 0,-14-1,-21 0,0 1,0 3,-85 9,119-6,0 1,-23 7,12-2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4.7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0,'1'1,"-1"1,1-1,0 1,-1-1,1 0,0 1,0-1,0 0,0 0,0 0,0 0,0 0,1 0,-1 0,0 0,2 1,10 9,-8-4,0 1,0-1,-1 1,0 0,-1 0,0 1,0-1,2 13,8 77,-6-31,46 284,-42-259,-5 0,-9 166,-16-123,11-98,3-1,1 1,1 71,9-79,-6-29,0 1,0-1,0 0,0 1,0-1,0 0,0 1,1-1,-1 0,0 1,0-1,0 1,0-1,0 0,1 0,-1 1,0-1,0 0,0 1,1-1,-1 0,0 0,0 1,1-1,-1 0,0 0,1 0,-1 1,0-1,1 0,-1 0,0 0,1 0,-1 0,0 0,1 0,-1 0,0 0,1 0,-1 0,0 0,1 0,-1 0,1 0,-1 0,0 0,1 0,-1 0,0 0,1-1,-1 1,0 0,0 0,1 0,-1-1,0 1,0 0,1 0,-1-1,0 1,0 0,1-1,-1 1,0 0,0-1,0 1,0 0,0-1,1 0,6-15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5.1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41,'44'-2,"77"-14,7-1,-121 17,71-6,127 9,-192-1,-1 0,1 1,-1 1,0 0,0 1,0 0,-1 1,1 0,-1 1,17 13,-7-2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3:16.07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222 0,'-8'1,"0"0,0 0,1 1,-1 0,0 1,1-1,-1 1,1 1,0-1,0 1,0 1,0-1,1 1,-7 6,1 1,0-1,1 2,0-1,1 2,-15 25,22-33,-1 0,1 0,1 0,-1 1,1 0,0-1,0 1,1 0,0 0,0 0,1 7,0-11,1 1,-1-1,1 0,0 0,0 0,0 0,1 0,-1 0,1 0,-1-1,1 1,0-1,0 1,0-1,1 1,-1-1,0 0,1 0,-1 0,1-1,0 1,0 0,0-1,0 0,0 0,3 1,7 2,-1 0,1-1,0-1,0-1,0 1,1-2,-1 0,0-1,0 0,0 0,0-2,0 0,23-8,-22 6,-1-1,1 0,-1-2,-1 1,1-1,-1-1,-1 0,1-1,-1 0,-1 0,0-1,9-14,-16 21,-1 1,0-1,0 0,0 1,0-1,0 0,-1 0,1 0,-1 0,0 0,-1-1,1 1,-1 0,0 0,0-1,-1-6,0 8,0 0,0 0,0 0,-1 0,0 0,1 1,-1-1,0 0,0 1,-1 0,1-1,0 1,-1 0,1 0,-1 0,0 1,0-1,1 1,-1-1,0 1,0 0,-5-1,-9-3,0 1,0 1,0 1,0 0,-19 1,27 1,0 0,-1 1,1 0,0 0,0 1,0 0,0 1,1 0,-1 0,1 1,-10 5,17-8,-1 0,1 0,-1 0,0 0,1 0,0 0,-1 1,1-1,0 0,0 1,-1-1,1 1,0 0,1-1,-1 1,0 0,0-1,1 1,-1 0,1 0,-1 0,1-1,0 1,0 0,0 0,0 0,0 0,0 0,0-1,1 1,-1 0,1 0,-1 0,1-1,0 1,0 0,-1-1,1 1,0 0,1-1,-1 0,0 1,0-1,2 2,3 3,1 0,0-1,-1 0,2 0,-1-1,0 0,1 0,15 5,27 4,64 9,-86-17,32 4,118 26,-159-30,-1 1,0 1,-1 0,1 1,-1 1,-1 1,20 14,-18-9,2-2,22 13,-35-21,1-1,1-1,-1 1,0-1,1-1,0 1,-1-2,15 2,-11-6,-5-4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4:51.2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4:56.2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4:57.7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5:00.1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5:04.3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5:08.3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4:47.5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4:48.6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4:49.9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4:53.2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4:53.5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4:53.8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5:10.9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5:20.3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4.9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419 2,'-12'-1,"-1"1,1 0,-1 1,0 0,1 1,0 0,0 1,-1 1,2 0,-1 0,0 1,1 1,-14 9,9-5,-19 13,-57 49,82-63,1 1,0 0,1 0,0 1,0 0,1 0,0 0,1 1,-9 25,14-32,-1 1,1 0,0 0,1 0,0 0,-1 0,2-1,-1 1,1 0,0 0,0 0,1-1,-1 1,1 0,0-1,1 1,0-1,0 0,0 0,0 0,1-1,-1 1,8 6,5 4,0-2,0 0,1 0,1-2,26 13,-30-17,1-1,0-1,0-1,1 0,-1-1,1-1,0 0,-1-1,1 0,0-2,0 0,-1 0,26-7,-16-1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5.46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36 195,'1'0,"0"0,0 1,0-1,0 0,0 1,1-1,-1 1,0-1,0 1,0 0,0-1,0 1,-1 0,1 0,0 0,0 0,0 0,-1 0,1 0,-1 0,1 0,0 1,13 32,-8-16,9 17,-10-20,1-1,1 0,11 18,-15-28,0 0,1 0,-1-1,1 1,-1-1,1 1,0-1,0 0,1-1,-1 1,0-1,1 0,0 0,7 2,0-1,-1-2,1 1,0-2,0 1,-1-2,1 1,0-2,0 0,-1 0,1-1,-1 0,0-1,0 0,19-11,-23 11,0 1,0-2,0 1,-1-1,1 0,-1 0,-1-1,1 0,-1 0,0 0,0-1,-1 0,0 0,0 0,0 0,-1 0,0-1,-1 0,1 1,-2-1,1 0,0-13,-2 14,-1 0,-1 0,1 0,-1 0,0 0,-1 1,1-1,-1 1,-1 0,1 0,-1 0,0 0,0 0,-1 1,0 0,0 0,0 0,0 1,-1-1,-7-3,-10-7,0 1,-1 2,-49-19,53 24,-1 0,0 1,0 1,0 1,-1 1,1 1,-30 1,48 1,0 0,-1 1,1-1,0 1,0 0,1 0,-1 0,0 0,0 0,0 1,1-1,-1 1,0-1,1 1,0 0,-1 0,1 0,-4 5,-10 19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6.1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46,'0'33,"-1"-9,3 41,-1-60,0 1,0-1,0 0,0 1,1-1,0 0,0 0,0 0,1 0,-1-1,1 1,0-1,4 5,-5-7,0-1,0 0,0 0,0 0,0 0,0 0,0 0,0 0,0 0,0-1,0 1,1-1,-1 0,0 1,0-1,0 0,1-1,-1 1,0 0,0 0,1-1,-1 0,0 1,0-1,0 0,0 0,3-2,6-3,0 0,-1-1,15-14,52-49,-46 39,43-32,-66 57,1 1,-1 0,1 1,0 0,0 0,0 1,0 1,1-1,18-1,-24 3,-1 1,1-1,0 1,-1 0,1 1,0-1,-1 0,1 1,-1 0,1 0,-1 0,1 0,-1 1,1-1,-1 1,0 0,0 0,0 0,0 1,0-1,-1 0,1 1,-1 0,1 0,-1 0,0 0,0 0,2 5,0 3,0 0,-1 1,-1-1,0 1,-1 0,0 0,0 0,-1-1,-1 1,-3 20,0-13,-1 0,0 0,-1 0,-1-1,-16 29,8-21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6.5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38 0,'0'7,"-7"8,-1 9,0 6,1 5,2 3,2 2,8-7,10-8,9-9,6-7,6-5,-4-9,-1-5,1-6,-6-1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6.99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0,'0'3,"1"0,0 0,0 0,0 0,0 0,0 0,0 0,4 4,6 15,7 46,12 79,-23-61,-5 163,-4-118,0-72,1-32,0-1,2 1,1 0,6 31,-7-52,1 0,0 0,0 0,1 0,0 0,0-1,4 7,8 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7.3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1,'7'0,"8"6,2 9,-3 9,-2 6,-5 5,-2 3,-3 2,-8-7,-3-1,-6-7,-1-8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7.68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69 75,'0'-7,"0"-9,-7-1,-8 2,-8 3,-1 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8.1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263 0,'-7'0,"-1"1,0-1,1 1,-1 0,1 1,-1 0,1 0,0 1,0-1,0 2,0-1,0 1,1 0,0 0,-1 1,2-1,-1 2,0-1,1 0,-9 13,-5 7,1 0,-19 33,31-47,1 0,0 0,0 1,1-1,0 1,1 0,1 0,-2 20,4-28,0 1,0-1,1 0,0 0,0 1,0-1,0 0,1 0,-1 0,1 0,0 0,0-1,1 1,2 3,0-1,1 0,0 0,0-1,0 0,0 0,1-1,8 5,2-1,1-1,0 0,0-1,0-1,34 5,29-4,-47-6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8.99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156 22,'-3'0,"0"1,0 0,0 0,0 0,0 0,0 0,0 1,0-1,0 1,1 0,-1 0,-2 3,-29 27,25-22,1 1,0 0,0 0,1 1,1-1,0 2,0-1,2 0,-1 1,1 0,1 0,1 1,-1-1,2 0,0 19,1-28,0-1,0 0,1 1,-1-1,1 1,0-1,0 0,0 0,1 0,-1 0,1 1,0-2,-1 1,1 0,1 0,-1-1,5 5,-3-3,1-1,-1 0,1-1,0 1,0-1,0 0,0 0,1-1,-1 1,8 0,4-1,0 0,0 0,0-2,1 0,-1-1,21-6,-26 6,1-2,-1 0,1-1,-1 0,-1 0,1-2,-1 1,0-1,0-1,-1 0,0 0,-1-1,0-1,0 1,-1-2,0 1,0-1,-2 0,1 0,-1-1,-1 0,6-18,-10 26,0 0,0-1,-1 1,0 0,0-1,0 1,0 0,-1-1,1 1,-1 0,0 0,-1-1,1 1,-1 0,1 0,-1 0,0 1,-1-1,-3-5,1 3,-1 0,1 0,-1 0,0 1,-1 0,1 0,-1 1,0 0,0 0,-11-4,13 5,-1 1,0 1,1-1,-1 1,0 0,0 0,0 0,0 1,0 0,0 0,1 1,-1-1,-11 4,14-3,0 1,-1-1,1 1,0 0,0 0,0 0,0 0,0 1,1-1,-1 1,1 0,-1-1,1 1,0 0,0 1,0-1,1 0,-1 0,1 1,0-1,0 1,0-1,-1 7,2-5,-1-1,1 0,1 0,-1 0,0 0,1 0,0 0,0 0,0 0,0 0,1-1,-1 1,1 0,0-1,0 1,1-1,-1 0,1 1,-1-1,1 0,0-1,0 1,1 0,5 3,9 5,0 0,1-1,31 12,-27-12,28 15,75 50,-120-70,17 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0:59.6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163 373,'0'3,"1"1,0-1,0 0,0 0,0 0,0 0,1 0,-1 0,1 0,0 0,3 4,29 31,-25-29,2 3,1 0,1 0,0-1,0-1,17 10,-20-15,0 0,0-1,0 0,1 0,-1-1,1-1,0 0,0 0,11-1,-4 0,-1-1,1-1,-1-1,1 0,-1-2,32-9,-42 10,0 1,0-1,0 0,-1-1,1 0,-1 0,0 0,0-1,0 0,-1 0,0 0,0-1,0 0,0 0,-1 0,0 0,-1-1,6-11,-8 14,0 0,0 0,0 0,-1 0,1 0,-1 0,0-1,0 1,-1 0,1 0,-1 0,0 0,0 0,-2-6,-1 2,1 1,-2-1,1 1,-1 0,0 0,-10-10,-5-2,0 1,-1 1,-35-21,37 26,6 2,-1 1,0 0,0 1,-1 1,0 0,0 1,-1 1,0 0,-19-2,19 6,0-1,0 0,0-1,0-1,0-1,1 0,-1-1,1 0,1-1,-27-17,24 12,0 2,-1 0,-34-13,26 12,3 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0.2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62,'49'1,"0"-3,0-2,72-15,-75 5,-29 7,0 2,29-5,-41 9,0 1,1-1,-1 1,1 0,-1 1,1-1,-1 1,0 0,1 1,-1-1,0 1,10 5,7 6,-2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1:00.8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82,'7'0,"2"-6,6-9,1-9,4 1,-2 10,-4 13,-3 15,-5 10,-3 8,-8-2,-4 0,0 2,-5-5,0-1,2-5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55:23.8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1:37.49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1096 0,'-38'0,"1"2,-1 1,-37 8,-162 36,167-36,40-7,-47 13,-76 21,132-32,-1-2,1 0,-1-2,-24 1,20-2,0 1,-29 7,28-5,-14 5,40-9,1 1,-1-1,1 1,0-1,-1 1,1-1,0 1,0-1,-1 0,1 1,0 0,0-1,0 1,0-1,-1 1,1-1,0 1,0-1,0 1,0-1,0 1,1-1,-1 1,0 0,0-1,0 1,0-1,0 1,1-1,-1 1,0-1,1 0,-1 1,0-1,1 1,-1-1,0 1,1-1,-1 0,1 1,-1-1,1 1,20 21,-18-20,38 28,-32-24,0 0,0 1,12 12,-11-8,-2 1,0 0,0 0,-1 1,-1 0,8 20,-8-17,1-1,0 0,1 0,15 20,-15-26,1-1,-1 0,1 0,1-1,0 0,17 9,67 29,-87-42,31 13,-9-2,0-1,1-2,1-1,0-1,50 7,-36-9,0 2,-1 2,67 26,-109-37,-1 0,0 1,0-1,0 0,0 1,0 0,1-1,-1 1,0 0,0-1,0 1,0 0,-1 0,1 0,0 0,1 1,-2-1,0-1,0 1,0-1,0 1,0-1,0 1,0-1,0 1,0-1,0 1,-1-1,1 1,0-1,0 1,0-1,-1 1,1-1,0 0,0 1,-1-1,1 1,-1-1,1 0,0 1,-1-1,0 1,-5 3,-1 0,0 0,0-1,-8 4,0-1,-65 30,47-22,-39 23,-250 176,260-163,41-31,-32 20,43-31,1 1,-1 0,2 0,-1 1,1 0,0 0,1 1,1 0,-7 13,-27 40,-11-6,38-45,0 1,1 0,1 0,1 1,-17 30,26-44,1 1,-1-1,1 0,-1 0,1 1,0-1,-1 0,1 1,0-1,0 0,0 1,0-1,0 0,0 1,0-1,1 0,-1 1,0-1,1 0,-1 0,1 1,-1-1,2 2,0-1,0 0,0-1,0 1,0-1,0 0,0 1,0-1,0 0,0 0,1 0,-1-1,4 2,8 1,0-2,1 1,23-2,-30 0,261-1</inkml:trace>
  <inkml:trace contextRef="#ctx0" brushRef="#br0" timeOffset="1">875 1618,'185'-1,"277"1,-445 0,0-1,0-1,0-1,25-6,-36 7,0 0,0 0,-1-1,1 0,-1 0,10-7,-13 8,1 0,-1 0,-1 0,1 0,0 0,0 0,-1-1,1 1,-1 0,0-1,0 1,0-1,0 0,0 1,-1-1,1-3,-1 2,0 0,-1 0,1 0,-1 1,0-1,0 0,-1 0,1 1,-1-1,0 1,0-1,-3-3,-10-17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1:46.16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3,'0'3,"0"-1,0 1,0-1,1 0,-1 1,1-1,0 0,-1 0,1 1,0-1,0 0,1 0,-1 0,0 0,1 0,-1 0,1 0,2 2,0-1,0-1,0 1,0-1,0 0,0 0,0 0,0-1,1 0,5 2,2-1,-1-1,1 0,0 0,0-2,0 1,22-5,196-45,-186 42,2 3,-1 1,89 5,-88 1,-69-3,-21-1,1 2,-1 2,-80 14,93-8,4-1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1:47.36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0,'0'3,"1"-1,-1 1,1-1,0 1,0-1,0 0,0 1,0-1,0 0,1 0,-1 0,1 0,-1 0,1 0,0 0,0 0,0-1,0 1,0-1,2 2,2 1,1-1,0 1,-1-1,1 0,11 3,20 0,1-1,0-2,0-1,62-6,-13 1,373 3,-428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1:50.17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0,'0'13,"6"5,9-1,2 3,4 5,-1 4,-4 4,2-3,-3-1,-3 2,-4 2,-3 2,-3-6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1:51.34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1,'0'6,"0"10,0 8,0-7,0-6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1:52.44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1,'0'6,"0"10,7 1,8-2,8-3,7-4,5-3,3-3,2-2,0 0,-6-7,-10-10,-8-1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1:53.05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1,'6'0,"9"0,9 0,6 0,5 0,3 0,1 0,-5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1:57.15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65 62,'0'7,"2"13,3-19,4-10,24-42,-15 21,-18 30,0 1,0-1,0 0,0 0,0 0,0 1,0-1,0 0,0 0,1 0,-1 1,0-1,0 0,0 0,0 0,0 1,0-1,0 0,1 0,-1 0,0 0,0 1,0-1,0 0,1 0,-1 0,0 0,0 0,0 0,1 0,-1 0,0 1,0-1,0 0,1 0,-1 0,0 0,0 0,0 0,1 0,-1 0,0 0,0 0,1-1,-1 1,0 0,0 0,0 0,1 0,-1 0,0 0,0 0,0 0,0-1,1 1,-1 0,0 0,0 0,0 0,0-1,0 1,1 0,-1 0,0-1,2 23,-2-21,-1 215,-1-85,2-120,0-1,-1 1,0-1,-1 0,0 1,-1-1,0 0,-1 0,-6 14,6-19,1 0,-1 1,1-1,-1 0,-1-1,1 1,-1-1,0 0,0 0,0 0,0-1,-1 1,1-1,-1-1,0 1,-9 2,-6-1,21-4,0 0,-1 0,1 0,0 0,0 0,0 0,0 0,0 0,0 0,0 0,0 0,-1 0,1 0,0 0,0 0,0 0,0 0,0-1,0 1,0 0,0 0,-1 0,1 0,0 0,0 0,0 0,0 0,0 0,0 0,0 0,0 0,0-1,0 1,0 0,0 0,0 0,0 0,0 0,0 0,0 0,0-1,0 1,0 0,0 0,0 0,0 0,0 0,0 0,0 0,0 0,0-1,0 1,0 0,0 0,0 0,0 0,0 0,0 0,0 0,0 0,0 0,0-1,0 1,1 0,1-2,1 0,0 0,-1 0,1 0,0 1,0-1,0 1,5-2,18-3,-1 1,1 1,0 1,0 1,44 3,33-3,-99 2,1-1,-1 1,0-1,0 0,0 0,0 0,0-1,0 0,0 1,0-1,-1-1,5-2,9-11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2:00.39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37 275,'0'0,"0"0,0 0,0 0,0 0,0 0,0 0,0 0,-1 0,1 0,0 0,0 0,0 0,0 0,0 0,0 0,0 0,0 0,0 0,0 0,-1 0,1 0,0 0,0 0,0 0,0 0,0 0,0 0,0 0,0 0,0 0,0 0,0 0,0 0,-1 0,1 0,0 0,0 0,0 0,0 1,0-1,0 0,0 0,0 0,0 0,0 0,0 0,0 0,0 0,0 0,0 0,0 1,0-1,0 0,0 0,0 0,0 0,0 0,0 0,-7-12,-6-20,9 18,1-1,1 0,0 0,1 0,0 0,3-26,-2 36,1 0,0 1,0 0,0-1,0 1,1 0,-1-1,1 1,0 0,1 0,-1 0,1 1,-1-1,1 1,0-1,1 1,-1 0,0 0,1 0,0 1,0-1,0 1,0 0,0 0,0 0,7-2,-6 3,1-1,0 1,0-1,1 2,-1-1,0 1,0 0,0 0,0 0,0 1,1 0,-1 0,0 1,-1 0,1 0,0 0,0 1,-1-1,0 1,1 1,-1-1,0 1,-1 0,1 0,-1 0,1 1,-1-1,0 1,-1 0,0 0,1 1,-2-1,1 1,0-1,-1 1,0 0,-1 0,2 11,1 1,-2 0,0 0,-1 0,-1 1,-1-1,-1 0,0 0,-1 1,-9 28,12-46,0 0,-1 0,1 0,0 0,0 0,-1 0,1 0,-1-1,1 1,0 0,-1 0,0 0,1 0,-1-1,1 1,-1 0,0-1,0 1,1-1,-1 1,0 0,-2 0,3-2,-1 1,0-1,1 0,-1 1,1-1,-1 0,1 1,-1-1,1 0,-1 0,1 0,0 0,0 1,-1-1,1 0,0 0,0 0,0-1,-5-51,5 44,0-1,1 0,0 1,1-1,0 0,0 1,1 0,0 0,1 0,0 0,1 0,0 1,11-16,-12 19,0 0,0 1,1-1,0 1,-1 0,2 1,-1-1,0 1,1 0,-1 0,1 1,0 0,0 0,0 0,0 0,0 1,0 0,0 0,0 1,0 0,1 0,-1 1,8 0,-7 1,0 1,0-1,0 1,-1 0,1 1,-1-1,0 1,0 1,0-1,0 1,-1 0,0 0,0 1,0-1,-1 1,0 0,0 0,0 1,-1-1,0 1,0 0,-1 0,0 0,0 0,0 0,-1 0,0 0,0 1,-1-1,0 0,-1 1,1-1,-1 0,-1 0,-3 12,5-17,-1 0,0 0,0 0,0-1,0 1,0 0,0 0,-1-1,1 1,-1-1,1 0,-1 1,1-1,-1 0,0 0,1 0,-1 0,-4 2,5-3,0 0,0 0,-1 0,1 0,0 0,0 0,-1 0,1-1,0 1,0 0,0-1,0 1,-1-1,1 1,0-1,0 0,0 1,0-1,0 0,0 0,1 0,-1 0,0 0,0 1,1-1,-1-1,0 1,1 0,-1 0,1 0,-1 0,1-2,-4-4,1-1,1 0,0 1,0-1,1 0,-1 0,2 0,-1 0,1 0,0-1,1 1,0 0,0 0,1 0,0 1,0-1,1 0,7-13,-8 17,6-8,0 0,1 0,1 1,17-17,-25 26,0 0,0 0,1 0,-1 1,1-1,-1 1,1-1,-1 1,1 0,0 0,0 0,-1 1,1-1,0 1,0-1,0 1,0 0,0 0,0 0,0 1,-1-1,1 1,0-1,0 1,0 0,-1 0,1 0,0 0,-1 1,5 2,-3 0,1 0,0 0,-1 0,0 0,0 1,0 0,0 0,-1 0,0 0,0 0,0 1,-1 0,0-1,0 1,2 10,-3-7,1 0,-2 1,1-1,-1 0,-1 1,0-1,0 0,-1 1,-3 12,-4 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2:30.6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140 0,'5'2,"-1"-1,1 1,-1 0,1 0,-1 1,0-1,0 1,0 0,0 0,0 0,-1 1,4 4,2 0,-3-2,-1 1,0 0,0 0,0 0,-1 1,0-1,0 1,-1 0,0 0,-1 0,0 0,0 1,1 15,0 2,-2 0,-1 0,-5 34,4-53,0 1,-1 0,-1 0,1-1,-1 1,0-1,-1 0,0 0,0 0,0 0,-1-1,-9 10,10-12,0 0,0 0,0 0,-1-1,1 0,-1 0,0 0,0-1,0 1,0-1,0 0,-1-1,1 1,0-1,-1 0,0 0,1-1,-11 0,10-1,0 0,1 0,-1-1,1 0,0 0,-1 0,1-1,0 0,0 0,1 0,-1 0,1-1,-1 0,-4-6,7 8,-1 0,1-1,1 1,-1-1,0 0,0 1,1-1,0 0,-1 0,1 0,0 0,1 0,-1-1,1 1,-1 0,1 0,0 0,0 0,0-1,0 1,1 0,-1 0,1 0,0 0,0 0,2-5,11-14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2:31.76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16 0,'0'7,"0"9,-7 1,-1-2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2:32.86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1,'6'0,"10"0,7 0,8 0,4 0,3 0,1 0,1 0,0 0,-6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2:33.69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0,'6'0,"10"0,7 0,8 0,4 0,3 0,-6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2:35.69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43 225,'1'-8,"-1"0,1 0,1 0,0 0,0 0,0 0,1 0,5-10,37-55,-12 20,-32 51,-1 1,1 0,0 0,-1-1,1 1,0 0,0 0,0 0,0 0,0 0,0 0,0 0,2-1,-3 2,0 0,1 0,-1 1,0-1,1 0,-1 0,0 0,0 0,1 0,-1 1,0-1,0 0,1 0,-1 0,0 1,0-1,1 0,-1 0,0 1,0-1,0 0,0 1,1-1,-1 0,0 0,0 1,0-1,0 0,0 1,0-1,0 0,0 1,0 0,1 43,-1-35,0 42,-4 96,4-142,-1 0,0 0,0-1,0 1,0 0,-1-1,1 1,-1-1,0 0,-1 0,1 0,-1 0,0 0,0 0,0 0,-5 4,-2-1,1-1,-1 0,1-1,-2 0,-13 4,-6 4,29-13,0 0,0 1,0-1,0 0,0 1,1-1,-1 0,0 1,0 0,0-1,0 1,0-1,1 1,-1 0,0 0,1-1,-1 1,0 0,1 0,-1 0,1 0,-1 1,1-1,1-1,-1 1,1 0,-1-1,1 1,0-1,-1 1,1-1,0 1,0-1,-1 1,1-1,0 0,0 1,0-1,-1 0,1 0,0 0,0 1,1-1,52 5,-54-5,321-2,-288 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3:01.31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0 309,'1'-19,"1"0,0 0,2 0,0 0,1 0,9-24,-13 40,1 0,-1 0,0 0,1 0,0 0,0 0,0 0,0 0,0 1,0-1,1 1,-1 0,1 0,0-1,-1 2,1-1,0 0,0 1,0-1,1 1,-1 0,0 0,0 0,1 0,-1 1,0-1,1 1,-1 0,1 0,-1 0,0 0,1 1,-1-1,0 1,1 0,-1 0,0 0,0 1,0-1,0 1,0 0,0-1,0 1,0 0,-1 1,1-1,-1 0,0 1,1 0,-1-1,0 1,-1 0,1 0,0 0,1 5,1 6,0 0,0 0,-1 1,-1 0,-1-1,0 1,-2 24,0-58,1-57,0 69,1 1,0-1,0 1,0 0,1-1,0 1,1 0,-1 0,1 0,7-11,-5 12,0-1,0 1,1 0,-1 0,1 0,0 1,1 0,-1 0,1 0,7-2,-11 5,-1 0,0 0,1 0,-1 1,0-1,1 1,-1 0,0 0,1 0,-1 0,1 0,-1 0,1 0,-1 1,0 0,1-1,-1 1,0 0,0 0,1 0,-1 0,0 0,0 1,0-1,0 1,-1-1,1 1,0 0,-1 0,1-1,-1 1,1 0,-1 1,2 2,1 7,0-1,-1 1,0-1,-1 1,0 0,-1 0,0 0,-1 0,0 0,-1 0,0 0,-1-1,-1 1,1 0,-2-1,-8 20,23-51,-2-1,0-1,-1 0,9-43,-16 55,0 0,1 1,1-1,0 0,0 1,1 0,0-1,9-13,-9 18,-1 1,1-1,0 1,0 0,0 0,1 1,0-1,-1 1,1 0,0 1,1-1,-1 1,0 0,1 0,-1 0,11-1,-12 2,0 1,0-1,0 1,0-1,0 1,1 0,-1 1,0-1,0 1,0 0,0 0,0 0,0 0,-1 1,1 0,0 0,-1 0,1 0,-1 0,5 4,-6-3,1 1,0-1,-1 1,0 0,0 0,0 0,0 0,-1 0,1 0,-1 0,0 1,0-1,-1 0,1 1,-1-1,0 0,0 1,0-1,-2 6,0 2,-1 0,-1-1,0 1,0-1,-8 14,-10 27,21-49,1 0,-1 0,1-1,-1 1,1 0,0 0,0 0,1 0,-1 0,0 0,1 0,0 0,0 0,0 0,0-1,0 1,1 0,-1-1,1 1,-1-1,1 1,0-1,0 0,0 0,0 0,1 0,3 3,-2-2,0-1,-1 0,1 1,0-1,0-1,1 1,-1 0,0-1,1 0,-1 0,0-1,1 1,-1-1,1 0,-1 0,1 0,6-2,4-4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38.27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 0,'0'618,"0"-616,0 6,0-1,0 1,-1-1,0 1,0-1,-3 8,-4 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39.05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0,'1'8,"0"0,0-1,1 1,0-1,1 1,0-1,0 0,0 0,1 0,8 11,-6-9,-1 0,0 1,0-1,-1 1,3 11,0 19,-2 0,-2 0,-2 1,-4 53,0-7,2 245,1-347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42.48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41 10,'-7'0,"-2"-7,1 5,2 9,1 10,2 8,1 7,2 4,0 3,0 2,0-1,7-7,9-8,1-9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5:45:43.27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1,'0'0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3:05.62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0 155,'13'-1,"0"-1,-1 0,1-1,-1-1,14-5,3 0,13-4,-19 4,1 2,0 1,1 1,29-2,-44 7,9 0,0-1,1-1,-1 0,-1-2,1 0,0-1,32-13,-35 10,1 1,0 1,1 1,0 0,-1 2,33-4,112 6,-94 3,-60-2,0 0,0 1,0 0,0 0,0 1,0 0,-1 0,9 4,-15-5,1 0,-1 0,1 0,-1 0,0 0,1 0,-1 0,0 0,0 1,1-1,-1 1,0-1,0 1,-1-1,1 1,0-1,0 3,0-2,-1 1,0-1,0 0,0 1,0-1,-1 0,1 0,0 1,-1-1,0 0,0 0,1 1,-1-1,0 0,-1 0,-1 3,-5 9,0 1,1 0,0 0,2 0,0 1,0 0,1 0,1 0,1 1,1-1,0 33,2-49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06.67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44 0,'-4'1,"0"-1,1 0,-1 1,0-1,0 1,1 0,-1 0,-4 2,8-2,0-1,-1 0,1 0,0 0,-1 0,1 1,0-1,-1 0,1 0,0 1,0-1,-1 0,1 1,0-1,0 0,-1 0,1 1,0-1,0 1,0-1,0 0,0 1,0-1,0 0,-1 1,1-1,0 1,0-1,0 0,1 1,-1 0,1 0,-1 0,1 0,0 0,0 0,0 0,0 0,0 0,0-1,0 1,0 0,0-1,0 1,2 0,14 9,-1 1,0 1,0 0,-1 1,-1 0,-1 1,1 1,14 22,-4-7,42 42,-45-50,-1 0,-1 1,32 50,-39-52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07.2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230 0,'-35'39,"1"0,3 2,1 2,-35 66,64-108,-18 29,9-23,10-7,-1 0,1-1,0 1,-1 0,1-1,0 1,-1 0,1-1,0 1,0-1,-1 1,1 0,0-1,0 1,0-1,-1 1,1-1,0 1,0-1,0 1,0-1,0 1,0-1,0 1,0-1,0 1,0 0,1-2,7-32,-6 28,7-17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07.7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94 0,'0'7,"-7"8,-1 8,-1 7,3 5,-5 3,-1 2,2 0,3 0,2 0,-4-7,-1-10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08.3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0,'6'0,"9"0,2 7,4 2,-1 6,3 1,4-3,3-3,4-4,2-2,2-3,1 0,0-8,1-3,-1 2,-7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08.7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310 0,'-1'6,"1"0,-1 0,0 0,0 0,0-1,-1 1,0 0,0-1,-1 1,1-1,-1 0,0 0,-1 0,1 0,-1-1,-4 5,-7 5,-1 0,0-2,-24 15,-24 20,41-24,19-18,0 0,0-1,-1 1,1-1,-1 0,0 0,0 0,0-1,-1 0,1 0,-8 3,12-6,0 0,0 0,0 0,0-1,0 1,0 0,0 0,0-1,0 1,0-1,0 1,0-1,0 1,1-1,-1 0,0 1,0-1,0 0,1 1,-1-1,1 0,-1 0,0 0,1 0,-1 0,1 1,0-1,-1 0,1 0,-1-2,-4-18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09.5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40 0,'-4'5,"0"1,1-1,-1 0,1 1,1 0,-1-1,1 1,0 0,0 1,0-1,0 9,-1 13,0 35,3-43,0-3,1 0,1 1,0-2,2 1,0 0,0-1,14 31,5 1,35 55,-55-98,0 0,0 0,0-1,1 1,-1-1,1 1,0-1,0 0,1-1,-1 1,1-1,0 0,0 0,0 0,0-1,0 0,1 0,-1 0,1-1,-1 1,1-1,0 0,-1-1,1 0,0 0,0 0,-1 0,7-2,12-6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10.4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164 0,'2'1,"-1"0,1-1,0 1,0 0,-1 0,1 0,0 0,-1 1,1-1,-1 0,1 1,-1-1,0 1,1-1,-1 1,2 3,18 30,-20-33,5 13,0 0,-1 1,-1-1,-1 1,0 0,-1 0,0 0,-1 18,0-9,1 0,8 36,-5-42,-1 0,-1 0,-1 0,0 0,-2 0,-1 21,0-29,-1 0,0 0,-1 0,0-1,-1 1,0-1,-1 1,0-1,0-1,-1 1,-13 15,-6 9,-25 43,-13 17,62-91,-1-1,0 1,0-1,0 1,0-1,-1 0,1 0,-1 0,1 0,-1-1,1 1,-1-1,0 1,0-1,0 0,0 0,0 0,0-1,0 1,-5 0,-11-3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24.5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276 1,'-6'0,"1"-1,0 1,0 0,-1 1,1-1,0 1,0 0,0 1,-1-1,2 1,-1 0,0 0,0 0,0 1,1 0,0 0,-1 0,1 0,0 0,1 1,-1 0,0 0,1 0,0 0,0 1,1-1,-1 1,-2 7,-113 244,111-239,2 1,0 0,1 0,0 1,2-1,0 1,1 0,1-1,3 23,-1-31,1-1,0 1,1-1,0 0,1 0,-1-1,2 1,-1-1,1 0,0-1,1 0,12 12,-3-9,-2-7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26.6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542 0,'-1'5,"0"-1,0 0,-1 0,1 0,-1 0,0 0,-4 6,-2 3,-8 19,-13 41,24-63,0 0,0 0,0-1,-1 1,-1-1,0-1,0 0,0 0,-1 0,-13 9,8-6,0-2,-1 1,0-2,-1 0,0-1,-19 7,13-8,-1-2,1 0,0-1,-1-1,0-1,-39-4,57 3,0 0,1-1,-1 0,0 1,1-1,-1-1,1 1,-1 0,1-1,0 0,-1 0,1 0,0 0,0 0,1-1,-1 1,-4-6,4 4,1 0,0 0,0-1,0 1,0-1,1 1,0-1,0 1,0-1,1 0,-1 1,1-7,2-10,1 0,0 1,2-1,0 1,8-20,-12 37,0 0,0 0,0 1,0-1,1 1,-1-1,1 1,-1-1,1 1,0 0,0 0,0 0,0 0,0 0,0 0,5-2,-5 3,0 1,0 0,-1-1,1 1,0 0,0 0,0 0,-1 1,1-1,0 0,0 1,-1-1,1 1,0-1,-1 1,1 0,0 0,-1 0,1 0,-1 0,0 0,1 0,-1 0,0 1,0-1,1 0,-1 1,1 1,8 11,-1 0,0 1,14 31,-15-28,1-1,21 32,-10-22,-10-13,0 0,22 20,-27-30,-1 0,1 0,0-1,1 1,-1-1,0-1,1 1,0-1,0 0,-1 0,10 1,13 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27.3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0,'0'7,"6"2,9-1,9-2,7-1,4-2,3-1,1-2,1 0,0 0,-6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27.9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0,'7'0,"2"7,6 1,7 0,7-1,4-2,-3-9,-1-3,2 0,-11 0,-9 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28.8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29 122,'-1'1,"-1"-1,1 0,-1 1,1-1,0 1,-1-1,1 1,0 0,0-1,0 1,-1 0,1 0,0 0,0 0,0 0,0 0,1 0,-1 0,0 0,0 1,1-1,-1 0,0 0,1 1,-1-1,1 0,0 1,-1-1,1 1,0-1,0 0,0 1,0-1,0 2,0 0,0 1,0-1,0 0,0 0,1 0,-1 0,1 0,0 0,0 0,0 0,0 0,0 0,1 0,3 5,0-5,-1 1,1-1,0 0,1 0,-1-1,0 0,1 0,-1 0,1 0,0-1,0 0,7 1,6-1,-1 0,31-3,-24 0,0-2,35-10,-50 12,-1-1,1 0,-1-1,0 0,-1-1,1 0,-1 0,0-1,10-8,-15 11,-1-1,1 1,-1 0,0-1,0 1,0-1,0 0,0 1,-1-1,0 0,0 0,0 0,0 0,-1 0,1 0,-1-1,0 1,0 0,-1 0,1 0,-1 0,0 0,0 0,0 0,0 0,-1 0,0 1,0-1,0 0,0 1,0 0,-1-1,1 1,-1 0,0 0,0 0,0 1,-1-1,1 1,0 0,-1 0,0 0,1 0,-1 0,0 1,-7-2,-11-1,0 1,0 0,0 2,-33 2,49-1,-29 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29.6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1,'2'0,"1"0,-1 1,0 0,0-1,1 1,-1 0,0 0,0 0,0 0,0 1,0-1,0 1,-1-1,1 1,0-1,2 5,25 35,-21-29,22 39,-2 2,23 61,-41-90,19 51,-4 1,-4 1,18 112,-23-111,-9-50,-2 1,0 0,-2 0,0 46,-4-69,0 0,-1 0,1 0,-1 0,0-1,-1 1,0-1,1 1,-6 6,6-10,1 1,-1-1,0 0,1 1,-1-1,0 0,-1 0,1-1,0 1,0 0,-1-1,1 1,-1-1,1 0,-1 0,0 0,0 0,1 0,-1 0,0-1,-3 1,-10-8,4-5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36.6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1,'0'6,"0"9,0 9,0 6,0 6,0 2,0 1,0 1,0 0,0 0,0 0,0-8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38.0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739 0,'0'3,"-1"-1,0 1,1-1,-1 1,0-1,0 1,-1-1,1 0,-1 1,1-1,-1 0,1 0,-1 0,-2 2,-30 25,7-7,1 2,-42 51,38-40,0-7,-1-1,-1-1,-1-2,-71 40,61-39,32-18,-1-1,0 0,-1-1,1 0,-1-1,0-1,0 0,-1 0,-15 0,25-3,-1 1,1-1,0-1,-1 1,1 0,0-1,-1 0,1 0,0 0,0-1,0 1,0-1,0 0,0 0,0-1,1 1,-1-1,1 0,0 0,-1 0,1 0,1 0,-1-1,0 1,1-1,0 0,0 1,0-1,0 0,1 0,-3-8,1-1,1 0,0 0,1 0,1-1,0 1,0 0,2 0,-1-1,5-14,-4 23,-1 0,1 0,0 0,0 0,1 0,0 1,-1-1,1 1,1-1,-1 1,6-4,-6 5,-1 1,2 0,-1 0,0 1,0-1,1 1,-1-1,1 1,-1 0,1 0,-1 1,1-1,0 1,-1-1,1 1,0 1,6 0,-5 0,0 0,0 0,0 1,-1 0,1 0,-1 0,1 0,-1 1,0 0,0-1,0 2,0-1,5 7,5 6,-2 0,13 21,13 16,2-8,-17-21,-2 0,18 28,-38-50,5 8,0 0,1 0,-1-1,2 0,-1 0,1-1,1 0,0-1,16 12,-2-9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38.55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55,'6'0,"10"0,8 0,6 0,5 0,3-6,1-3,1 1,1-5,-1-1,-7 10,-9 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39.3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1,'7'0,"8"0,8 0,7 0,5 0,3 0,2 0,-6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40.4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99 81,'-2'1,"0"-1,0 1,0-1,0 1,0 0,0 0,0 0,1 0,-1 0,0 0,1 0,-1 1,1-1,-1 0,1 1,-1-1,1 1,0 0,-2 3,-19 39,18-37,-2 7,-1 1,2 0,0-1,0 2,-4 30,9-42,0 0,0 0,0 0,0 0,1 0,0 1,0-1,0 0,0 0,0 0,1-1,0 1,0 0,0 0,0-1,1 0,-1 1,1-1,0 0,0 0,0 0,0-1,0 1,1-1,-1 1,1-1,-1 0,5 1,5 2,-1-1,0 0,1-1,0 0,0-1,0 0,0-1,0-1,0 0,0-1,21-3,1-3,0-2,66-26,-81 28,-1-1,0-1,0-1,-1-1,28-22,-42 31,-1-1,1 0,-1-1,0 1,1 0,-2-1,1 0,0 0,-1 0,0 0,0 0,0 0,0-1,-1 1,1 0,-1-1,0 0,-1 1,1-1,-1 1,0-1,0 0,0 1,-1-1,0 0,1 1,-2-1,1 1,0 0,-1-1,-3-6,-1 2,0 0,-1 0,0 0,0 1,-1 0,0 1,0 0,-1 0,0 0,0 1,0 1,-1-1,0 2,0-1,-1 1,1 1,-1 0,1 0,-1 1,-12-1,8 2,0-1,0 2,0 0,0 1,0 0,0 1,1 1,-1 0,0 2,1-1,0 1,0 1,1 1,-18 10,11 0,4 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40.8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1,'7'0,"1"6,7 9,1 9,-3 6,-3 6,-3-5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41.4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0,'0'7,"0"8,0 9,7 0,1 2,0 4,-1 2,-2 4,-2 1,-2 1,0 1,-1 0,0 0,-1-6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41.9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42.3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42.64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35,'0'-6,"6"-3,9 1,9 1,-1 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23:42.9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35.4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 0,'0'4,"0"6,0 5,0 5,0 2,0 2,0 2,0-1,0 1,0 0,0-1,0 0,0 0,-4-4,-1-7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36.6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95,'1'-1,"-1"0,1-1,-1 1,1 0,0 0,-1-1,1 1,0 0,0 0,0 0,0 0,0 0,0 0,0 0,0 0,0 0,0 1,2-2,28-14,-24 13,-2 0,11-6,0 1,1 1,-1 0,2 1,-1 1,24-4,-39 9,0 0,0 0,0 0,0 0,0 0,0 1,0-1,0 1,0 0,0 0,0-1,0 1,-1 0,1 0,0 1,-1-1,3 2,0 1,-1 0,0 0,0 0,0 1,0-1,3 9,1 5,-1 0,6 33,-11-48,3 21,-1-1,-1 48,-2-61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37.96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68 71,'12'-1,"-1"0,0 0,1-1,20-7,-26 8,-1-1,0 0,1 0,-1-1,0 0,0 0,0 0,-1 0,1-1,-1 0,6-6,-10 10,1 0,-1-1,0 1,0 0,1 0,-1-1,0 1,0 0,0-1,1 1,-1 0,0-1,0 1,0 0,0-1,0 1,0 0,0-1,0 1,0 0,0-1,0 1,0 0,0-1,0 1,0 0,0-1,0 1,0 0,0-1,0 1,-1 0,1-1,0 1,0 0,0-1,-1 1,1 0,0-1,-17-2,-20 7,30-2,-1 1,1 0,0 0,0 1,0 0,0 0,0 0,1 1,0 0,-10 10,2 1,1 0,-21 34,33-47,-1-1,1 0,0 0,-1 1,1-1,0 0,1 1,-1-1,0 1,1-1,0 1,-1 0,1-1,0 1,0-1,0 1,1-1,-1 1,1 0,-1-1,1 1,0-1,0 0,0 1,1 2,1-2,-1 0,1 0,0-1,0 1,0-1,0 1,0-1,0 0,0 0,1 0,-1 0,1-1,0 0,-1 0,1 0,6 1,163 23,-166-25,1 0,0-1,0 0,0 0,-1-1,1 0,0 0,-1 0,0-1,0-1,0 1,0-1,0 0,9-8,-10 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39.2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162 0,'-1'1,"-1"-1,0 1,0-1,0 1,0 0,0-1,0 1,1 0,-1 0,0 0,1 1,-1-1,1 0,-1 1,1-1,-1 0,1 1,0 0,0-1,0 1,0 0,0 0,0-1,1 1,-1 0,0 0,1 2,-3 6,0 0,1 0,-1 18,3-23,0 0,1 0,-1 0,1 0,0 0,0 0,1 0,0 0,0 0,0-1,0 1,1-1,-1 0,1 1,0-1,0-1,1 1,-1 0,1-1,0 1,0-1,0 0,6 3,-4-3,-1 0,1 0,-1-1,1 0,0 0,0 0,0-1,0 1,0-1,0-1,0 1,0-1,1 0,-1-1,0 0,0 0,0 0,0 0,7-4,-10 4,-1 0,1 0,-1 0,0-1,0 1,0-1,0 0,0 0,0 0,0 0,0 0,-1 0,1 0,-1 0,1-1,-1 1,0 0,0-1,0 1,0-1,-1 0,1 1,-1-1,0 0,1 1,-1-1,0 0,0 1,-1-1,1 0,-1 1,1-1,-2-3,0 0,0 0,0 0,-1 0,0 1,0-1,0 1,-1 0,1 0,-1 0,0 0,-1 0,1 1,-8-5,8 6,-22-13,25 15,0 1,0-1,1 1,-1-1,0 1,0-1,0 1,0 0,0 0,0-1,0 1,0 0,0 0,0 0,1 0,-1 0,0 0,0 0,0 1,0-1,0 0,0 0,0 1,-1 0,2 0,0 1,-1 0,1 0,0-1,1 1,-1 0,0-1,0 1,1 0,-1-1,1 1,0-1,-1 1,1 0,0-1,2 3,0 3,6 20,-1 0,6 34,-5-18,6 23,32 81,-25-94,-11-29,-1 1,13 52,-22-74,0 1,0 0,-1 0,0 0,1 0,-1 0,-1 0,1 0,-1 0,1 0,-1 0,0 0,0 0,-1 0,-1 4,1-6,-1 1,1-1,0 0,-1 0,1 0,-1 0,1 0,-1-1,0 1,0-1,0 0,0 0,0 0,0 0,0 0,0-1,0 1,0-1,-6 0,-17 2,-53-4,72 2,0-1,0 0,0-1,0 0,0 0,0 0,1-1,-1 0,1-1,0 1,0-1,-7-6,-1-1,-12-12,1-1,-43-53,67 76,1 0,-1 0,0 0,0 0,1 0,-1 0,1 0,-1-1,1 1,0 0,-1 0,1-1,0 1,0 0,0 0,0-1,0 1,0 0,0-1,0 1,1 0,-1-2,7-8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40.6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73 1,'-1'0,"0"0,-1 1,1-1,0 1,-1 0,1-1,0 1,0 0,0-1,0 1,0 0,0 0,0 0,0 0,0 0,0 0,-1 2,-14 24,12-21,-1 3,1 0,-1 0,2 0,-1 0,1 1,1-1,-2 14,3-21,1 0,0 0,0 1,0-1,0 0,0 1,0-1,0 0,1 0,-1 1,1-1,0 0,0 0,-1 0,1 0,1 0,-1 0,0 0,0 0,1 0,-1 0,1-1,0 1,-1-1,1 1,0-1,0 1,0-1,0 0,0 0,0 0,0 0,0-1,1 1,-1 0,3-1,1 1,-1 0,1-1,0 0,0 0,0 0,0-1,0 0,-1 0,1 0,0-1,-1 0,1 0,7-5,-10 6,-1 0,1-1,-1 0,0 1,0-1,1 0,-1 0,0 0,-1-1,1 1,0 0,-1-1,1 1,-1-1,0 0,0 1,0-1,0 0,0 0,0 1,-1-1,0 0,1 0,-1 0,0 0,0 0,-1 0,1 1,-1-5,-1 4,1 0,0 0,-1 0,1 1,-1-1,0 1,0-1,0 1,0 0,0-1,0 1,-1 0,-2-2,3 3,1 0,-1 0,0 0,0 0,0 0,1 0,-1 0,0 0,0 1,0-1,0 1,0-1,0 1,-1 0,1 0,0 0,0 0,0 0,0 0,-2 1,4-1,-1 1,1-1,0 0,-1 0,1 0,0 0,0 1,-1-1,1 0,0 0,0 1,-1-1,1 0,0 1,0-1,0 0,0 1,-1-1,1 0,0 1,0-1,0 0,0 1,0-1,0 0,0 1,0-1,0 0,0 1,0-1,0 0,0 1,8 15,14 11,-21-26,35 35,1-1,79 56,-106-85,1 0,1-1,-1 0,18 5,-23-8,1 0,-1 0,1-1,-1 0,1 0,0-1,0 0,-1 0,12-2,-3-6,-4-2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41.5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28 1,'1'80,"-3"88,-10-92,7-51,-3 46,7-51,3 157,-2-173,1-1,-1 1,1-1,0 1,0-1,0 1,0-1,1 0,0 0,-1 1,1-1,0 0,1 0,-1-1,0 1,1 0,-1-1,1 0,0 1,0-1,0 0,0 0,0-1,1 1,-1-1,0 0,1 1,-1-1,1-1,-1 1,1-1,-1 1,1-1,0 0,-1 0,1 0,0-1,-1 1,1-1,-1 0,7-3,-7 3,-1 0,0-1,0 1,0-1,0 1,0-1,0 0,-1 0,1 0,0 0,-1 0,1 0,-1 0,0-1,0 1,0 0,0-1,0 1,-1-1,1-3,3-13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42.1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61,'4'0,"6"0,5 0,4 0,3 0,3-4,0-2,1 1,-1 1,1 1,-5-3,-1-1,0 1,0 2,2 1,0 2,-3-4,-4-1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42.8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0,'4'0,"5"0,2 5,-1 4,1 6,0 4,-3 4,-3 1,-1 1,-2 1,-2 0,0-1,-9-4,-2-5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43.2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10,'0'-4,"0"-2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44.3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0,'6'0,"0"1,0-1,0 1,0 0,0 0,-1 0,1 1,0 0,-1 0,0 1,1-1,-1 1,0 0,0 1,-1-1,1 1,-1 0,1 0,-1 1,-1-1,1 1,-1-1,1 1,-1 1,-1-1,1 0,-1 1,3 6,12 39,-8-23,14 32,-23-60,0 0,0 1,0-1,0 0,0 1,1-1,-1 0,0 0,0 1,0-1,0 0,1 0,-1 1,0-1,0 0,1 0,-1 0,0 1,0-1,1 0,-1 0,0 0,0 0,1 0,-1 1,0-1,1 0,-1 0,0 0,0 0,1 0,-1 0,0 0,1 0,8-10,7-29,-10 22,68-141,-65 140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45.7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118 0,'-5'2,"1"0,-1 1,1-1,0 1,0-1,0 1,0 0,0 1,1-1,0 1,-5 6,6-9,-6 8,1 0,0 1,0 0,1 0,0 0,1 1,-8 22,12-30,0 0,0 0,0 0,1 0,-1 1,1-1,0 0,0 0,0 0,1 0,-1 0,1 0,0 0,0 1,0-2,0 1,0 0,0 0,1 0,-1 0,1-1,0 1,0-1,0 1,0-1,1 0,-1 0,0 0,1 0,-1 0,1-1,0 1,0-1,0 1,4 0,-2 0,0 0,1 0,-1-1,1 0,0 0,-1 0,1-1,0 1,-1-2,1 1,0 0,-1-1,1 0,-1-1,1 1,-1-1,9-3,-10 2,0 1,0 0,0-1,-1 0,1 0,-1 0,0-1,1 1,-1-1,-1 1,1-1,-1 0,1 0,-1 0,0-1,0 1,-1 0,0-1,1 1,-1-1,0-7,0 6,-1-1,0 1,0 0,0 0,-1 0,0-1,0 1,-1 0,0 0,0 0,0 1,-5-9,5 11,0 0,0 0,-1 0,1 0,-1 0,0 0,0 1,0-1,0 1,0 0,-1 0,1 0,-1 1,1-1,-1 1,0 0,1 0,-1 0,0 0,0 1,-4-1,8 1,-1 0,1-1,-1 1,1 0,-1 0,1 0,-1 0,1 0,-1 0,0 0,1 0,-1 0,1 0,-1 0,1 0,-1 0,1 1,-1-1,1 0,-1 0,1 1,-1-1,1 0,-1 0,1 1,0-1,-1 1,1-1,-1 0,1 1,0-1,-1 1,1-1,0 1,0-1,-1 1,1-1,0 1,0-1,0 1,0-1,0 1,0-1,-1 1,1-1,0 1,1 0,-1-1,0 1,0-1,0 1,0-1,0 1,0-1,1 1,-1-1,0 1,0-1,1 1,-1-1,0 1,1-1,0 1,22 28,2-10,47 28,-49-34,-1 1,-1 2,28 24,-32-23,1-1,1-1,0-1,1 0,0-2,40 19,-49-28,-1 0,0-1,1 0,19 1,-26-3,1 0,-1 0,0 0,0-1,0 0,8-2,-11 2,1 1,-1-1,0 1,0-1,1 0,-1 0,0 1,0-1,0 0,0 0,0 0,0 0,0 0,0-1,-1 1,1 0,0 0,-1 0,1-1,0-1,0-7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55.5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23,'4'0,"6"0,5-4,4-2,4 1,1 1,1 1,-3 5,-2 2,0 1,1-1,1 0,1-2,1-1,-4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1:57.9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47,'25'-1,"-1"-1,30-7,-28 4,43-3,-20 8,-19 0,0-1,-1-1,41-9,-53 8,-1 1,1 1,0 0,0 1,0 1,-1 0,1 1,23 7,-21-6,108 19,-91-17,1-1,0-1,66-5,-30 0,-52 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2:04.33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1630 1263,'28'0,"-1"1,1 1,46 10,-34-5,0-2,1-2,-1-2,46-4,5 0,12 5,113-4,-149-11,-50 9,1 1,28-3,110 8,59-4,-133-9,-51 5,53-2,33 10,87-3,-166-5,-1-1,0-1,36-14,-2 1,-47 14,3 0,-1-1,27-12,-35 12,-12 6,0 0,-1-1,1 1,-1-1,0 0,0 0,0-1,0 0,0 0,-1 0,0 0,0 0,0-1,0 0,5-9,29-46,-29 48,0-1,-1 0,-1-1,0 0,-1 0,7-19,-3 0,16-36,-17 49,-1 0,-1 0,0-1,-2 0,5-39,-9 54,-2 0,1 0,-1 0,0 0,0 0,0 0,-1 0,0 0,0 1,0-1,-1 1,0 0,0-1,-5-5,-6-5,0 1,-30-26,33 33,0-1,1 0,1 0,-1-1,2-1,-1 0,1 0,-11-21,16 21,-1 0,-1 0,1 0,-2 1,0 0,0 0,-1 0,0 1,0 0,-1 1,0-1,-17-12,-130-81,128 87,-1 1,0 1,0 2,-31-8,33 11,-1 2,0 1,0 0,-39 0,-379 7,420-1,1 1,-29 7,26-4,-42 3,45-8,0 0,0-2,0 0,-37-10,25 6,-1 2,1 1,-1 2,-46 4,1-1,-387-2,451 1,-1 1,-32 7,31-4,0-2,-24 2,-312-4,169-3,169 3,-1 1,-32 8,31-6,0 0,-24 0,44-4,-47 1,-79 13,94-9,1 2,0 1,0 2,1 1,0 1,-32 19,36-16,10-7,1 1,0 0,0 1,1 0,1 2,0-1,-16 19,7-5,0-2,-2 0,-35 26,19-17,30-23,1 1,-1 0,2 0,-1 1,1 0,1 1,-10 20,8-11,0 2,1-1,-7 36,7-24,2-6,-6 55,11-73,1-1,0 1,1-1,0 1,1-1,0 0,0 1,1-1,7 16,3 0,-2 0,0 0,9 40,-16-48,1 0,0-1,1 0,1 0,13 24,-17-35,0 1,1-1,0 0,0 0,0-1,0 1,1-1,0 0,0 0,0-1,0 1,1-1,-1 0,1 0,0-1,-1 0,1 0,9 2,-8-3,-1 0,1-1,-1 1,1-1,0 0,-1-1,1 0,-1 0,1 0,-1-1,1 0,-1 0,10-5,-10 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4:22.4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16:04:24.4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8:11.6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8:17.3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30,'47'0,"8"1,0-3,85-12,-83 6,1 4,-1 1,58 6,-7-1,-106-2,30 0,0 0,0 2,52 11,-45-7,1-1,0-2,-1-2,48-4,3 1,848 2,-920-1,1-1,32-8,-31 6,0 0,24 0,312 3,-169 2,-169 0,1 1,32 8,-31-6,0 0,24 0,-22-2,41 8,-41-5,43 3,-41-8,-3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8:29.4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1,'0'23,"2"0,0-1,10 41,-7-39,4 9,-1 1,-3 1,4 53,-9-33,-2 88,-10-76,8-49,0 0,-1 27,4 426,3-226,-2-238,1 1,0-1,0 0,1 0,0 0,0 0,0 0,1 0,6 10,5 13,0 13,-2 0,-1 1,7 78,-17-116,-1-3,1 0,0 0,-1 0,1 0,-1 0,0 0,0 1,0-1,0 0,-1 0,1 0,-1 0,0 0,0 0,-2 5,2-8,1 1,0-1,0 0,-1 0,1 0,0 0,-1 0,1 0,0 0,0 0,-1-1,1 1,0 0,-1 0,1 0,0 0,0 0,-1 0,1 0,0-1,0 1,-1 0,1 0,0 0,0-1,0 1,-1 0,1 0,0-1,0 1,0 0,0 0,-1-1,1 1,0 0,0-1,0 1,0 0,0 0,0-1,0 1,0 0,0-1,0 1,0 0,0 0,0-1,-4-16,0-33,2 0,5-51,-1 43,-4-59,-1 100,-1-1,0 1,-10-26,9 28,0-1,0 0,2 0,-3-23,3-21,7-77,-2 124,1 0,0 0,1 1,8-21,-7 22,0 0,-2-1,1 0,-1 0,2-19,-4-163,-3 92,1 83,-1 0,-7-32,4 31,2 0,-2-23,5 26,-1-12,0 0,-11-55,-1 37,8 33,1 0,0-1,1 1,1-1,0 0,1-28,0 43,1 0,0-1,0 1,0 0,0 0,0 0,0-1,0 1,0 0,0 0,0-1,0 1,0 0,0 0,0 0,1-1,-1 1,0 0,0 0,0 0,0-1,0 1,0 0,1 0,-1 0,0 0,0-1,0 1,0 0,1 0,-1 0,0 0,0 0,0 0,1-1,-1 1,0 0,0 0,0 0,1 0,-1 0,0 0,0 0,1 0,-1 0,0 0,0 0,0 0,1 0,-1 0,0 0,1 1,12 12,9 23,-21-35,8 22,0 0,-1 0,-2 0,0 1,4 45,-7-53,2 42,-2 0,-5 64,0-21,2 590,-1-683,0 0,-1 0,1 0,-2 0,1 0,-1 0,0-1,-5 9,3-7,1 0,0 1,1-1,0 1,-2 12,1 33,5 90,1-49,-2-86,1 0,0 0,0 0,1 0,0 0,1 0,6 14,-3-64,-6 21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8:36.95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78,'33'-13,"-15"6,3 0,1 0,-1 2,1 1,0 0,41 0,-46 4,12 1,1-2,0-1,47-9,-48 6,1 1,-1 1,1 1,-1 2,36 4,0 8,-47-7,1-2,27 2,-9-4,-9-1,1 1,-1 2,33 6,-35-4,0-2,1-1,52-2,24 1,-36 11,-49-8,1-1,25 2,4-4,1-1,-1-3,54-10,-46 1,-24 4,1 2,67-4,887 12,-971-3,0-1,0 0,17-6,34-3,-47 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8:44.3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 1,'0'8,"1"0,1-1,-1 1,6 14,4 23,-7 195,-6-133,1-86,-1 0,-10 38,3-12,-2 5,7-40,1 0,1 1,0-1,0 1,1 0,1-1,0 1,1 0,0-1,5 22,0-9,-1 1,-2-1,0 1,-2 0,-3 38,4 50,9-47,-6-49,-2 0,2 27,-6-22,-1 0,-1 0,-1 0,-12 39,9-37,1 0,1 0,-3 41,7-26,-1-13,2-1,1 1,4 26,-5-51,0 0,0 0,1 0,-1-1,1 1,0 0,0 0,-1-1,1 1,0 0,0-1,1 1,-1-1,0 0,0 1,1-1,-1 0,1 0,-1 0,1 0,2 2,-3-5,0 1,0-1,-1 0,1 1,-1-1,1 0,-1 1,0-1,0 0,1 0,-1 0,0 1,-1-1,1 0,-1-2,1 1,-1-14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8:51.9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54 76,'1'1,"0"-1,1 0,-1 1,0-1,0 1,0 0,0-1,0 1,0 0,-1 0,1-1,0 1,0 0,0 0,-1 0,1 0,0 0,-1 0,1 0,-1 0,1 0,-1 0,0 1,1-1,-1 0,0 0,0 2,5 38,-5-36,3 50,-3-27,2 0,9 47,-5-34,-1 0,-2 0,-5 81,-1-31,3-85,1 14,-1 0,-1 0,0 0,-2 0,0 0,-1-1,-11 31,9-34,1-1,0 1,1 0,1 1,-2 31,7 89,0-55,-2 190,-1-264,0 0,0 0,-1 0,0 0,-1-1,1 1,-2 0,-4 8,4-7,0 0,0 0,0 1,1-1,-2 14,2 4,0 43,3-63,0 0,1 0,0 0,0 0,1 0,0 0,0-1,0 1,1 0,0-1,4 8,-6-13,-1-1,1 1,-1 0,1 0,0 0,-1 0,1-1,0 1,0 0,-1-1,1 1,0-1,0 1,0-1,0 1,0-1,1 1,-1-1,-1 0,0 0,1-1,-1 1,0 0,1 0,-1 0,0-1,1 1,-1 0,0 0,1-1,-1 1,0 0,0-1,1 1,-1 0,0-1,0 1,0-1,0 1,1 0,-1-1,0 1,0-1,0 1,0-1,0-35,-11-57,4-1,7-134,2 92,-2-530,1 647,1 1,7-33,-4 31,-2-1,2-22,-6 2,0 31,1 0,0 1,0-1,1 0,0 1,1-1,0 0,0 1,1 0,7-17,-5 15,0 1,0-1,-2 0,1 0,-1-1,-1 1,0-1,-1 1,0-1,0 0,-1 1,-1-1,0 0,-1 1,0-1,-1 1,-4-12,3 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02.01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233 0,'-5'1,"0"-1,0 1,0 1,0-1,0 0,0 1,1 0,-1 0,-5 4,-41 28,42-27,-5 3,1 1,0 1,1 0,1 1,0 0,0 1,-13 24,23-37,0 0,0 1,0-1,0 0,0 1,1-1,-1 1,1-1,-1 1,1-1,-1 1,1 0,0-1,0 1,0 0,0-1,0 1,0-1,0 1,0 0,1-1,-1 1,1-1,-1 1,1-1,0 1,-1-1,1 1,0-1,0 0,0 1,0-1,0 0,0 0,0 0,1 0,-1 0,0 0,1 0,-1 0,1 0,-1 0,1-1,-1 1,1-1,-1 1,1-1,-1 0,3 1,10 1,0 0,0 0,0-1,20-2,-28 1,54-3,64 1,-113 3,1 0,-1 0,1 1,-1 1,0 0,0 0,-1 1,13 7,-14-4,-5-1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03.6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9 273,'1'4,"1"-1,-1 1,1 0,0-1,0 1,1-1,-1 0,1 0,0 0,-1 0,2 0,2 2,3 3,-1-1,1 0,0-1,0 0,1-1,-1 1,1-2,0 0,1 0,-1-1,1 0,0-1,-1 0,17 1,-25-3,1 0,0 0,-1 0,1 0,-1 0,1-1,0 1,-1-1,1 0,-1 0,0 0,1 0,-1 0,0 0,1-1,-1 1,3-3,-1 0,-1 0,1 0,-1 0,1-1,-1 1,-1-1,1 0,2-5,0-2,-1-1,0 0,-1 0,0 0,-1-1,0-13,-1 5,0 6,0-1,-1 1,-5-33,4 45,0 0,0 0,-1 0,1-1,-1 1,0 0,0 1,0-1,-1 0,1 1,-1-1,0 1,0 0,0 0,0 0,-1 0,1 0,-1 1,-6-3,0-1,-1 2,1-1,-1 2,-1-1,1 1,0 1,-1 0,-16 0,22 2,-1 0,0 1,1 0,-1 0,1 0,-1 1,1 0,0 0,0 1,0 0,0 0,0 0,1 1,-1-1,1 2,-5 3,-3 4,1-2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04.9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 1,'4'0,"-3"4,-5 2,-7 4,-1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23.8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1416,'1'-2,"0"1,0-1,-1 0,1 1,0 0,0-1,0 1,1-1,-1 1,0 0,0 0,1 0,-1 0,1 0,-1 0,1 0,2-1,29-14,-24 13,-1 0,1-1,-1 0,1 0,-1-1,-1 0,1 0,-1-1,14-13,11-10,-23 22,-1 0,1-1,-1 0,-1 0,7-10,-4 6,-1 1,1 0,1 0,0 2,12-10,18-16,-27 22,1 1,1 0,0 0,0 2,1 0,1 1,-1 1,24-8,-34 14,-1-1,0 0,0-1,0 0,7-5,20-11,30-5,-48 21,0-2,0 0,0 0,-1-2,20-13,15-13,2 2,99-47,-141 74,0-2,-1 1,0-1,0-1,0 1,-1-1,0-1,7-11,17-19,98-90,-49 51,-72 70,0 0,0 0,1 0,0 1,0 0,1 1,0 0,0 1,0 0,16-5,-12 5,0-1,-1 0,0-1,-1-1,1 1,14-14,24-14,38-26,-59 39,0 2,43-22,-40 25,60-41,-36 27,-42 21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32.55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0,'3'1,"0"1,0-1,0 0,0 1,0 0,-1 0,1 0,-1 0,1 0,-1 0,0 1,1-1,-1 1,0 0,-1-1,3 5,13 14,1-8,0 0,1-1,0-1,42 17,15 9,15 8,-61-31,0 1,-1 1,32 23,-27-15,2-1,44 20,-27-15,-37-18,0 1,-1 1,0 1,-1 0,14 17,-9-10,34 28,83 52,-116-85,25 25,-33-28,1 0,0-1,1-1,0 0,19 10,23 6,-1 3,-1 2,73 56,-101-65,-15-12,0 0,1-1,0 0,0-1,20 9,-11-6,1 1,25 20,14 8,62 34,-79-44,-32-22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38.48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1 630,'5'0,"1"-1,-1 0,0 0,1-1,-1 0,0 0,0 0,0 0,0-1,0 0,0 0,-1 0,0 0,1-1,-1 0,3-4,10-11,-1-1,15-24,-23 32,48-56,-22 27,-18 23,2 1,31-25,10-10,-50 42,1 0,1 0,-1 1,2 1,-1 0,1 0,0 1,1 1,18-7,-18 7,-1 0,0-1,0 0,-1 0,0-2,20-17,16-13,7-5,-37 32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38.81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58,'5'0,"5"-5,5 0,0-5,2 1,2 0,-2-1,-5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41.97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0 800,'4'-2,"0"1,-1 0,1-1,-1 0,0 1,0-2,1 1,-1 0,0 0,-1-1,1 0,0 1,3-6,14-11,-10 12,13-9,-1-1,24-24,-35 31,1 0,0 1,1 1,24-13,-23 14,0-1,0-1,-1 0,16-14,-3-2,46-34,135-65,-182 110,-2 0,-1-2,34-29,11-8,-21 26,-34 21,0 0,20-15,82-72,-55 54,-47 30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44.03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66,'4'0,"6"0,1-4,-1-6,2-1,2 1,0-2,1 2,-2 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54.81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26,'0'-1,"-1"0,1 0,0 0,0 0,0 0,0 0,1 0,-1 0,0 0,0 0,1 0,-1 0,0 0,1 1,-1-1,1 0,-1 0,1 0,-1 1,1-1,0 0,-1 0,1 1,0-1,0 1,-1-1,1 1,0-1,1 0,0 1,0 0,0-1,0 1,0 0,1 0,-1 1,0-1,0 0,0 1,0-1,0 1,3 1,5 3,-1-1,1 2,-1-1,11 10,-9-6,0-1,1 0,0-1,0 0,26 9,68 14,-88-25,-10-3,0 1,-1 1,1-1,-1 1,0 1,0-1,-1 1,11 10,-11-10,0 1,0-1,1-1,0 1,0-1,0 0,0-1,0 0,11 3,2 0,1 0,-1 1,0 1,-1 1,0 0,0 2,-1 0,-1 1,1 1,15 16,-28-25,1-1,-1 1,1-1,-1 0,1 0,0-1,0 1,0-1,0-1,1 1,-1-1,13 1,-12-2,1 1,-1 1,0-1,1 1,-1 0,0 1,0 0,11 6,-13-5,-1 0,0 0,-1 0,1 0,-1 1,0-1,4 8,17 23,18 13,-34-37,1-1,0 0,0 0,1-1,19 15,-15-15,-1 1,0 1,-1 0,0 1,-1 0,14 20,-13-18,1-2,0 0,0 0,1-1,23 14,-16-11,34 29,-40-32,0 0,1-1,0-1,0 0,1-1,0-1,1 0,25 5,-15-4,0 2,33 17,-52-23,0 1,0 0,-1 1,1 0,-1 0,-1 0,1 1,8 12,-8-11,0-1,1 0,-1 0,1-1,1 0,-1 0,1-1,0 0,15 5,-11-5,0 1,-1 1,0 0,14 10,-2 5,-19-17,-1 0,1 0,0 0,0-1,0 0,1 0,-1 0,1-1,0 0,9 2,1-1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57.74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238 0,'39'35,"-27"-25,-1 0,0 1,0 0,9 14,-14-18,0 0,1 0,0 0,0-1,1 0,-1-1,1 0,1 0,15 7,28 17,-51-28,-1-1,1 1,0-1,0 1,-1 0,1-1,-1 1,1 0,0-1,-1 1,1 0,-1 0,0-1,1 1,-1 0,0 0,1 0,-1 0,0-1,0 1,0 0,0 0,1 0,-1 0,-1 0,1 0,0 0,0 1,-1 0,0 1,0-1,-1 0,1 0,0 0,-1 0,1 0,-1 0,0 0,-2 2,-5 2,0 1,0-1,-18 9,-38 14,-66 35,111-53,1 1,0 1,1 1,-25 25,36-32,0 1,-1-1,0 0,-1-1,1 0,-1-1,-1 1,1-2,-10 5,7-8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09:59.46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45 195,'-1'7,"0"1,0-1,-1-1,0 1,0 0,0 0,-1-1,-6 11,5-10,0 1,1 0,0 1,-3 10,6-16,-1 1,1-1,0 0,0 0,0 1,0-1,1 0,-1 0,1 0,0 1,0-1,0 0,0 0,1 0,2 4,1-1,-1-1,1 0,0 0,1 0,-1-1,1 1,0-2,0 1,0 0,0-1,0 0,1-1,0 0,-1 0,12 2,-1 0,0-2,1 0,-1-1,1 0,19-3,-31 1,-1-1,0 1,0-1,0 0,0-1,0 1,-1-1,1 0,-1 0,1 0,-1-1,0 1,0-1,-1 0,1 0,-1-1,0 1,5-10,-2 3,-1 1,0-1,0 0,-1 0,-1-1,1 1,1-20,-5 29,2-14,-1 0,0 0,-1 0,-4-23,4 34,-1 1,-1 0,1-1,-1 1,1 0,-1 0,0 0,-1 0,1 0,-1 0,0 1,1 0,-2-1,1 1,0 0,-1 0,1 0,-1 1,0 0,-5-3,-38-20,-35-17,73 39,-1-1,1 1,-1 1,1-1,-1 2,-19-2,11 5,3 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0:00.59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1,'0'4,"0"5,0 6,0 5,4-2,2 0,3-2,1 0,3-3,-1 1,1 2,0-1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0:38.9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58 63,'-1'198,"0"-193,0 0,-1 1,1-1,-1 0,0 0,-1 0,1 0,-1 0,0-1,0 1,-6 6,-16 27,69-96,-4-22,-31 58,1 0,2 1,23-34,-14 25,-14 18,1 1,14-16,-20 24,0 1,1 0,0 0,-1-1,1 2,0-1,0 0,0 0,0 1,1 0,-1 0,0 0,0 0,1 0,3 0,-6 1,1 0,-1 0,1 0,-1 0,1 0,-1 1,1-1,-1 0,1 1,-1-1,0 1,1 0,-1-1,0 1,1 0,-1 0,0 0,0 0,0 0,0 0,2 2,-1 0,0 0,0 0,-1 0,1 1,-1-1,0 0,0 1,0-1,0 4,0 3,0-1,-1 1,0-1,0 1,-1-1,-3 13,-14 32,11-40,2 1,0 1,0-1,2 0,-3 22,6-34,0 1,0-1,0 0,0 1,1-1,-1 0,1 0,0 1,0-1,0 0,0 0,1 0,-1 0,1 0,0-1,0 1,0 0,0-1,0 1,1-1,-1 0,1 0,-1 0,1 0,0 0,0-1,0 1,0-1,0 1,6 0,11 3,-2-2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0:40.0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92 0,'-4'0,"-6"0,-5 0,-4 0,-3 0,6 0,10 0,11 0,8 0,6 0,4 0,3 0,0 0,1 0,-5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0:40.8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0,'387'0,"-396"0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0:41.8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0,'-1'49,"3"100,-2-146,0 0,0 0,0 0,1 0,-1 0,1 0,0 0,0 0,0 0,0-1,1 1,-1 0,1 0,0-1,-1 1,1-1,0 0,0 0,1 1,-1-1,0 0,1-1,-1 1,1 0,0-1,-1 0,1 1,0-1,0 0,0 0,0-1,0 1,0-1,0 1,5-1,3 0,0-1,0-1,0 0,0 0,0-1,-1 0,1-1,16-9,-10 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0:42.5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 1,'1'88,"-3"97,0-174,0 0,-1 0,-1 0,-7 17,7-21,1 1,0 0,0 0,1-1,0 1,1 1,-1-1,1 0,1 12,3-10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0:43.8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0,'4'0,"6"0,5 0,5 0,2 0,2 0,1 0,1 0,0 0,0 0,-1 0,-4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1:13.1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108 0,'0'5,"0"12,0 1,-5 27,4-39,-1 1,0-1,0 0,0-1,-1 1,0 0,0-1,-1 1,1-1,-8 8,6-6,0 0,1 0,0 0,0 0,0 1,1-1,1 1,-5 16,4-13,0 1,-1-1,-7 13,3-10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1:13.9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 0,'-4'0,"-2"4,1 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1:15.5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22,'29'-10,"-5"1,-21 8,-1 0,1 1,-1 0,1 0,0 0,-1 0,1 0,0 0,-1 1,1-1,-1 1,1 0,-1 0,1-1,-1 2,0-1,1 0,-1 0,0 1,4 3,-5-4,0 1,0 0,0-1,0 1,0 0,0 0,-1-1,1 1,-1 0,1 0,-1 0,0 0,1 0,-1 0,0 0,0 0,-1 0,1 0,0 0,-1 0,1-1,-1 1,0 0,1 0,-1 0,0-1,0 1,-2 3,-6 9,1 0,1 1,0 0,1 1,1-1,0 1,1 0,1 0,0 1,0 25,3-34,-1-1,0 1,0 0,-1 0,0 0,0-1,0 1,-1-1,-1 0,-6 12,-13 32,15-38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1:17.3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63,'2'-3,"0"0,0 0,0 0,0 0,0 1,1-1,0 1,-1 0,1-1,0 1,0 0,6-2,4-6,-11 8,1 1,-1-1,0 0,0 1,1-1,-1 1,1 0,-1 0,1 0,-1 0,1 0,0 1,0-1,-1 1,5-1,-6 2,1-1,-1 1,1-1,-1 1,0-1,1 1,-1 0,0 0,1 0,-1 0,0 0,0 0,0 0,0 0,0 0,0 1,0-1,0 0,-1 0,1 1,-1-1,1 1,0-1,-1 1,0-1,1 1,-1-1,0 1,0 1,4 31,-2 0,-2 0,-6 64,4-87,-1-1,0 1,-1-1,0 0,0 0,-1-1,0 0,-1 1,-11 12,8-10,2 0,-1 0,1 0,-6 17,11-25,1-5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1:18.2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27,'9'0,"6"0,6 0,2 0,3 0,0 0,1-5,-1 0,-1-1,1 2,-1 0,0 2,-5 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1:18.9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1,'4'0,"6"0,5 0,4 0,3 0,2 0,2 0,0 0,-1 0,-3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1:20.2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127 29,'-5'1,"0"2,1-1,-1 0,1 1,-1 0,1 0,0 0,0 1,1-1,-1 1,-5 8,-1-2,3-4,1 1,0 0,1 0,-1 1,2-1,-1 1,1 0,0 1,-3 8,5-11,1-1,0 1,0 0,0 0,1 0,0 0,0-1,0 1,1 0,-1 0,2 0,-1 0,0-1,1 1,3 6,-2-6,1 0,-1-1,1 1,0-1,1 1,-1-1,1 0,0-1,0 1,1-1,-1 0,1 0,0-1,0 0,0 0,1 0,7 2,-6-3,0 0,-1 0,1-1,0 0,0 0,0-1,0 0,0-1,0 0,-1 0,1 0,0-1,0 0,12-6,-15 5,1 0,-1-1,0 0,0 0,0-1,-1 1,1-1,5-8,28-46,-35 54,-1 2,0-1,0 0,0 0,0-1,-1 1,0 0,0-1,0 1,0 0,-1-1,1 1,-1-1,0 1,-1-1,1 1,-1-1,0 1,0 0,0-1,0 1,-1 0,0 0,0 0,0 0,0 0,-1 0,0 1,-3-4,-4-5,-2 1,1 0,-1 1,-1 0,0 1,-24-13,26 18,0 0,0 1,0 0,-1 0,1 1,0 1,-1 0,0 1,-18 1,29-1,-20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09.9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1,'4'1,"0"0,1 1,-1-1,0 1,0 0,0 0,0 0,6 5,9 5,50 15,12 5,-74-29,0 1,0 0,0 1,-1 0,0 0,0 0,0 0,7 10,-11-11,1-1,-1 0,-1 1,1-1,0 1,-1-1,0 1,0 0,0-1,0 1,-1 0,1 0,-1 0,0 0,0-1,0 1,-2 7,-1 2,-1 0,-1 0,-10 21,-1 4,-4 10,14-35,0 1,1 0,1 0,0 0,0 0,-1 23,4-25,0-1,1 1,1 0,0-1,1 1,5 19,-6-26,1-1,0 0,0-1,0 1,1 0,-1-1,1 1,0-1,0 0,0 0,0 0,1 0,-1 0,1-1,-1 1,1-1,0 0,0 0,0-1,0 1,6 0,4 2,0 1,0 0,0 0,-1 1,0 1,17 11,-31-17,-1 0,1 0,0 0,0-1,0 1,-1 0,1-1,0 1,-1-1,1 1,-1-1,1 0,0 0,-3 1,-9 2,9-1,0 1,0-1,1 1,-1 0,1 0,0 0,0 1,0-1,0 1,1 0,-1-1,1 1,0 0,0 1,0-1,1 0,-1 0,0 7,-1 5,0 0,1 1,0 26,5 354,-2-382,1 0,0-1,2 1,0-1,0 1,1-1,1 0,0-1,13 20,-19-33,2 3,-1-1,0 1,1 0,-1 0,0 0,-1 0,1-1,0 1,-1 0,0 0,0 0,0 0,0 0,0 0,0 0,-1 0,1 0,-1 0,0 0,0 0,0 0,0-1,-1 1,1 0,-1-1,0 1,1-1,-1 1,0-1,-3 3,-8 5,1-1,-1 0,0 0,-27 12,-14 9,24-11,15-13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12.5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0,'2'1,"0"0,-1-1,1 1,-1 0,1 0,-1 0,1 0,-1 0,0 1,0-1,1 0,-1 1,0-1,0 1,0-1,-1 1,2 1,14 30,-13-21,-1 0,0-1,0 1,-1 0,-1 24,2 25,-1-61,-1 0,1 1,-1-1,1 0,-1 0,1 0,-1 0,1 0,-1 0,1 0,-1 0,1 0,0 0,-1 0,1 0,-1 0,1-1,-1 1,1 0,-1 0,0 0,1-1,-1 1,1 0,-1-1,1 1,-1 0,0-1,1 1,-1-1,0 1,1 0,-1-2,25-18,-20 16,12-11,1 0,36-20,-49 32,0 0,0 1,0-1,0 1,0 0,0 1,0-1,1 1,-1 0,0 1,1-1,-1 1,1 0,-1 0,1 1,-1-1,11 4,-14-3,0 0,0 1,0-1,0 1,0-1,0 1,-1 0,1-1,0 1,-1 0,1 0,-1 0,0 1,0-1,0 0,0 0,0 1,0-1,-1 0,1 1,0 3,0 6,0 0,0 1,-2 12,1-16,-1 14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13.2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0,'4'0,"6"0,5 0,4 0,4 0,1 0,1 0,1 0,-4 5,-11 0,-6 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14.7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0,'0'5,"4"0,6 1,1 3,-2 3,-1 5,-4 4,-1 1,-1 3,-2 0,0 0,0-8,-1-6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15.7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1,'11'0,"0"-1,0 1,-1 1,1 0,0 0,13 4,-22-4,0-1,0 1,0 0,-1 0,1 0,0 0,-1 0,1 0,0 0,-1 0,1 1,-1-1,0 1,1-1,-1 1,0-1,0 1,0 0,0-1,0 1,-1 0,1 0,0 0,-1 0,0 0,1-1,-1 1,0 0,0 0,0 0,0 0,0 0,0 0,-1 0,0 3,0 1,0 0,3-8,10-9,-2 4,2-2,0 0,0 1,1 0,14-6,-21 12,0 1,-1-1,1 1,0 0,0 0,0 1,-1-1,1 1,0 1,0-1,0 1,0 0,9 3,-10-3,-1 0,1 1,-1-1,0 1,1 0,-1 0,0 1,0-1,0 1,0 0,-1 0,1 0,-1 0,0 1,0-1,0 1,0 0,-1 0,1 0,-1 0,0 0,0 1,-1-1,1 1,-1-1,0 1,0-1,-1 1,1 0,-1-1,0 7,0 10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16.3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0,'5'0,"5"0,5 0,4 0,4 0,1 0,1 0,1 4,0 2,-1-1,1-1,-10-1,-6-1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16.9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0,'4'0,"6"0,5 0,4 0,3 0,3 0,0 0,1 0,-5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17.8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0,'0'40,"1"92,-1-130,0 0,1 0,-1 1,0-1,1 0,0 0,0 1,0-1,0 0,0 0,0 0,0 0,0 0,1 0,-1-1,1 1,0 0,-1-1,1 1,0-1,0 0,0 1,0-1,0 0,0 0,0 0,1 0,1 0,6 1,0-1,0 0,0 0,0-1,12-1,-16 1,16-1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18.4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 0,'1'64,"1"-33,-2 1,-1 0,-1 0,-2-1,-1 1,-11 37,13-61,-10 40,12-46,1 0,-1 0,1 0,0 0,0 0,0 0,0 0,0 0,1 0,-1 0,1 0,-1 0,1 0,0 0,-1 0,1-1,0 1,0 0,1 0,0 1,7 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37.1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145 5,'6'-5,"-6"7,-12 9,-4 1,1 0,1 0,0 1,-16 19,24-25,1 1,0 0,0-1,0 2,1-1,0 0,1 1,0 0,0 0,-2 17,4-24,1 0,0 0,0 0,0 0,0 0,0 0,1 0,-1 0,1-1,-1 1,1 0,0 0,0 0,-1 0,1-1,0 1,1 0,-1-1,0 1,0-1,1 1,-1-1,1 0,-1 1,1-1,0 0,-1 0,1 0,0 0,0-1,0 1,-1 0,1-1,0 1,4-1,7 2,1 0,-1-2,0 1,18-3,-14 1,-5 1,1-1,0-1,-1 1,1-2,15-4,-25 5,1 1,-1-1,0 1,1-1,-1 0,0 0,0-1,0 1,-1-1,1 1,0-1,-1 0,0 0,1 0,-1 0,-1 0,1-1,0 1,-1 0,1-1,-1 1,1-7,-1 4,0 0,0 0,-1 0,0 0,0 0,0 0,-1 0,0 0,0 0,-1 0,0 0,0 0,0 1,0-1,-1 1,0-1,-7-9,1 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37.6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0,'0'595,"5"-551,0-29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38.0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1,'4'4,"2"5,0 6,-2 5,-1 2,-1 2,-1 2,0-5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38.3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 16,'-4'0,"-2"-5,-3 0,-1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38.7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 1,'-4'0,"-6"0,-1 4,2 5,1 7,3 3,3 4,4-3,8-1,5-2,0-2,2-2,3-3,-3 0,-4 3,-8-1,-10-2,-3-3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39.0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 1,'5'5,"-1"1,0 0,0 0,-1 0,0 0,0 1,0-1,-1 1,3 10,0 6,2 35,-4-29,-2 0,-1 0,-1 0,-1-1,-2 1,-10 37,-14 52,12-49,-30 85,39-139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39.3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1,'9'0,"6"0,5 0,4 0,1 0,1 0,1 0,-1 0,-1 0,1 0,-5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39.8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0 304,'4'0,"2"-5,-1-4,-1-6,-1-5,-1-2,-1-3,0 0,-1-1,4 1,1-1,1 1,-2 0,3 4,0 2,0 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0.1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1,'5'0,"0"4,5 6,-1 5,0 4,-3 4,-2 1,-2 1,-1 1,-5-4,-2-6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0.4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35,'0'-4,"0"-6,-4-1,-2 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0.8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1,'1'3,"0"0,-1 1,1-1,1 0,-1 1,0-1,1 0,-1 0,1 0,0 0,0 0,0-1,1 1,-1 0,1-1,-1 0,1 0,0 0,0 0,0 0,3 1,8 5,0-1,0-1,19 6,-25-9,19 6,50 9,-70-16,1-1,0-1,0 0,-1 0,1 0,0-1,-1 0,1 0,0-1,-1 0,12-5,-17 5,1 1,0-2,-1 1,1 0,-1 0,0-1,0 1,0-1,0 0,0 1,0-1,-1 0,1 0,-1 0,0-1,0 1,0 0,0 0,-1 0,1-1,-1 1,0 0,0-1,0 1,0 0,-1-1,-1-5,-3-12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1.1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1,'4'0,"-1"1,1 0,0 1,-1-1,1 1,0-1,-1 1,0 0,1 0,-1 1,0-1,0 1,-1-1,1 1,0 0,3 5,-1-2,0 1,-1 0,1 0,-1 0,-1 0,1 0,2 9,-5-7,1-1,-2 0,1 0,-1 0,0 1,-1-1,0 0,0 0,0 0,-6 15,-3 3,-23 45,29-63,-4 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1.7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24,'0'7,"1"1,-1-1,2 1,-1-1,1 1,0-1,0 0,1 0,0 0,0 0,1 0,0-1,0 0,9 12,-9-15,-1 0,0 0,1 0,-1 0,1-1,0 0,0 1,0-2,0 1,0 0,0-1,0 1,1-1,-1 0,1-1,-1 1,1-1,-1 0,1 0,-1 0,0-1,1 1,-1-1,1 0,-1-1,7-2,-5 1,1-1,-1 1,-1-1,1-1,0 1,-1-1,0 0,0 0,-1 0,1-1,3-6,-2 2,0 0,0 0,-1 0,0-1,-1 1,3-14,-3 5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2.0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0,'4'4,"2"6,-1 5,-1 4,-1 4,3 1,1 2,-1-1,-2 1,-1 0,-2-1,0 0,4-4,0-6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2.4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44,'0'-4,"0"-6,0-5,0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3.0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190 1,'-7'0,"-1"1,1 0,0 1,0 0,0 0,0 0,0 1,1 0,-1 0,1 1,0 0,0 0,0 0,-6 7,1-1,1 0,0 1,0 1,1 0,-14 24,21-33,1-1,0 0,0 0,0 1,0-1,0 1,0-1,0 1,1-1,0 1,-1-1,1 1,0 0,0-1,0 1,1-1,-1 1,1-1,-1 1,1-1,0 1,2 4,0-3,0-1,0 1,0-1,0 0,1 0,-1 0,1 0,0 0,0-1,0 0,0 0,6 2,6 3,1-1,0 0,1-2,-1 0,29 3,-24-6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3.6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1,'0'5,"-1"0,0 1,0-1,-1 0,-3 9,-5 17,8-15,-1 0,2 0,0 1,1-1,1 1,3 23,-3-36,0 0,0 1,0-1,1 0,0 0,-1 0,1 0,0-1,1 1,-1 0,1-1,0 0,-1 1,2-1,-1 0,0-1,0 1,1-1,0 1,-1-1,1 0,0 0,0 0,0-1,0 0,0 0,1 0,-1 0,6 0,-4-1,0 0,0 0,0-1,-1 0,1 0,0-1,0 0,-1 0,1 0,-1-1,0 1,0-1,1 0,-2-1,1 1,0-1,-1 0,0 0,0-1,4-5,4-4,-1-2,0 0,-2 0,0 0,8-21,-16 33,1-1,-1 0,1 1,-1-1,-1 0,1 0,-1 0,0 0,0 0,0 1,-1-1,0 0,1 0,-2 0,-1-6,2 9,0-1,-1 1,1 0,0 0,-1 0,1 0,-1 0,0 0,1 0,-1 0,0 1,0-1,0 0,-1 1,1 0,0 0,0-1,-1 1,1 1,-1-1,1 0,-1 1,1-1,-1 1,1 0,-1-1,0 1,1 1,-1-1,-4 1,5-1,1 0,-1 1,1-1,-1 1,1-1,-1 1,1-1,-1 1,1 0,0-1,-1 1,1 0,0 0,0 0,0 0,0 0,0 0,0 1,0-1,0 0,0 1,0-1,0 0,1 1,-1-1,1 1,-1-1,1 1,0-1,-1 1,1-1,0 1,0-1,0 1,0-1,0 1,1 0,-1-1,0 1,1-1,0 2,0 3,1 0,0-1,0 1,1-1,-1 0,1 1,1-1,-1-1,7 8,2 1,1-1,1-1,0 0,0 0,1-2,0 0,23 10,-19-12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4.2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257 544,'1'3,"-1"0,1 0,0 1,0-1,0 0,1 0,-1 0,1 0,-1 0,1 0,0-1,0 1,0 0,1-1,-1 0,1 1,-1-1,1 0,0 0,0-1,4 3,5 3,0-2,0 1,1-2,14 4,-24-7,0 0,0 0,0 0,0-1,1 1,-1-1,0 0,0 0,1 0,-1-1,0 1,0-1,1 0,-1 0,0 0,0 0,0 0,0-1,-1 1,1-1,0 0,2-2,-1 0,-1 0,0 0,-1 0,1 0,-1 0,0 0,0-1,0 1,0-1,-1 0,0 1,0-1,0 0,0-7,1-1,-2-1,1 0,-2 0,1 0,-2 0,-3-15,3 22,0 1,-1 0,0-1,0 1,0 0,0 1,-1-1,0 1,0-1,-1 1,0 0,1 1,-2-1,-7-5,-12-5,0 0,-37-14,-7-3,-44-17,30 15,81 33,0 0,0 1,0-1,0 0,0 0,0 0,0 0,1-1,-1 1,0 0,1-1,-1 1,1-1,0 0,-1 1,1-1,0 0,0 0,0 0,0 0,-1-4,2 4,1 0,-1 0,1 0,0 0,0 0,0 0,0 0,0 0,0 0,0 0,0 1,1-1,-1 0,1 1,-1-1,1 1,0 0,-1-1,1 1,0 0,3-1,19-11,1 1,0 1,1 1,50-12,-25 8,-35 9,0 1,0 1,0 1,0 0,1 1,-1 0,0 2,1 0,-1 1,20 4,-15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2:44.7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139 1,'0'4,"0"5,-4 2,-1 3,-1 3,-6-1,-2 1,-3 2,-2 1,1 2,0-3,4 0,3-4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10.4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 1,'-2'0,"0"1,0-1,0 1,0-1,0 1,0 0,0 0,1 0,-1 0,0 0,0 0,1 0,-1 0,1 1,-1-1,1 1,0-1,0 1,0 0,-1-1,1 1,1 0,-1 0,0 0,0 0,0 3,-2 5,1 0,-1-1,0 21,2-26,1 0,0 0,0 0,0 1,0-1,1 0,0 0,0 0,0 0,0 0,0 0,1 0,0 0,0-1,0 1,0-1,0 1,1-1,0 0,4 5,-3-5,0-1,1 1,-1-1,0 0,1-1,-1 1,1-1,-1 0,1 0,-1 0,1-1,0 0,0 1,-1-2,1 1,0 0,-1-1,7-2,-3 1,0 0,0 0,0-1,-1-1,1 1,-1-1,0-1,0 1,0-1,-1 0,12-12,-15 15,-1-1,1-1,-1 1,1 0,-1-1,0 1,0-1,-1 1,1-1,-1 0,0 0,0 0,0 0,0 0,-1 0,0 0,1 0,-1 0,-1 0,1 0,-1 0,1 0,-1 0,0 0,-1 0,-1-3,2 4,0 1,-1 0,1 0,0 0,-1 0,0 0,0 0,1 0,-1 1,-4-3,5 3,0 0,0 1,1-1,-1 1,0 0,0-1,0 1,0 0,0-1,0 1,0 0,0 0,0 0,0 0,0 0,0 0,0 0,0 0,0 0,0 1,0-1,0 0,1 1,-1-1,0 0,0 1,0-1,0 1,-1 0,2 0,-1 0,1-1,-1 1,1 0,0 0,-1 0,1-1,0 1,-1 0,1 0,0 0,0 0,0-1,0 1,0 0,0 0,0 0,0 0,0 0,0 0,1-1,-1 1,0 0,0 0,1 0,-1-1,1 1,-1 0,1 0,-1-1,1 1,-1 0,1-1,-1 1,1 0,0-1,-1 1,1-1,1 1,34 24,-32-22,10 5,-1 1,-1 0,0 1,0 1,-1 0,0 0,-1 1,16 24,-25-34,1-1,-1 1,0 0,1-1,-1 1,1-1,-1 1,1-1,0 0,-1 1,4 0,3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11.2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1,'1'8,"0"-1,0 1,1-1,0 1,0-1,1 0,0 1,0-1,1-1,0 1,0 0,7 7,-9-11,1 0,-1-1,1 1,0-1,-1 0,1 0,0 0,0 0,1 0,-1 0,0-1,6 2,-7-3,1 1,-1-1,0 0,1 0,-1 0,1 0,-1-1,0 1,1-1,-1 1,0-1,1 0,-1 0,0 0,0 0,0 0,0 0,0-1,0 1,3-3,2-3,1-1,1 1,-1 0,2 0,16-9,-25 16,1-1,-1 0,1 0,0 1,0-1,-1 0,1 1,0 0,0-1,-1 1,1 0,0 0,0 0,0 0,0 0,-1 1,1-1,0 1,0-1,-1 1,1-1,0 1,-1 0,1 0,0 0,-1 0,1 0,-1 0,0 0,1 1,-1-1,0 0,0 1,0-1,0 1,2 2,2 7,0 0,-1 0,6 24,4 10,-7-30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11.7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81,'0'7,"-1"6,1-1,1 0,0 1,1-1,3 13,-4-22,0 0,0-1,0 1,1 0,-1-1,0 1,1-1,0 0,0 1,-1-1,1 0,1 0,-1 0,0 0,0 0,1-1,-1 1,1-1,-1 0,1 1,0-1,-1 0,1-1,0 1,0 0,0-1,4 1,-1-2,0 1,0-1,-1 0,1 0,-1-1,1 0,-1 0,1 0,-1 0,0-1,0 0,0 0,-1 0,1-1,5-5,7-7,-1 0,21-28,-34 40,0 0,0-1,0 1,0 0,-1-1,0 0,0 0,0 1,1-7,-3 10,0-1,0 1,0-1,0 0,0 1,0-1,0 0,-1 1,1-1,-1 0,1 1,-1-1,1 1,-1-1,0 1,0-1,0 1,0 0,0-1,0 1,0 0,0 0,0 0,-1 0,1 0,0 0,-1 0,1 0,-1 0,1 1,-4-2,-5-1,-1 0,0 0,0 1,0 0,0 1,-1 0,1 1,0 0,0 1,-1 0,-15 4,10 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12.2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164 1,'2'23,"0"0,2-1,0 1,9 23,-5-18,8 54,-13-36,-1-1,-6 62,4-104,0 0,-1 0,1 0,-1 0,1 0,-1-1,0 1,0 0,0 0,-1 0,1-1,0 1,-1-1,0 1,0-1,0 0,0 1,0-1,0 0,0 0,-1-1,-4 4,4-4,1-1,-1 1,0-1,1 0,-1 0,0 0,1 0,-1 0,0-1,1 1,-1-1,0 0,1 0,-1 0,1 0,0 0,-1 0,1-1,0 1,0-1,-1 1,1-1,1 0,-1 0,-3-4,-19-18,9 10,0-2,2 0,-22-31,25 29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12.8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46,'-1'13,"1"1,1 0,0 0,1-1,1 1,4 13,-6-24,1 1,-1 0,1-1,0 1,0-1,1 0,-1 0,1 0,0 0,-1 0,1 0,0-1,1 1,-1-1,0 0,1 0,-1 0,1-1,0 1,-1-1,1 0,0 0,0 0,0 0,5 0,-4-1,-1 0,1 0,0-1,0 0,-1 1,1-2,-1 1,1 0,-1-1,1 0,-1 0,0 0,0 0,0-1,0 0,0 0,-1 0,1 0,-1 0,0-1,0 1,0-1,0 0,-1 0,1 0,1-5,4-6,-1-1,-1 0,0 0,-1-1,5-31,-7 27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13.3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0,'4'1,"-1"-1,1 0,-1 1,1-1,0 1,-1 0,0 0,1 1,-1-1,0 1,1-1,-1 1,0 0,0 0,0 1,-1-1,1 1,-1-1,1 1,-1 0,0 0,0 0,0 0,0 0,0 0,1 4,3 10,-1-1,0 1,-1 0,2 23,0-5,-1 0,-2 0,0 60,-1 13,2-88,1-4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13.7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0 106,'13'13,"0"-1,1-1,0-1,1 1,0-2,32 15,-41-22,0 1,0-1,1 0,-1 0,1-1,0 0,-1 0,1 0,0-1,0 0,-1 0,1-1,0 0,-1 0,1-1,-1 1,1-2,-1 1,0-1,0 1,8-6,-10 4,0 1,-1-1,1 1,-1-1,0 0,0 0,0 0,-1-1,0 1,1-1,-2 1,1-1,0 0,-1 1,0-1,0 0,0 0,-1-7,1 9,-1-1,0 1,0-1,-1 1,1-1,-1 1,0-1,1 1,-1-1,-1 1,1 0,0 0,-1-1,0 1,0 0,0 1,0-1,0 0,0 0,-1 1,0 0,1-1,-1 1,0 0,0 0,-4-2,-6 0,0 1,1 0,-2 1,1 0,0 1,0 0,0 1,-1 1,1 0,0 1,-19 4,16 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14.2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1 133,'9'0,"1"0,0-1,-1 0,1 0,0-1,-1-1,18-7,-21 7,0 0,0 0,0-1,-1 0,1-1,-1 1,0-1,0 0,-1 0,0-1,0 1,4-8,-5 8,-1 1,1-1,0 0,1 1,-1-1,1 1,0 0,7-5,-9 8,0 0,0 0,0 1,0-1,0 1,0 0,0-1,0 1,0 0,0 0,0 0,1 1,-1-1,0 1,0-1,0 1,0-1,0 1,0 0,0 0,-1 0,1 0,0 0,3 3,8 5,0 1,-1 0,0 1,-1 0,0 1,0 0,-2 1,14 21,-15-12,-5-1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14.8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11,'5'0,"4"0,6 0,5 0,2 0,2 0,2 0,-5-4,-5-2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15.1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1,'5'0,"0"4,4 1,5 1,5-2,2-1,2-1,2-1,0-1,1 0,-1 0,-3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22.8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0,'3'1,"1"-1,0 1,-1 0,1 0,-1 0,1 1,-1-1,1 1,-1-1,0 1,0 0,0 1,0-1,0 0,0 1,-1 0,1-1,-1 1,0 0,0 0,0 1,0-1,0 0,-1 1,1-1,1 6,2 8,0 0,-1 0,-1 0,2 25,-4 83,-1-113,0-1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24.3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10 151,'0'0,"0"0,0 0,-1 0,1 0,0 0,-1 0,1 0,0 0,-1 0,1 0,0 0,-1 0,1 0,0 0,-1 0,1 0,0 0,0 0,-1 0,1 0,0 1,-1-1,1 0,0 0,0 0,-1 1,1-1,0 0,0 0,0 0,-1 1,1-1,0 0,0 1,0-1,0 0,0 0,-1 1,10 10,18 6,-7-10,41 8,19 7,-73-20,0 1,-1 0,1 0,-1 1,0-1,0 1,0 1,-1-1,6 6,-10-8,1-1,-1 1,0 0,0-1,1 1,-1 0,0 0,0-1,-1 1,1 0,0 0,-1 0,1 0,-1 0,0 0,1 0,-1 1,0-1,0 0,0 0,-1 0,1 0,0 0,-1 0,0 0,1 0,-1 0,0 0,0 0,0-1,0 1,0 0,0 0,-1-1,1 1,0-1,-1 1,0-1,-1 2,-8 6,-1-1,0 0,0 0,-20 8,22-11,-1 1,-1-2,1 1,0-2,-1 1,-15 1,23-4,0-1,0 0,0 0,0 0,-1 0,1-1,0 1,-6-3,9 3,-1-1,0 0,1 0,-1 1,1-1,-1 0,1 0,-1-1,1 1,0 0,-1 0,1-1,0 1,0-1,0 1,0-1,0 1,0-1,0-2,0 0,0 0,1 0,0 0,0 0,0 0,0 0,0 0,1 0,0 0,0 0,0 0,0 0,1 1,-1-1,1 0,0 1,4-7,3-2,-1 0,2 1,15-16,-12 17,0 0,1 0,0 2,0-1,1 2,26-10,-20 8,0 0,28-18,-46 24,1 1,-1-1,0 0,0 0,0 0,-1 0,1-1,-1 1,0-1,0 1,0-1,0 0,-1 0,1 0,-1 0,0 0,1-5,-2 7,0-1,0 1,0-1,0 1,0-1,0 1,-1-1,1 1,-1-1,1 1,-1 0,0-1,0 1,0 0,-1 0,1 0,0 0,-1 0,1 0,-1 0,0 0,0 0,0 1,1-1,-2 1,1-1,0 1,0 0,-3-1,-1-1,0 1,0 0,0 1,0-1,0 1,-1 0,1 1,0 0,0 0,-1 0,1 0,-11 3,8 0,1 0,-1 0,0 1,1 0,0 0,0 1,-14 11,1-1,13-9,0 0,0 0,0 1,1 0,0 0,-8 12,3-2,2-2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24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1 176,'0'2,"1"0,-1 0,1 0,-1 0,1 0,0 0,0 0,0-1,0 1,0 0,0-1,0 1,1-1,-1 1,1-1,-1 0,1 1,-1-1,1 0,0 0,-1 0,1 0,0 0,0-1,0 1,0-1,2 1,6 2,0 0,0-1,18 1,-17-2,-1-1,1 0,-1-1,0 0,1-1,-1 0,16-5,-20 5,-1 0,0-1,0 1,0-1,0 0,-1-1,1 1,-1-1,0 1,0-1,0-1,-1 1,1 0,-1-1,4-8,-3 7,-1-1,0 0,0 0,-1 0,0 0,0-1,-1 1,2-14,-4 18,1 0,0 0,-1 1,1-1,-1 0,0 1,0-1,0 0,0 1,-1 0,1-1,0 1,-1 0,0-1,0 1,1 0,-1 0,0 0,-1 1,1-1,0 0,0 1,-1-1,1 1,-1 0,1 0,-4-1,-6-1,1 0,0 1,0 0,-1 1,-15 0,1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26.0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1 140,'46'2,"1"-3,0-2,0-2,85-20,-108 20,0 0,1 2,41-2,-35 4,49-8,92-21,-105 19,-39 8,1-2,-1-1,32-12,-45 12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26.8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0,'0'23,"-2"0,0 0,-9 39,8-53,1-1,1 0,0 1,0-1,1 1,0 11,0-17,1-1,-1 0,1 0,-1 0,1 0,0 0,0 0,0 0,0 0,0 0,1 0,-1 0,0-1,1 1,-1-1,1 1,0-1,0 1,-1-1,1 0,0 0,0 0,0 0,0 0,0 0,0-1,1 1,-1 0,3-1,0 1,1-1,0 0,-1 0,1 0,-1-1,1 0,-1 0,0 0,1-1,-1 1,0-1,0-1,7-3,6-5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27.2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56 0,'1'80,"-3"88,1-148,-2-1,0 0,-1 0,-1 0,-1-1,-16 36,11-38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28.2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0,'4'0,"6"0,5 0,4 0,4 0,1 0,2 0,-1 0,1 0,-5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28.6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0,'0'4,"4"2,6-1,5 0,4-2,-1 3,1 0,1 0,2-2,1-1,0-1,1-2,-3-4,-6-1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29.6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 0,'0'4,"0"6,0 5,0 4,0 3,0 3,-4-4,-2-1,1 1,1 0,5-3,7-5,6-4,5-4,3-3,3-1,0-2,-3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30.1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 0,'9'28,"1"-4,-7-5,-1-1,0 0,-2 1,0-1,0 0,-2 1,0-1,-2 0,0 0,-1 0,0 0,-1-1,-1 0,-1 0,-1-1,-15 22,20-32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30.8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0,'5'0,"4"0,6 0,5 0,2 0,3 0,0 0,1 0,-1 0,1 0,-13 0,-14 0,-5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31.6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1,'0'3,"0"0,0 1,0-1,0 0,1 0,-1 1,1-1,0 0,0 0,0 0,0 0,1 0,-1 0,1 0,0-1,2 4,-1-4,0 0,0 0,0 0,0 0,0 0,1 0,-1-1,1 0,-1 0,1 0,0 0,-1 0,1-1,4 1,-8-1,16 1,1 1,-1 0,31 10,-42-9,1-1,-1 1,0-1,0 2,0-1,0 0,0 1,-1 0,0 0,0 1,0-1,0 1,-1-1,5 10,-4-8,0 1,-1 0,0 0,0 0,0 0,-1 1,-1-1,1 0,-1 1,0 0,-1-1,0 10,0-13,-1 0,0-1,0 1,0 0,-1 0,0 0,1-1,-1 1,0-1,-1 1,1-1,0 0,-1 0,0 0,0 0,0-1,0 1,0-1,0 1,-1-1,1 0,-1-1,0 1,-5 2,2-2,0 0,0 0,0 0,0-1,0 1,0-2,-1 1,1-1,0 0,-10-2,14 1,-1 1,1-1,-1 0,1-1,0 1,-1-1,1 1,0-1,0 0,0 0,1 0,-1 0,0-1,1 1,-1-1,1 0,0 0,0 0,0 0,0 0,0 0,-1-4,-11-28,9 19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3:32.2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1,'-1'33,"0"-21,0-1,2 1,-1-1,1 1,5 19,-5-28,0 0,0 0,0 0,1-1,-1 1,1 0,0-1,0 1,0-1,0 1,1-1,-1 0,0 0,1 0,0 0,-1 0,1-1,0 1,0-1,0 0,0 0,0 0,0 0,0 0,4 0,3 0,-1 0,1-1,-1 1,1-2,-1 1,0-2,1 1,-1-1,0-1,13-4,-18 6,0-1,0 1,-1-1,1 0,-1-1,1 1,-1 0,0-1,0 0,0 0,0 0,0 0,-1 0,0 0,1-1,-1 1,0-1,-1 0,1 1,0-1,-1 0,0 0,0 0,0 0,-1 0,1-5,-1 7,-1 0,1 0,0 0,-1 0,0 0,1-1,-1 1,0 0,0 1,0-1,0 0,0 0,-1 0,1 1,-1-1,1 0,-1 1,1 0,-1-1,0 1,0 0,1 0,-1 0,0 0,0 0,0 0,0 1,0-1,-1 0,-1 1,-9-3,1 1,-1 1,-22-1,34 2,-23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4:55.4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1,'1'0,"22"0,41 5,-56-4,1 1,-1 0,1 0,-1 1,0 0,0 1,0 0,-1 0,10 7,10 7,1-2,0 0,1-2,53 18,-54-22,0 1,0 1,-1 1,-1 2,38 27,-46-27,1 0,1-2,0 0,1-1,24 10,-24-12,-1 0,0 2,-1 0,-1 1,28 25,-17-15,1-2,34 19,-10-7,88 47,-108-60,-1 1,-1 1,54 52,74 89,-149-153,-2-3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4:58.9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42 42,'16'1,"-1"1,0 0,19 5,34 5,47-11,-253 23,116-19,0 0,-29 12,-9 1,60-18,-1 0,1 0,-1 0,1 1,-1-1,1 0,-1 0,1 0,-1 0,1 1,-1-1,1 0,0 0,-1 1,1-1,-1 0,1 1,0-1,-1 1,1-1,0 0,-1 1,1-1,0 1,0-1,-1 1,1-1,0 1,0-1,0 1,0 0,9 16,35 17,-32-25,50 45,-42-36,0 0,0-2,41 25,29 7,-89-48,-1 0,0 0,1 0,-1 0,0 0,1 0,-1-1,0 1,1 0,-1 0,0-1,0 1,1 0,-1 0,0-1,0 1,1 0,-1-1,0 1,0 0,0 0,0-1,0 1,1-1,-1 1,0 0,0-1,0 1,0 0,0-1,0 1,0 0,0-1,0 1,0 0,0-1,-1 1,1-1,0 1,0-1,-1-22,0 20,0-8,0-1,1 0,0 1,0-1,1 0,1 0,0 1,0-1,1 1,1 0,5-11,3-2,-1-1,-2 0,8-26,-11 30,-4 16,0 0,-1 0,0 0,0-1,0 1,0 0,-1-8,0 12,0 0,0 1,0-1,-1 0,1 0,0 0,-1 1,1-1,-1 0,1 0,0 0,-1 1,0-1,1 0,-1 1,1-1,-1 1,0-1,-1 0,0 0,0 0,0 1,0-1,0 1,0-1,0 1,0 0,0 0,0 0,0 0,-4 1,-4 0,-113 17,106-14,0 1,0 0,1 2,0-1,-19 12,27-13,-1-1,1-1,-1 0,0 0,0 0,0-1,-17 1,83-6,99 6,-154-3,0 0,0 0,0 0,0 1,0-1,0 1,0 0,0-1,0 1,0 0,0 0,-1 0,1 0,2 2,-4-2,0 0,1 0,-1-1,0 1,1 0,-1 0,0-1,0 1,0 0,0 0,0-1,0 1,0 0,0 0,0-1,0 1,-1 0,1 0,0-1,0 1,-1 0,1 0,0-1,-1 1,1 0,-1-1,1 1,-1-1,1 1,-1-1,1 1,-1-1,0 1,1-1,-1 1,0-1,1 0,-3 1,-27 19,22-16,1 1,0 0,0 0,0 1,0-1,-9 12,16-17,0 0,0 0,-1 0,1 1,0-1,0 0,0 0,-1 0,1 1,0-1,0 0,0 1,0-1,0 0,-1 0,1 1,0-1,0 0,0 1,0-1,0 0,0 0,0 1,0-1,0 0,0 1,0-1,1 0,-1 1,0-1,0 0,0 0,0 1,0-1,0 0,1 0,-1 1,0-1,5-1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05.74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1998 2,'-17'-1,"-1"1,0 0,0 2,1 0,-1 1,1 1,0 0,-33 14,26-8,0-2,-44 9,41-11,0 1,-27 12,-15 8,31-13,-59 32,-40 21,109-55,-34 10,-25 12,-34 18,-29 16,127-56,1 1,1 1,0 1,-28 27,-52 46,61-56,-52 55,75-66,1 0,1 1,1 1,-12 27,9-18,-18 18,26-40,1 1,-13 22,19-28,-15 26,-18 53,31-72,-1 0,-1 0,0-1,0 1,-1-1,-1-1,1 1,-2-1,0-1,-11 11,-39 44,53-59,-23 14,29-19,0 0,-1 0,1 0,0 1,-1-1,1 0,-1 0,1 0,0 0,-1 0,1 0,0 0,-1-1,1 1,0 0,-1 0,1 0,0 0,-1 0,1 0,0-1,-1 1,1 0,0 0,-1-1,1 1,0 0,-1-1,-2-18,5 7,1 2,-1-1,2 0,0 0,0 1,1 0,9-16,6-13,51-116,-26 78,-43 76,-3 4,-3 12,-7 21,-36 62,30-66,-13 36,28-64,1-1,0 0,0 1,0 0,1-1,-1 8,1-11,0 1,0-1,0 0,0 1,0-1,0 1,0-1,0 0,0 1,1-1,-1 0,0 1,0-1,0 0,1 1,-1-1,0 0,0 0,1 1,-1-1,0 0,1 0,-1 1,0-1,1 0,-1 0,18-3,157-80,-168 80,6-2,0-1,0-1,-1 0,17-12,-27 17,0 1,0-1,0 0,0 0,0 0,0-1,0 1,0 0,-1-1,1 1,-1-1,0 0,0 1,0-1,0 0,0 0,-1 1,1-1,-1 0,0 0,0 0,0 0,0 0,0 0,-1 1,1-1,-1 0,-1-3,1 3,0 1,-1-1,0 1,1-1,-1 1,0 0,0 0,0 0,0 0,-1 0,1 0,-1 1,-4-3,-36-14,25 14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07.3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87 0,'-1'13,"-1"0,0 0,-1 0,0 0,-1-1,-1 0,0 0,-9 15,5-7,-13 35,18-42,2-6,-1 1,1 0,0 0,1 0,0 0,0 14,1-21,0 1,0-1,1 1,-1-1,1 0,-1 1,1-1,-1 0,1 1,0-1,0 0,-1 0,1 1,0-1,0 0,0 0,2 1,-1-1,0 1,1-1,-1 0,1 0,-1-1,1 1,-1 0,1-1,-1 1,1-1,-1 0,1 0,3 0,12-3,0 0,0-1,0-1,29-12,-16 6,-25 8,-6 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07.9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218 1,'-1'10,"0"0,0 0,-1 0,0 0,-1 0,-7 16,-31 58,2-6,27-46,2 0,0 1,-8 68,17-90,-1 1,0 0,-1-1,0 1,-1-1,0 0,-1 0,0 0,0-1,-14 20,7-22,10-18,8-23,-5 29,3-16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08.55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50,'4'0,"6"0,5 0,4 0,4 0,1 0,2-4,-1-2,1 1,0-4,-1 0,0 2,-9 2,-6 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09.2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 0,'-1'1,"0"0,0 0,0 0,0 0,0 0,0 0,0 0,0 0,0 1,0-1,0 0,1 1,-1-1,1 0,-1 1,1-1,-1 1,1-1,0 1,0-1,0 1,0-1,0 1,0-1,0 0,0 1,0-1,1 1,-1-1,1 1,-1-1,1 0,-1 1,1-1,0 0,0 1,1 0,1 1,0-1,0 1,0-1,0 0,0 0,1-1,-1 1,1-1,-1 1,1-1,0 0,-1-1,7 2,40 0,-38-3,0 1,0 1,-1 0,1 1,14 3,-23-3,1-1,0 1,-1 0,1 0,-1 0,1 0,-1 1,0-1,0 1,0 0,0 0,-1 0,1 0,-1 0,0 0,0 1,0-1,0 1,2 6,2 6,-1 1,0 0,-1-1,-1 1,-1 1,0-1,-1 0,-2 24,1-34,-1 0,-1 1,1-1,-1 0,-1 0,1 0,-1 0,0 0,-1 0,1-1,-1 0,-1 0,1 0,-1 0,0-1,0 1,-1-1,0 0,0-1,0 0,-11 6,10-5,1-1,-1-1,0 0,0 0,0 0,-1-1,1 0,-1 0,1 0,-1-1,0-1,1 1,-1-1,-10-1,3-4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09.9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77 24,'0'-1,"0"1,0-1,0 1,0-1,0 0,0 1,0-1,0 1,0-1,-1 1,1-1,0 1,0-1,-1 1,1-1,0 1,-1-1,1 1,0-1,-1 1,1-1,-1 1,1 0,-1-1,1 1,-1 0,1 0,-1-1,1 1,-1 0,1 0,-1 0,1-1,-1 1,0 0,1 0,-1 0,1 0,-1 0,1 0,-1 0,0 1,1-1,-1 0,1 0,-1 0,1 0,-1 1,1-1,-1 0,1 1,-1-1,1 0,-1 1,0 0,-3 1,1 0,-1 0,1 0,-1 1,1-1,-4 6,3-4,1 1,0 1,1-1,-1 0,1 1,0-1,1 1,-1 0,1-1,0 1,1 0,-1 0,1 0,1 7,-1-10,0 0,0 0,1 0,-1 1,1-1,0 0,0 0,0 0,1 0,-1 0,1-1,-1 1,1 0,0-1,0 1,0-1,0 0,1 1,-1-1,0 0,1 0,0-1,-1 1,1 0,0-1,0 0,4 2,2-1,1-1,0 0,-1 0,1-1,0 0,0 0,-1-1,1-1,0 0,14-4,-18 4,0 0,0 0,0-1,-1 0,1 0,-1 0,0 0,0-1,0 0,-1 0,1 0,-1-1,0 1,0-1,0 0,-1 0,6-11,-8 14,0-1,0 1,-1-1,1 1,-1-1,1 1,-1-1,0 1,0-1,0 1,0-1,-1 1,1-1,0 1,-1-1,0 1,0-1,0 1,-2-4,0 2,1 0,-1 1,0-1,0 1,-1 0,1 0,-1 0,1 1,-1-1,-7-3,4 3,-1 0,1 0,-1 0,0 1,0 0,0 0,0 1,0 0,0 1,0-1,0 2,-13 1,6 2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4:59.9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1,'0'4,"-4"6,-2 5,1 4,1 3,1 3,1 0,1 1,0-1,1 1,5-5,5-6,5-5,0-5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00.4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193 1,'0'0,"1"0,-1 0,1 0,0 0,-1 0,1 1,-1-1,1 0,-1 1,1-1,-1 0,1 1,-1-1,1 0,-1 1,0-1,1 1,-1-1,1 1,-1-1,0 1,0-1,1 1,-1-1,0 1,0-1,1 1,-1-1,0 1,0 0,0-1,0 1,0-1,0 1,0 0,0-1,0 1,0-1,-1 1,1 0,0 0,-8 27,8-26,-62 141,6-14,46-107,0 0,-18 27,4-8,22-38,2-3,0 1,-1-1,1 1,0-1,-1 1,1-1,0 1,-1-1,1 1,0 0,0-1,0 1,0-1,0 1,0 0,0-1,0 1,0-1,0 1,0 1,3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01.0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0,4 0,4 0,1 0,1 0,1 0,0 0,-1 0,1 0,-10 0,-6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01.8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52 0,'-3'1,"0"0,0 0,0 0,0 0,0 1,1-1,-1 1,0 0,1-1,0 1,-1 0,1 1,-3 2,-6 15,10-19,1 0,0-1,0 1,0 0,0-1,0 1,0-1,0 1,0 0,0-1,1 1,-1 0,0-1,0 1,0-1,1 1,-1 0,0-1,1 1,-1-1,0 1,1-1,-1 1,1-1,-1 0,1 1,-1-1,2 1,4 2,0 0,1 0,0 0,0-1,7 1,-6-1,0 0,0 1,0 0,8 4,-5-2,0-1,0 0,0 0,1-1,20 2,-24-4,1 0,-1 1,0-1,0 1,0 1,0 0,0 0,0 0,-1 1,1 0,-1 1,11 8,-15-10,-1 0,1 1,-1-1,0 0,0 1,0-1,0 1,-1-1,0 1,1 0,-1 0,0 0,-1 0,1-1,-1 1,0 0,0 0,0 0,0 0,-1 0,1 0,-1 0,0 0,0 0,-1-1,-1 5,-3 4,0 0,-1-1,0 0,-1 0,0-1,-15 15,16-18,-1 0,0 0,0 0,-17 9,21-14,0 0,0 0,0-1,0 1,0-1,0 0,0 0,-1 0,1-1,0 0,-1 1,1-1,-1-1,-4 0,-7-3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11.1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72 0,'-2'1,"-1"0,1-1,-1 1,1 0,-1 1,1-1,0 0,0 1,0-1,-1 1,1 0,1 0,-1 0,0-1,0 2,1-1,-1 0,-1 3,-2 3,0 1,1 0,-6 14,8-18,1-1,0 0,0 0,1 0,-1 1,1-1,0 0,0 1,0-1,1 0,-1 1,1-1,0 0,0 0,1 0,-1 0,1 0,0 0,0 0,4 5,-4-7,0 0,0 0,0 0,1 0,-1 0,1 0,-1 0,1-1,0 1,0-1,0 0,0 0,-1 0,2 0,-1-1,0 1,0-1,0 0,0 0,0 0,0 0,0 0,0-1,0 1,0-1,0 0,0 0,0 0,3-2,-2 2,-1-1,1 0,-1 0,0-1,0 1,0-1,0 1,0-1,-1 0,1 0,-1 0,0 0,0-1,0 1,0 0,2-6,1-5,-1-1,5-27,-6 28,-3 13,0-1,0 1,0 0,1 0,-1 0,-1-1,1 1,0 0,0 0,0 0,-1 0,1-1,0 1,-1 0,1 0,-1 0,1 0,-1 0,0 0,1 0,-1 0,0 0,0 0,0 1,0-1,0 0,0 0,0 1,0-1,0 1,0-1,0 1,0-1,0 1,0 0,0-1,-1 1,1 0,-2 0,-7-1,0 0,1 1,-21 1,15 1,-10-2,3 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4:48.1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1,'11'1,"0"0,-1 0,1 1,-1 1,1-1,-1 2,0 0,0 0,-1 1,1 0,-1 0,0 1,0 0,-1 1,0 0,0 0,0 1,-1 0,0 0,-1 1,0 0,0 0,7 17,83 206,-75-188,-15-34,-1 1,0 1,0-1,-1 1,-1 0,4 18,5 41,-7-48,-1 0,2 30,-6 341,-1-268,1-195,0 46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4:50.0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50 97,'0'0,"0"0,0 0,1-1,-1 1,0 0,0 0,0-1,1 1,-1 0,0 0,0-1,0 1,1 0,-1 0,0 0,0-1,1 1,-1 0,0 0,1 0,-1 0,0 0,1 0,-1 0,0 0,0 0,1 0,-1 0,0 0,1 0,-1 0,0 0,1 0,-1 0,0 0,1 0,-1 0,0 0,0 1,1-1,2 15,-8 21,-20 45,15-52,2 0,-8 47,22-98,11-43,-15-41,0 11,-2 92,0 0,1 0,-1 0,1-1,0 1,0 0,0 0,0 0,1 0,-1 1,1-1,-1 0,1 1,0-1,0 1,1-1,-1 1,0 0,1 0,-1 0,1 0,0 1,-1-1,1 1,0-1,0 1,0 0,0 0,0 0,0 1,1-1,4 0,5 1,0-1,0 2,0 0,0 0,0 1,19 6,34 7,-36-9,-1 1,43 17,-70-24,0 1,0 0,0 0,0 0,0 0,-1 0,1 0,0 0,-1 1,1-1,-1 0,1 1,-1-1,0 1,0 0,0-1,0 1,0 0,1 2,-2-2,1 0,-1 0,0-1,0 1,0 0,-1 0,1 0,0 0,-1 0,1-1,-1 1,0 0,1 0,-1-1,0 1,-2 3,-6 5,1 0,-2 0,1-1,-20 14,13-10,-5 6,-30 25,48-41,-1-1,0 1,0-1,0 0,0 0,0 0,0 0,-1-1,1 1,-9 0,0-3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4:50.9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39 0,'-1'20,"-1"0,0 0,-2 0,0-1,-1 1,-11 25,15-43,1-1,-1 1,0 0,1 0,-1-1,1 1,0 0,-1 0,1 0,0 0,0-1,0 1,0 0,1 0,-1 0,0 0,1-1,-1 1,1 0,0-1,0 1,-1 0,1-1,0 1,2 2,-1-3,0 0,0 1,1-1,-1 0,0 0,1 0,-1 0,0-1,1 1,-1 0,1-1,-1 0,1 0,-1 0,1 0,0 0,-1 0,5-1,6-2,0 0,1 0,-1-2,0 1,12-7,-8 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4:51.4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101 1,'0'19,"-1"0,0 0,-2 0,0 0,-1 0,-2 0,1-1,-15 30,10-27,1 0,1 1,0 0,2 1,1-1,1 1,0 0,0 37,5-50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4:52.0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21,'0'4,"4"2,6-1,5-1,4-1,3-1,2-1,2 0,0-1,-5-5,-1-1,0 1,1 0,-4-2,1 0,0 0,-2 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4:52.8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 0,'-19'52,"19"-50,0 1,0-1,0 0,0 1,0-1,1 0,-1 1,1-1,-1 0,1 0,0 1,0-1,0 0,0 0,0 0,1 0,-1 0,0 0,3 1,-1 0,0-1,1 1,-1-1,1 0,-1 0,1 0,0 0,0-1,8 3,5-1,0-1,1 0,33-2,-48 0,6-1,1 1,-1 1,1-1,-1 1,1 1,-1 0,13 4,-19-4,1 0,0 0,-1 0,1 0,-1 1,0-1,1 1,-1 0,-1 0,1 0,0 1,-1-1,0 1,1-1,-1 1,-1 0,1-1,0 1,0 6,0-3,0-1,-1 1,0-1,0 1,0 0,-1-1,0 1,-1 0,1-1,-1 1,-1-1,1 1,-1-1,-4 12,3-14,1 0,0 0,-1-1,1 1,-1 0,0-1,-1 0,1 0,0 0,-1 0,0 0,0-1,1 1,-2-1,1 0,0 0,0-1,0 1,-1-1,1 0,-1 0,-5 0,6 0,-1 0,0 0,1-1,-1 0,0 0,1 0,-1 0,0-1,1 0,-1 0,1 0,-1-1,1 1,-1-1,1 0,-6-4,-1-6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12.8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167 77,'-16'0,"0"-2,-23-4,6 0,31 6,-1-1,1 1,0 0,0 0,0-1,0 2,-1-1,1 0,0 0,0 1,0-1,0 1,0-1,0 1,0 0,0 0,0 0,0 0,0 0,0 1,1-1,-1 0,0 1,1-1,-1 1,1 0,0-1,-1 1,1 0,0 0,0 0,-1 4,1-4,1 1,0-1,0 1,-1-1,2 1,-1-1,0 1,0-1,1 1,-1-1,1 1,0-1,0 1,0-1,0 0,0 1,1-1,-1 0,1 0,-1 0,1 0,0 0,0 0,-1-1,1 1,0-1,4 3,-2-2,-1 0,0-1,1 1,0-1,-1 0,1 0,0 0,-1 0,1 0,0-1,0 0,0 0,0 0,-1 0,9-2,0-1,1-1,-1-1,17-7,4-3,-28 14,0-2,0 1,0 0,-1-1,1 0,-1 0,0 0,0-1,0 1,0-1,-1 0,4-5,-6 8,0-1,0 0,0 1,-1-1,1 0,0 0,-1 0,1 1,-1-1,0 0,0 0,0 0,0 0,0 0,0 0,0 1,0-1,-1 0,1 0,-1 0,0 0,1 1,-1-1,0 0,0 1,0-1,0 1,0-1,0 1,-1-1,1 1,0 0,-1-1,1 1,-1 0,-2-1,-3-2,0 0,0 1,0 0,0 0,-1 1,1 0,-1 0,1 1,-1 0,0 0,0 1,1 0,-1 0,0 1,1 0,-1 0,0 1,1 0,-1 1,1-1,0 1,0 0,-8 6,-2 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18.3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701 1,'-1'4,"1"1,-1 0,0-1,-1 1,1-1,-1 0,0 1,0-1,0 0,0 0,-1 0,-5 6,-43 44,36-40,-14 18,2 2,1 1,1 0,-21 43,14-23,-5 9,-52 129,24-40,49-119,6-14,1 0,0 1,1 0,1 1,2-1,-4 25,-4 28,9-51,0 0,-1 27,3-15,-8 38,4-41,-1 50,6-19,4 121,9-117,-8-49,-1 0,2 27,-4-28,0 32,-1-47,0 1,0-1,0 1,-1 0,1-1,-1 1,0-1,0 1,0-1,0 0,0 1,0-1,-3 4,3-5,0-1,0 0,1 1,-1-1,0 0,0 0,1 1,-1-1,0 0,0 0,0 0,1 0,-1 0,0 0,0 0,0 0,1 0,-1-1,0 1,0 0,0 0,1-1,-1 1,0 0,1-1,-1 1,0-1,1 1,-1-1,0 1,1-1,-1 0,1 1,-1-1,1 0,-1 1,1-1,-1-1,-18-30,10 11,1-2,1 1,1-1,-4-33,-9-35,13 76,4 12,1 1,-1-1,1 1,0-1,0 0,0 0,0 0,0 1,1-1,-1 0,1 0,0 0,0 0,1-5,-1 8,1 0,0 0,0 0,0 0,-1 0,1 0,0 0,0 0,-1 0,1 0,0 1,0-1,-1 0,1 1,0-1,0 0,-1 1,1-1,-1 1,1-1,0 1,-1-1,1 1,-1-1,2 2,15 16,-12-11,-1 1,0 0,0 0,-1 0,0 1,2 8,-2-7,0 0,0 0,1-1,9 17,-6-17,0 1,0-1,1 0,0-1,0 0,1 0,0-1,0 0,1 0,10 4,-18-10,-1-1,1 0,0 1,0-1,-1 0,1 0,0 0,-1 0,1-1,0 1,-1 0,1-1,0 1,-1-1,1 0,-1 1,1-1,-1 0,1 0,-1 0,1 0,-1 0,0 0,0 0,0-1,1 1,-1 0,0-1,-1 1,1-1,0 1,0-1,1-2,1-4,0 1,-1-1,0 1,0-1,2-15,0-9,16-59,-1 8,-18 80,0 0,-1 0,0 0,0 1,0-1,0 0,0 0,-1 0,1 0,-1 0,0 1,0-1,0 0,-2-4,2 6,0 0,0 0,0 0,0 0,0 0,0 0,0 1,0-1,-1 0,1 1,0-1,0 1,0 0,-1-1,1 1,0 0,-1 0,1 0,0-1,-1 2,1-1,0 0,-1 0,1 0,0 0,-1 1,1-1,0 1,0-1,0 1,-1-1,1 1,0 0,-2 1,-16 10,0 1,-30 27,24-17,11-13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19.6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15,'0'0,"0"-1,0 0,0 1,0-1,0 1,0-1,0 1,0-1,0 1,0-1,0 0,1 1,-1-1,0 1,0-1,1 1,-1 0,0-1,1 1,-1-1,0 1,1-1,-1 1,1 0,-1-1,1 1,-1 0,1 0,-1-1,1 1,-1 0,1 0,-1-1,1 1,-1 0,1 0,-1 0,1 0,-1 0,1 0,0 0,-1 0,1 0,-1 0,1 0,-1 1,1-1,-1 0,2 1,-1-1,1 1,-1-1,1 1,-1 0,1 0,-1 0,1 0,-1 0,0 0,1 0,-1 0,0 1,0-1,0 0,0 1,1 1,1 6,-1 1,0-1,-1 1,0 0,0 0,-1 0,-2 19,1-19,0 0,1 0,0 0,1 0,0 0,0 0,4 10,-5-18,1 0,0-1,-1 1,1 0,0-1,0 1,0-1,0 1,1-1,-1 0,0 1,1-1,-1 0,0 0,1 0,0 0,-1 0,1 0,-1 0,1-1,0 1,0-1,-1 1,1-1,0 1,0-1,0 0,2 0,4-1,0 1,0-2,0 1,0-1,8-3,-16 4,18-4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20.0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 0,'1'80,"-3"88,-10-102,8-47,1-1,-2 27,4-22,0-12,0 1,1 0,0-1,1 1,1-1,2 14,2-17,-1-8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20.5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50,'4'0,"6"0,5-4,4-2,4-3,1-1,1 2,1 2,0 2,-5 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21.1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73 0,'-1'4,"-1"0,1-1,-1 1,0 0,-1-1,1 0,-1 1,1-1,-1 0,0 0,-6 4,0 2,6-5,0-1,0 1,0 0,0 0,1 0,-1 1,1-1,0 1,1-1,-1 1,-1 7,3-9,0-1,-1 0,1 0,0 1,0-1,1 0,-1 1,0-1,1 0,-1 0,1 0,0 1,0-1,0 0,0 0,0 0,0 0,0 0,1-1,-1 1,1 0,0 0,-1-1,1 1,3 1,5 2,0 0,-1-1,1-1,1 1,-1-2,0 1,1-2,-1 1,1-1,-1-1,1 0,12-1,-7 0,1 1,-1 1,31 5,-44-5,0 0,-1 0,1 0,0 0,0 0,0 0,-1 1,1 0,-1-1,0 1,1 0,-1 0,0 0,0 1,0-1,0 0,0 1,-1-1,1 1,-1 0,0-1,1 1,-1 0,-1 0,1 0,0 0,-1 0,1 0,-1 0,0 0,0 0,0 0,0 0,-1 0,1 0,-1 0,-1 3,1 0,-1-1,1 1,-1-1,-1 0,1 1,-1-1,0 0,0 0,0-1,-1 1,1-1,-1 1,0-1,-1 0,1-1,-1 1,1-1,-1 0,-6 3,8-5,1 0,0 0,-1 0,1 0,-1-1,0 1,1-1,-1 0,1 1,-1-1,1-1,-1 1,0 0,1 0,-1-1,1 0,-1 1,1-1,-1 0,1 0,-3-2,-6-8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21.6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1 126,'3'0,"0"1,0 0,0 1,0-1,0 0,0 1,0 0,-1 0,5 3,11 6,-5-6,0 0,0-1,0-1,0 0,1-1,-1 0,18 0,-23-2,0 0,0 0,0-1,0 0,0-1,0 0,0 0,-1 0,1-1,-1 0,0 0,0-1,11-7,-15 8,0 0,-1 0,1 0,-1-1,1 1,-1-1,-1 1,1-1,0 1,-1-1,0 0,1 0,-2 0,1 0,0 0,-1 0,0-6,0 7,0 0,0 0,0 0,-1 1,1-1,-1 0,0 0,1 0,-1 1,-1-1,1 1,0-1,-1 1,1-1,-1 1,0 0,0-1,0 1,0 0,0 0,0 0,0 1,-1-1,1 1,-3-2,-2 0,0 1,1 0,-1 1,0 0,0 0,0 0,0 1,0 0,0 0,0 0,0 1,0 0,0 1,0 0,0 0,1 0,-11 5,-6 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24.9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0,'-1'80,"3"88,1-144,2 0,1 0,0-1,12 26,-8-23,-2 0,10 50,-15-48,1 0,2 0,0-1,2 0,1 0,2-1,15 30,38 74,-55-109,-3-9,10 24,37 61,-47-87,69 95,-63-90,1-1,0-1,1-1,29 22,-10-12,-13-8,1 0,27 13,50 23,-55-27,63 26,-51-31,44 19,-93-31,-15-5,-15-2,-11-8,-62-26,71 24,0 1,-1 1,0 1,-38-5,59 12,-1 1,1 0,-1-1,0 0,1-1,-1 1,1-1,0 0,-10-5,16 7,0-1,0 1,0 0,0 0,0 0,0-1,0 1,0 0,0 0,0-1,0 1,0 0,0 0,0 0,0-1,0 1,0 0,0 0,0 0,0 0,0-1,0 1,1 0,-1 0,0 0,0-1,0 1,0 0,0 0,1 0,-1 0,0 0,0 0,0-1,0 1,1 0,-1 0,0 0,0 0,0 0,1 0,-1 0,0 0,0 0,1 0,-1 0,0 0,0 0,0 0,1 0,-1 0,0 0,0 0,0 0,1 0,-1 1,15-3,4 2,-1 1,0 1,0 0,-1 2,1 0,-1 1,1 0,17 10,48 13,-71-25,1 0,0 0,-1-2,1 1,0-2,0 1,0-2,0 0,0-1,0 0,22-7,-32 8,0-1,-1 0,1 1,-1-1,1-1,-1 1,0 0,0 0,0-1,0 1,-1-1,1 0,-1 1,1-1,-1 0,0 0,0 0,0 0,0 0,-1 0,1-5,0-8,0 0,-3-32,1 25,1 16,-1 0,0 0,0 0,0 0,-1 0,0 0,0 0,-6-10,7 16,0-1,1 1,-1-1,0 1,-1 0,1 0,0-1,0 1,-1 0,1 0,0 0,-1 0,1 0,-1 0,1 1,-1-1,1 1,-1-1,0 1,1-1,-1 1,0 0,1 0,-1-1,0 1,0 1,1-1,-1 0,0 0,1 1,-1-1,0 0,1 1,-1 0,1-1,-1 1,1 0,-1 0,1 0,-3 2,-116 82,49-43,57-31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26.2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1,'0'9,"0"4,0 1,0-1,2 0,-1 0,5 14,-6-25,1 0,-1 0,1-1,-1 1,1 0,0 0,0 0,0-1,0 1,0 0,1-1,-1 1,0-1,1 1,-1-1,1 0,-1 1,1-1,0 0,-1 0,1 0,0-1,0 1,0 0,0 0,0-1,-1 0,1 1,0-1,0 0,0 0,0 0,0 0,0 0,0 0,0-1,0 1,0-1,0 1,0-1,0 0,0 0,0 0,2-2,27-11,38-24,-52 26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26.7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0,'0'8,"1"-1,0 1,1-1,0 1,3 8,7 28,-8 4,-2 1,-6 77,3-121,1 0,-1 0,0 0,-1 0,1 0,-1-1,0 1,-3 6,0-5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27.7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96,'4'-1,"0"-1,1 1,-1-1,0 1,0-1,0-1,0 1,5-5,12-5,45-13,-47 18,0 0,31-16,-71 37,0 1,1 0,1 2,1 1,-31 36,48-52,0-1,0 0,0 1,0-1,0 1,0-1,0 1,1 0,-1-1,0 1,1 0,0 0,-1-1,1 1,0 0,0 0,0-1,0 1,0 0,0 0,0-1,1 3,0-3,0 1,0-1,0 1,1-1,-1 0,0 0,1 0,-1 1,1-1,-1-1,1 1,-1 0,1 0,0 0,-1-1,1 1,3 0,10 1,1 0,-1-1,1-1,15-1,-18 0,-6 1,0 0,0 1,0-1,0 1,0 1,0-1,-1 1,1 1,-1-1,1 1,-1 0,0 0,0 1,0 0,6 5,-8-5,0-1,0 1,-1 1,1-1,-1 1,0-1,0 1,-1 0,0 0,1 0,-2 0,1 1,0-1,-1 0,0 1,-1-1,1 1,-1-1,0 10,-1-12,1 1,-1-1,0 0,0 0,0 1,0-1,-1 0,1 0,-1 0,0 0,0 0,0-1,0 1,0 0,0-1,-1 0,0 1,1-1,-1 0,0-1,-4 3,3-1,-1-1,1-1,0 1,-1 0,0-1,1 0,-1 0,0-1,1 1,-1-1,0 0,0 0,0-1,-6-1,-5-3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28.3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 0,'-1'1,"0"-1,0 0,0 1,0-1,0 1,0-1,0 1,0 0,0-1,0 1,0 0,0 0,0 0,1-1,-1 1,0 0,1 0,-1 0,1 0,-1 0,1 0,-1 1,1-1,0 0,-1 0,1 0,0 0,0 0,0 3,0 35,0-36,1 1,1 0,-1-1,0 1,1-1,0 1,0-1,0 0,0 0,0 0,1 0,-1 0,1 0,0-1,0 1,0-1,0 0,0 0,1 0,-1 0,0 0,1-1,0 0,-1 1,8 0,-8-2,-1 1,1-1,-1 0,1 0,0-1,-1 1,1-1,-1 1,1-1,-1 0,1 1,-1-1,0-1,1 1,-1 0,0-1,0 1,0-1,0 1,0-1,0 0,-1 0,1 0,0 0,-1 0,1 0,-1 0,0-1,0 1,0 0,0-1,0 1,-1-1,1 1,-1-1,1 1,-1-1,0 0,0-2,0 3,0-1,0 1,0-1,0 1,0-1,0 1,-1-1,1 1,-1-1,0 1,0 0,0-1,0 1,0 0,0 0,0 0,-1 0,1 0,-1 0,0 0,1 0,-1 1,0-1,0 1,0-1,0 1,-1 0,-3-3,2 3,0 0,0 0,0 0,0 0,0 1,-1-1,1 1,0 0,0 1,0-1,0 1,0-1,0 1,0 0,0 1,-7 2,-6 6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2.2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 1,'-1'0,"1"0,-1 0,1 0,0 0,-1 0,1 0,-1 0,1 0,-1 0,1 0,0 1,-1-1,1 0,0 0,-1 0,1 1,0-1,-1 0,1 0,0 1,-1-1,1 0,0 1,0-1,-1 0,1 1,0-1,0 1,0-1,0 0,0 1,-1-1,1 1,3 18,12 16,0-13,2-1,0-1,1 0,1-1,1-1,0-1,41 26,-46-32,-1 2,0-1,-2 2,21 27,-21-26,-1-1,2 0,0-1,0 0,17 11,27 12,96 41,-129-65,-5-5,1 0,37 7,-37-9,45 7,-46-9,1 0,-1 1,-1 2,1-1,-1 2,19 9,-17-6,0-2,1-1,0 0,1-1,-1-2,1 0,0-1,25-1,-43-1,145 22,-90-13,-24-4,68 4,17-13,105 5,-218 0,1-1,-1 1,0 0,1 1,-1 0,0 0,7 5,-7-4,1 0,-1-1,1 0,0 0,15 3,-15-5,1 0,-1-1,1 0,-1-1,9-1,-15 2,0 0,0 0,0 0,-1-1,1 1,0-1,-1 1,1-1,0 0,-1 1,1-1,-1 0,1 0,-1 0,1 0,-1-1,0 1,1 0,-1-1,0 1,0 0,0-1,0 1,0-1,0 0,-1 1,1-1,-1 0,1 1,0-4,-2 3,1 0,-1 0,0 0,0 0,0 0,0 1,-1-1,1 0,0 0,-1 1,1-1,-1 1,1-1,-1 1,0 0,0 0,1 0,-1-1,0 2,-3-2,-43-18,-222-53,263 70,9 0,25 0,41 3,-56 2,-1 0,1 0,0 2,-1-1,0 1,0 1,0 0,-1 1,12 7,5 7,49 45,-75-65,0 1,0 0,0 0,0 0,0 0,0 0,0 1,0-1,0 0,-1 0,1 1,0-1,-1 0,1 1,-1-1,1 1,-1-1,0 0,0 1,1-1,-1 1,0-1,0 1,-1 1,0-1,0 0,0 0,0-1,0 1,0 0,0-1,-1 1,1-1,-1 0,1 1,-1-1,1 0,-1 0,0 0,-2 1,-8 4,-1-1,0 0,0-1,-14 2,25-6,-10 3,0-1,0 0,-21 0,31-2,-1 0,0 0,0 0,0-1,0 1,1-1,-1 0,0 0,1 0,-1 0,0 0,1-1,-1 1,1-1,0 0,0 1,-1-1,1 0,0 0,1-1,-3-2,-5-11,-10-15,18 31,0-1,1 0,-1 0,0 1,0-1,0 1,0-1,0 1,0-1,0 1,0-1,0 1,0 0,0 0,0-1,0 1,0 0,0 0,0 0,0 0,0 0,0 0,0 1,0-1,0 0,0 0,0 1,-2 0,-5 2,2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3.4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39 0,'0'9,"0"0,0 1,-1-1,-1 0,1 0,-1 0,-1 0,0 0,0-1,-1 1,-5 9,7-16,1 0,0 0,0 0,0 0,0 0,0 0,1 0,-1 0,1 1,-1-1,1 0,0 0,0 0,0 1,0-1,0 0,0 0,1 0,-1 0,1 1,-1-1,2 2,0-1,-1-1,1 0,0-1,0 1,0 0,0 0,0-1,0 1,1-1,-1 0,0 0,1 0,-1 0,1 0,4 1,3 0,0-1,0 0,1 0,-1-1,0-1,0 1,0-2,17-3,-20 3,0-1,0 0,0 0,-1 0,1-1,-1 0,0 0,0-1,0 1,10-12,-4 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3.8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123 0,'0'35,"-2"62,1-86,-1 0,0-1,0 1,-1-1,-1 1,-8 17,-5 8,1 1,2 0,2 1,1 1,2-1,-5 56,14-93,-1-1,1 1,0-1,0 1,0-1,0 1,-1-1,1 1,0-1,0 1,0-1,0 1,0-1,0 1,0-1,0 1,0-1,1 1,-1-1,0 1,0-1,0 1,1-1,-1 1,0-1,0 1,1-1,-1 0,0 1,1-1,-1 0,0 1,1 0,13-14,18-38,-29 46,10-17,-1 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4.2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25,'4'0,"6"0,5 0,4 0,4 0,1 0,1 0,1-5,0 0,-1 0,1 0,-10 2,-6 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4.7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 1,'-18'52,"18"-50,0-1,0 1,0 0,1 0,-1 0,1 0,-1 0,1 0,0 0,-1 0,1-1,0 1,0 0,0-1,1 1,-1-1,0 1,1-1,-1 1,1-1,-1 0,1 0,-1 0,1 0,0 0,0 0,0 0,-1-1,1 1,0-1,0 1,0-1,0 1,2-1,11 2,-1 0,1-1,21-1,-25-1,1 1,3-1,-1 1,1 1,-1 0,1 1,23 6,-35-7,1 0,-1 1,0-1,0 1,0-1,0 1,0 0,0 1,-1-1,1 0,-1 1,1 0,-1-1,0 1,0 0,0 0,0 0,-1 0,1 0,-1 1,0-1,0 0,0 1,0-1,-1 1,1-1,-1 1,0-1,0 6,-1 0,-1 1,0 0,0 0,-1-1,0 1,0-1,-1 0,-1 0,0 0,0 0,0-1,-1 0,0 0,-1-1,0 0,0 0,0 0,-1-1,0 0,-17 10,23-16,1 1,0 0,0-1,0 1,-1-1,1 1,0-1,-1 0,1 0,0 0,-1 1,1-1,0 0,-1-1,1 1,0 0,-1 0,1 0,0-1,-1 1,1-1,0 1,0-1,-1 0,1 1,0-1,-1-1,-9-11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5.0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0 101,'4'1,"0"1,-1-1,1 1,-1-1,1 1,-1 0,0 0,0 0,3 3,9 6,-3-4,1-1,0 0,0 0,0-1,1-1,-1-1,1 1,0-2,0 0,0-1,0 0,20-2,-31 1,0-1,0 1,0-1,0 1,0-1,0 0,-1 0,1 0,0 0,0-1,-1 1,1-1,-1 0,1 1,-1-1,0 0,0 0,0-1,0 1,0 0,0-1,-1 1,1-1,-1 0,1 1,-1-1,0 0,0 0,0 0,0-5,-1 5,1-1,-1 0,-1 0,1 0,-1 1,1-1,-1 0,0 0,0 1,-1-1,1 0,-1 1,1 0,-1-1,0 1,-1 0,1 0,-1 0,1 0,-1 0,0 1,0-1,-4-2,-1 0,0 1,-1 0,1 0,-1 1,0 0,0 0,0 1,-1 0,1 1,0 0,-1 0,1 1,-1 0,-13 2,0 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7.4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1213,'11'-1,"-1"-1,1-1,-1 0,1 0,-1-1,0 0,0-1,18-12,19-7,285-109,-312 122,0-1,-1 0,-1-2,34-31,5-3,34-26,85-62,-141 114,48-42,-68 50,0-1,-1-1,0 0,21-35,-17 23,1 2,1-1,24-22,-22 21,-1 0,-1-2,-1 0,-2-1,19-46,-35 75,0 0,0 0,0 0,-1 0,1 0,-1-1,1 1,-1 0,0 0,0-4,0 5,0 0,0 0,0 1,-1-1,1 0,0 0,0 1,-1-1,1 0,-1 1,1-1,0 0,-1 1,1-1,-1 0,1 1,-1-1,0 1,1-1,-1 1,-1-1,0 1,0-1,1 1,-1 0,0-1,0 1,-1 0,1 0,0 1,0-1,1 0,-1 1,0-1,0 1,0 0,0-1,0 1,0 0,1 0,-1 0,0 1,1-1,-3 2,-53 45,25-20,-35 22,-50 30,115-79,5-5,11-11,19-19,99-98,-102 98,-24 26,1 0,0 0,0 0,1 1,0 1,12-9,-18 14,1 0,0-1,-1 2,1-1,0 0,0 0,0 1,-1 0,1-1,0 1,0 0,0 1,0-1,0 0,0 1,-1-1,1 1,0 0,0 0,-1 0,1 1,-1-1,1 0,-1 1,1 0,-1-1,4 5,8 8,-1 0,-1 1,0 0,-1 1,17 30,-27-43,1 0,0 0,-1 0,0 0,0 0,0 0,0 0,0 0,0 0,-1 0,1 1,-1-1,0 0,0 0,-1 0,1 1,-2 4,1-4,-1-1,0 0,1 0,-1 0,-1-1,1 1,0 0,-1-1,1 1,-1-1,0 0,0 0,0 0,0 0,0-1,-4 2,-2 1,0 1,1 0,-1 1,1-1,-12 12,7-4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8.0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1,'0'4,"0"5,0 7,0 3,4-1,6-3,5-5,4-3,4-8,1-3,-3-2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8.4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210 1,'0'0,"0"0,1 0,-1 0,1 0,-1 0,0 0,1 0,-1 0,0 0,1 0,-1 0,1 0,-1 0,0 1,1-1,-1 0,0 0,1 0,-1 1,0-1,0 0,1 0,-1 1,0-1,1 0,-1 0,0 1,0-1,0 0,1 1,-1-1,0 0,0 1,0-1,0 0,0 1,0 0,-5 15,-17 14,-6 0,1 2,1 0,2 2,2 1,1 1,-21 48,41-83,1 0,0 0,-1 0,1 0,0-1,0 1,0 0,0 0,0 0,-1 0,2 0,-1 0,0 0,0 0,0 0,0 0,1 0,-1-1,0 1,1 0,-1 0,0 0,1 0,0 0,7 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9.1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125 25,'7'-1,"0"0,1 0,-1-1,0 0,0 0,-1 0,11-6,-30 4,-10 2,12 4,0 0,0 0,1 1,-1 0,1 1,-10 5,15-7,1 1,-1-1,1 1,0-1,0 1,0 0,0 1,1-1,-1 1,1 0,0-1,0 1,0 1,1-1,-4 6,6-8,-1 0,1 0,-1-1,1 1,0 0,0 0,0 0,0 0,0 0,0 0,1-1,-1 1,0 0,1 0,-1 0,1 0,0-1,0 1,0 0,0-1,0 1,0-1,0 1,0-1,1 1,-1-1,0 0,1 0,-1 0,4 2,5 3,1 0,0-1,0-1,13 4,18 9,-37-14,-1-1,0 1,0 0,-1 0,1 0,0 0,-1 1,0-1,0 1,0 0,0 0,-1 0,0 1,1-1,-2 0,1 1,0 0,-1-1,0 1,0 0,0-1,-1 1,1 0,-1 0,0 0,-2 9,0-7,1 0,-2 0,1 0,-1-1,0 1,0-1,-1 0,1 0,-1 0,-1 0,1-1,-1 1,0-1,-1 0,1-1,-1 1,-10 5,9-5,-1-1,0 0,0 0,0-1,-16 5,23-8,-1 0,0 1,0-1,0 0,1 0,-1 0,0-1,0 1,1 0,-1-1,0 1,1-1,-1 1,0-1,1 0,-1 0,1 0,-1 0,1 0,-1 0,1 0,0 0,0 0,-1-1,1 1,0-1,0 1,0-1,1 1,-1-1,0 1,0-1,1 0,-1-2,-5-17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39.5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0 147,'3'2,"0"0,0 0,0 0,-1 0,1 1,-1-1,0 1,0-1,0 1,0 0,0 0,0 0,1 5,7 8,-4-9,0 0,0-1,0 0,1 0,0 0,0-1,0 0,1 0,8 3,-13-6,1-1,-1 1,1-1,0 0,-1-1,1 1,0-1,0 1,-1-1,1 0,0-1,0 1,-1 0,1-1,0 0,-1 0,1 0,-1-1,1 1,-1-1,1 0,-1 1,5-5,-2 0,0 1,-1-1,0 0,0 0,0-1,-1 1,0-1,0 0,-1 0,1 0,-2-1,1 1,-1-1,0 0,1-7,-3 11,1 0,-1 0,1 0,-1 0,-1 0,1 0,0 0,-1 0,0 0,0 0,0 0,0 0,-1 1,1-1,-1 0,0 1,0-1,0 1,-1 0,1 0,-1 0,0 0,0 0,0 0,0 1,0-1,-1 1,1 0,-1 0,-6-2,-16-5,0 2,-34-4,36 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41.7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706 1,'-1'9,"-1"0,0 0,0-1,-1 1,0-1,-1 1,0-1,-6 9,-7 18,9-13,2 0,0 1,-3 33,5-29,-14 48,-12 24,-24 66,42-134,-2-1,0-1,-25 36,27-47,3-7,0 1,1 1,0 0,1 0,1 0,0 1,0 0,2 0,-6 24,9-27,-1 0,0 0,-1 0,-1 0,1 0,-2-1,1 1,-1-1,-12 16,-2-2,-1 0,-30 26,44-43,-17 17,2 2,-26 39,27-35,-42 47,56-71,5-4,-1 0,0 0,0 0,1 0,-1 0,-1-1,1 1,0-1,0 1,-1-1,1 0,-4 1,-3-1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42.9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1 198,'4'-1,"-1"-1,1 1,0-1,-1 0,1 0,-1-1,0 1,0-1,0 1,0-1,0 0,2-3,4-3,9-7,1 1,1 1,22-12,-7 4,-4-4,-27 22,0 0,0 0,1 0,-1 1,1-1,0 1,0 0,0 1,8-4,-11 6,0 0,0 0,0 0,0 0,0 1,0-1,0 1,0-1,0 1,0 0,-1 0,1-1,0 1,0 1,0-1,-1 0,1 0,2 3,30 33,-23-24,-1-1,0 1,0 0,-2 1,0 0,0 1,-1 0,-1 0,-1 0,0 1,-1-1,0 1,1 18,2-1,-5-27,0 0,-1 1,0-1,0 0,0 0,-1 13,0-17,-1 0,1 0,-1-1,0 1,1 0,-1-1,0 1,0-1,0 1,0-1,0 1,-1-1,1 0,0 1,-1-1,1 0,-1 0,1 0,-1 0,1 0,-1-1,0 1,1 0,-1-1,0 1,0-1,1 0,-1 1,-2-1,-9 1,0 0,0-1,1 0,-1-1,0-1,1 0,-1 0,1-2,-14-4,-15-7,-48-27,88 41,-1 0,1 1,0-1,0 0,0 1,0-1,-1 0,1 1,0-1,0 1,-1 0,1-1,0 1,-1 0,1 0,0 0,-1 0,1 0,0 0,-1 0,1 1,0-1,-1 0,1 1,0-1,0 1,-1-1,1 1,0 0,0 0,0-1,0 1,0 0,-2 1,-4 11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43.7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0,'0'4,"0"6,-5 1,0 3,0 3,-4 3,1 2,1 2,5-4,9-4,6-6,6-4,-1-7,1-4,-3-5,-4-1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44.2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229 0,'1'0,"0"1,0-1,0 0,0 0,0 1,-1-1,1 1,0-1,0 1,0-1,-1 1,1-1,0 1,-1 0,1-1,0 1,-1 0,1 0,-1-1,1 1,-1 0,1 0,-1 0,0 0,0 0,1-1,-1 1,0 0,0 0,0 0,0 0,0 0,0 0,0 2,-4 33,-2-18,-1 0,0 0,-2-1,0 0,-1 0,-20 25,-11 21,-78 119,116-177,1-4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44.6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1,'5'0,"5"0,5 0,4 0,4 0,1 0,1 0,-3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45.2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42 1,'-19'51,"19"-50,0 1,0 0,1 0,-1 0,0 0,1 0,-1-1,1 1,-1 0,1 0,0-1,0 1,0-1,0 1,0-1,0 1,0-1,0 1,1-1,-1 0,0 0,1 1,-1-1,1 0,3 1,4 3,2-1,-1 0,16 4,8 3,-27-8,-1 1,1-1,-1 1,0 1,0-1,0 1,0 0,-1 0,0 1,0 0,0 0,-1 0,0 0,0 1,-1-1,1 1,-2 0,1 0,2 9,-4-10,0 1,0 0,-1-1,0 1,0 0,-1-1,1 1,-1-1,-1 1,1-1,-1 1,0-1,-1 0,0 1,0-2,0 1,0 0,-1 0,0-1,0 0,-9 9,6-8,0 0,-1 0,1-1,-1 0,0 0,0-1,-1 0,1-1,-11 4,16-6,-1 0,1 0,-1 0,0-1,1 1,-1-1,0 0,1 0,-1 0,0-1,1 1,-1-1,0 0,1 0,-1 0,1 0,0-1,-1 1,1-1,0 0,0 0,0 0,0-1,-5-4,-4-9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5:45.7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71,'0'6,"0"-1,0 0,1 1,-1-1,1 0,1 1,-1-1,1 0,0 0,0 0,0 0,1 0,0-1,0 1,0-1,4 5,-3-5,1 0,-1-1,1 1,0-1,0 0,1-1,-1 1,1-1,-1 0,1 0,-1-1,1 0,0 0,9 1,-9-2,0 1,0-1,0 0,0 0,0-1,0 0,0 0,0 0,0-1,9-3,-13 4,0-1,1 0,-1 1,0-1,0 0,0 0,-1 0,1 0,0 0,-1-1,1 1,-1 0,0-1,0 1,0-1,0 0,0 1,-1-1,1 1,-1-1,1 0,-1 0,0 1,0-1,-1-4,1 2,-1 0,0 0,0-1,-1 1,1 0,-1 0,0 0,-1 0,1 1,-1-1,0 0,0 1,0 0,0 0,-1 0,0 0,0 1,0-1,0 1,-1 0,-8-5,7 5,-1 0,1 0,-1 0,0 1,0 0,0 0,0 0,-1 1,1 1,0-1,-1 1,1 0,0 1,-1-1,-9 4,-1 1,1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16:39.6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0:04.72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448 1,'-28'1,"-55"11,53-7,-51 2,68-6,-1 1,1 0,0 1,0 0,0 1,-24 11,0 0,32-13,1 0,0 0,0 1,0 0,0 0,0 0,1 0,-1 0,1 1,0-1,0 1,0 0,0 0,1 0,0 0,0 1,0-1,0 1,1-1,-1 1,1-1,-1 10,-1 10,1 0,1 1,3 30,-1-23,-1-21,1-1,0 1,0 0,1-1,1 1,0-1,7 18,-8-23,1-1,-1 1,1-1,0 0,0 0,1 0,-1-1,1 1,0-1,-1 0,2 0,-1 0,0 0,1-1,-1 1,1-1,-1-1,10 4,-7-3,1-1,-1 1,0-1,0-1,1 1,-1-1,0 0,11-2,-16 1,1 0,0 0,0 0,-1 0,1 0,-1 0,1-1,-1 1,1-1,-1 0,0 0,0 0,0 0,0 0,0 0,0 0,-1-1,1 1,-1-1,1 1,-1-1,0 1,1-5,17-43,-13 38,-1 0,-1 0,0 0,-1-1,0 0,1-13,-3 0,-2 20,1 0,0 0,0-1,1 1,0 0,0 1,0-1,1 0,0 0,0 0,0 1,1-1,0 1,0 0,0 0,6-7,5-3,-3 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05.1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0,'11'1,"0"-1,0 2,0 0,0 0,-1 0,1 2,-1-1,15 8,3 5,42 29,-54-34,-4-4,1 0,0-1,0-1,24 7,-21-7,0 1,29 14,-18-6,0 0,0-1,2-2,-1-1,36 7,-47-12,0 1,-1 1,1 0,-1 1,-1 1,18 12,-10-7,35 18,-18-13,71 50,-75-44,1-2,44 19,-41-25,0 2,-2 1,0 2,49 39,-49-34,1-2,0-1,51 21,-48-24,109 72,-104-71,95 28,-1-1,-119-39,223 83,-179-71,0 3,68 37,-114-51,0 2,23 19,-29-21,-1 0,2-1,-1-1,1 0,31 12,-3-4,0 3,-1 1,46 32,-84-51,28 15,1-1,39 13,-49-21,-1 1,1 1,-2 0,1 2,-1 0,-1 2,19 16,-27-21,0 1,1-1,26 13,20 14,-29-16,0-2,65 28,-66-34,-1 2,0 1,-1 0,37 30,-12-6,-32-25,33 31,-37-31,0-1,2-1,-1 0,33 16,-25-15,44 31,73 80,-57-66,-57-41,37 30,-29-20,2-2,0-2,2-1,62 24,-29-12,124 64,-134-71,-40-18,-1 0,33 20,-24-4,-26-20,1 1,0-1,1-1,6 5,2-2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12.0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2664,'3'0,"0"-1,0 1,-1-1,1 1,0-1,0 0,-1 0,1 0,-1-1,1 1,-1-1,0 1,1-1,-1 0,2-2,32-37,-30 32,0 2,1-1,13-12,10-2,39-28,67-64,-123 103,0 1,1 0,23-12,-20 12,0 0,17-15,0 0,1 1,0 2,62-29,4-1,1 3,9-5,70-38,-18 11,-113 55,65-23,-35 17,-7-6,-51 26,1 0,38-13,229-80,-86 9,-38 11,-107 52,130-71,-105 60,-40 23,64-43,-90 50,27-28,-31 28,1 0,27-19,96-51,-96 49,-38 29,1 1,1 0,-1 0,1 1,0-1,0 1,0 1,1-1,-1 1,8-3,174-50,-144 36,-33 14,1 1,0 0,14-4,11-3,69-31,-39 14,13-9,-50 22,47-16,65-18,-91 34,-2-3,-1-2,51-30,-48 22,126-60,-69 41,51-19,-135 56,-1 0,36-24,-17 9,-18 10,-18 12,0-1,1 1,0 1,-1-1,1 1,8-2,2 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12.9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71,'0'-4,"0"-6,-4-1,-2-2,1-5,0 7,2 8,1 9,1 8,1 6,0-5,0-5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15.8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212 1,'-16'0,"0"1,-1 0,2 2,-1 0,-21 7,31-9,0 2,0-1,0 1,0-1,1 2,-1-1,1 1,0-1,0 1,0 1,0-1,1 1,0 0,0 0,0 0,-4 7,8-10,-1-1,0 0,1 0,-1 1,1-1,-1 1,1-1,0 0,-1 1,1-1,0 1,0-1,0 1,0-1,0 1,0-1,1 0,-1 1,1-1,-1 1,0-1,1 0,0 1,-1-1,1 0,1 2,0-1,0 0,1-1,-1 1,0 0,1-1,0 1,-1-1,1 0,0 0,-1 0,1 0,4 0,3 1,0-1,-1 0,1 0,0-1,0-1,18-2,113-37,-138 40,0-1,0 1,0 0,0 0,0 0,0 0,0 0,0 1,1-1,-1 1,0 0,0 0,-1 0,1 0,0 1,0-1,0 1,-1-1,1 1,-1 0,1 0,-1 0,0 1,0-1,0 0,2 5,1-1,-1 0,-1 1,1-1,-1 1,0 0,-1 0,1 0,-2 0,1 1,1 9,-4-13,1 0,-1-1,0 1,0-1,0 0,0 1,-1-1,1 0,-1 0,0 1,0-1,0-1,0 1,-1 0,1 0,-6 3,-4 5,-1 0,-17 10,20-15,0 0,0-1,0 0,-1-1,0 0,0-1,0 0,0 0,-16 0,21-2,-1-1,1 0,-1 0,1-1,-1 0,1 0,0 0,-1-1,1 0,0 0,0-1,0 1,1-1,-1-1,1 1,-1-1,-6-6,3 2,3 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29.1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103 226,'-19'1,"1"0,-30 6,31-6,17-1,0 0,-1-1,1 1,0 0,0 0,0 0,0-1,0 1,0 0,0 0,0 0,0 0,0-1,0 1,0 0,0 0,0 0,0-1,0 1,0 0,0 0,0 0,1-1,-1 1,0 0,0 0,0 0,0 0,0-1,0 1,1 0,-1 0,0 0,0 0,0 0,0 0,1-1,-1 1,0 0,30-17,74-13,26-10,-106 34,0 1,0 1,0 1,0 1,1 2,43 3,0-1,376-2,-431-1,-1 0,1-1,-1-1,0 0,1 0,15-8,-15 5,0 2,0 0,1 0,-1 1,15-1,28 2,-38 3,0-2,1 0,-1-1,0 0,0-2,-1 0,22-8,-21 6,0 0,0 2,0 0,38-3,24-4,-40 5,1 2,-1 1,68 5,-25 0,-65-1,1 1,32 7,-31-4,0-2,24 2,125-6,-169 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33.4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 0,'1'9,"0"0,1-1,0 1,0-1,1 0,0 0,0 1,1-2,0 1,7 10,-5-8,0 0,-1 1,0-1,-1 1,4 14,0 11,-3-19,-1 1,-1 0,-1 0,1 20,-4-32,1 0,-1 0,0-1,0 1,-1 0,1-1,-1 1,-1-1,1 1,-1-1,0 0,0 0,0 0,-1-1,1 1,-9 7,-3 2,2 1,-14 18,17-19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35.5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447 0,'-2'10,"0"0,0 0,-1 0,-1-1,0 1,0-1,0 0,-8 10,0 3,-2 7,-1-1,-1 0,-2-1,-1-1,-43 47,34-45,6-5,-27 22,43-40,-1-1,1 1,-1-1,1 0,-1-1,0 0,0 0,-1 0,-13 2,19-4,0-1,-1 0,1 0,0 0,0 0,0 0,0 0,0-1,0 1,0-1,0 0,0 1,0-1,0 0,1 0,-1 0,0 0,0 0,-2-3,2 2,-1-1,1 0,0 0,0 0,0-1,0 1,1 0,-1-1,1 1,-1-5,-1-6,0 0,1-1,1 0,1-18,-1 25,1 0,1 0,0-1,0 1,1 0,3-12,-2 14,0 1,-1 0,2 0,-1 0,1 1,-1-1,1 1,0 0,1 0,5-4,1-1,-6 4,0 1,0 0,0 0,1 0,9-4,-14 7,0 1,1 0,-1-1,0 1,1 0,-1 0,0 0,0 0,1 0,-1 0,0 0,1 0,-1 0,0 0,0 1,1-1,-1 1,0-1,0 1,0-1,1 1,-1 0,0-1,0 1,0 0,0 0,0 0,0 0,-1 0,1 0,0 0,0 0,0 2,7 11,-1 1,-1-1,6 23,-7-22,0-1,0 1,2-1,7 13,14 24,10 13,-34-59,0 0,0 0,0-1,1 1,0-1,-1 0,1-1,1 1,9 4,-1-4,-3-4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22.0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76,'88'1,"96"-3,-117-10,-49 8,1 1,25-2,49 6,36-2,-62-11,-49 8,1 0,25-1,62-7,-73 7,50-3,-62 8,39-1,0 2,96 15,-107-9,0-3,94-4,-64-1,-58 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24.3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1,'346'0,"-327"1,-1 1,34 7,-32-4,0-2,23 2,96-5,-129-1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38.1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347 0,'1'80,"-3"88,1-161,0 0,-1 0,0 0,0 0,-1 0,0-1,0 1,-5 7,-38 50,0 1,18-8,-39 114,47-113,15-44,-1 0,0 0,0-1,-2 0,0 0,0 0,-1-1,-17 17,26-28,-1-1,1 1,-1-1,1 1,-1-1,1 1,-1-1,1 0,-1 1,0-1,1 0,-1 0,1 1,-1-1,0 0,1 0,-1 0,0 0,1 0,-1 0,0 0,1 0,-1 0,0 0,1 0,-1 0,0-1,1 1,-1 0,0 0,1-1,-1 1,1 0,-1-1,0 1,1-1,-1 1,1 0,-1-1,1 1,0-1,-1 0,1 1,0-1,-1 1,1-1,0 0,-1 1,1-1,0 0,-4-13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39.5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4,4 1,4 1,1-2,1-1,1-1,0-1,0-1,-5-4,-2-2,1 1,-8 0,-10 2,-6 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41.4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273 1,'3'4,"0"-1,-1 1,1 0,-1 0,0 1,0-1,-1 0,1 1,-1-1,0 1,0 0,0-1,-1 1,0 5,0 1,0-1,0 0,-2 0,1 0,-5 14,-2-3,-1-1,-2 0,0-1,-1 0,-28 34,-15 24,52-71,-1 0,0-1,0 1,0-1,-1 1,0-1,0-1,-7 6,10-9,0 0,0 0,0 0,0 0,0-1,0 1,0-1,-1 1,1-1,0 0,0 0,0 0,-1 0,1 0,0-1,0 1,0-1,0 1,0-1,-1 0,1 0,0 0,1 0,-1 0,0 0,0 0,0-1,1 1,-3-3,1 0,-1 1,1-1,1 0,-1 0,0 0,1 0,0 0,0 0,0-1,1 1,-1-1,1 1,0-1,0 0,1 1,0-1,-1 0,2 0,-1 1,0-1,1 0,0 0,0 1,0-1,1 1,-1-1,1 1,0 0,1 0,-1-1,6-5,-5 6,-1 0,1 0,1 1,-1-1,0 1,1 0,0 0,0 0,0 1,0-1,0 1,0 0,1 0,-1 0,8-1,-8 3,0-1,0 1,0 0,0 0,0 1,0-1,0 1,0 0,0 0,0 0,0 1,-1-1,1 1,0 0,-1 0,0 0,1 0,4 5,0 2,0 0,-1 0,0 0,0 1,-1 0,-1 0,0 0,0 1,-1 0,3 12,-2-10,0 0,0 0,1-1,0 1,1-1,10 12,-12-19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0.5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328 1,'-25'0,"1"2,0 0,0 2,0 0,1 2,-1 1,-32 13,28-9,21-9,0 0,0 0,0 1,0 0,1 0,-1 1,1 0,0 0,-8 8,14-12,-1 1,1-1,0 1,0 0,-1 0,1-1,0 1,0 0,0-1,0 1,0 0,0 0,0-1,0 1,0 0,1-1,-1 1,0 0,0 0,1-1,-1 1,0-1,1 1,-1 0,0-1,1 1,-1-1,1 1,-1-1,1 1,0-1,-1 1,1-1,-1 1,1-1,0 0,-1 0,1 1,0-1,1 0,30 14,-32-14,23 7,0-2,30 3,-34-6,-1 1,1 1,-1 0,27 11,-40-13,1 1,-1 0,1 1,-1-1,0 1,0 0,0 0,-1 1,0-1,0 1,0 0,0 0,-1 0,1 1,-2-1,1 1,3 10,-2-3,-1-1,-1 1,0 0,0 0,-1 0,-1 0,0 0,-1 0,-1 0,0 0,0 0,-6 16,6-23,-1 0,1-1,-1 1,0 0,0-1,-1 0,0 0,0 0,0 0,0 0,-10 6,10-8,0 0,0-1,-1 0,0 0,1 0,-1 0,0-1,0 0,0 0,0 0,1-1,-1 1,0-1,0 0,0-1,-9-1,2-1,-1-1,1 0,0-1,0 0,1-1,-1 0,1-1,1 0,-1 0,1-2,0 1,-8-11,7 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1.1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76 174,'1'-2,"0"-1,1 0,-1 1,1 0,0-1,0 1,0 0,0 0,0 0,0 0,1 0,-1 0,0 1,1-1,3 0,4-5,4-4,34-27,-45 36,0-1,0 0,0 0,0 0,-1-1,0 1,1-1,-1 1,0-1,-1 0,3-4,-4 7,0 0,0-1,-1 1,1 0,0-1,0 1,-1 0,1-1,-1 1,1 0,-1-1,1 1,-1 0,0 0,0 0,1 0,-1 0,0 0,0 0,0 0,0 0,0 0,-1 0,1 1,0-1,0 0,0 1,-1-1,1 1,0-1,-1 1,1 0,-3-1,-4-1,1 1,-1-1,0 1,-12 1,14 0,-1 1,1 0,0 0,-1 1,1-1,0 2,0-1,1 1,-1-1,0 1,1 1,0-1,-1 1,2 0,-1 0,0 1,1 0,0-1,0 1,-5 8,7-10,0 0,1 1,-1-1,0 1,1 0,0-1,0 1,0 0,0 0,1 0,-1-1,1 1,0 0,0 0,1 0,-1 0,1 0,0 0,0-1,0 1,0 0,1-1,-1 1,1-1,0 1,0-1,0 0,1 0,-1 0,1 0,0 0,0 0,5 3,10 8,0-2,1-1,0 0,1-1,0-1,0-1,30 8,-29-10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2.4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264 1,'-21'2,"0"0,0 2,1 1,0 0,0 1,0 2,1 0,0 1,0 0,-21 16,39-24,-1 0,0 0,1 0,-1 0,1 0,0 1,-1-1,1 0,0 1,0-1,0 1,0 0,0-1,0 1,0 0,0-1,1 1,-1 0,1 0,-1 0,1 0,0 0,0 0,0 3,1-3,-1 1,1-1,0 0,0 0,0 0,0 0,1 1,-1-1,1-1,-1 1,1 0,0 0,-1-1,1 1,0-1,0 1,0-1,4 2,12 5,1 0,0-2,0 0,0-1,1-1,21 2,-20-4,-1 1,-1 1,1 1,-1 1,35 15,-46-17,0 1,0 0,-1 1,0 0,1 0,-2 0,1 1,6 9,-11-15,-1 2,1-1,-1 0,0 0,1 0,-1 1,0-1,0 1,-1-1,1 1,0-1,-1 1,0-1,1 1,-1-1,0 1,0 0,-1-1,1 1,0-1,-1 1,0-1,0 1,1-1,-1 1,0-1,-1 0,1 0,0 1,-1-1,1 0,-1 0,-2 2,-2 2,-1-1,0 1,0-1,0 0,-1 0,0-1,0 0,0-1,0 0,-1 0,1 0,-1-1,1-1,-1 1,0-1,-11-1,-12-1,1-1,0-2,-37-9,42 8,15 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3.2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76 124,'6'0,"-1"0,0-1,0 0,0 0,1-1,-1 0,-1 1,1-2,0 1,0 0,-1-1,7-5,-8 6,-1 1,0-1,0 0,0 1,-1-1,1 0,0 0,-1-1,1 1,-1 0,0 0,0-1,0 1,0-1,0 1,0-1,-1 1,1-1,-1 0,0 1,0-1,0 1,0-1,0 0,0 1,-2-5,2 5,-1 0,0 1,0-1,0 0,0 0,0 1,0-1,-1 0,1 1,0 0,-1-1,1 1,-1 0,0-1,1 1,-1 0,0 0,0 1,1-1,-1 0,0 0,0 1,0-1,0 1,0 0,0 0,0-1,0 1,0 1,0-1,0 0,0 0,0 1,-2 0,-1 0,0 0,-1 1,1-1,0 1,1 1,-1-1,0 0,1 1,-1 0,1 0,-8 8,7-5,-1 1,1 1,1-1,-1 1,1 0,0 0,1 0,0 0,0 0,1 1,-1 10,2-16,0 1,1 0,0-1,0 1,0-1,1 1,-1 0,1-1,-1 1,1-1,1 1,-1-1,0 0,1 1,-1-1,1 0,0 0,0 0,1 0,-1 0,0-1,1 1,0-1,-1 0,1 1,0-1,0 0,0-1,5 3,4 0,0 0,1-1,0-1,0 0,0-1,0 0,21-2,-12 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3.5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19,'52'-18,"-48"18,0 0,0 0,0 0,0 0,0 1,0-1,0 1,-1 0,1 1,0-1,-1 0,1 1,0 0,-1 0,0 0,5 4,-3-1,0-1,-1 1,0 0,0 0,-1 0,1 1,-1-1,0 1,4 10,-4-7,0 0,-1 0,0 0,0 1,-1-1,0 1,-1-1,0 0,0 1,-1-1,0 1,-1-1,-5 18,5-23,0 0,-1 1,1-2,-1 1,0 0,0 0,0-1,-1 0,1 0,-1 0,-5 4,8-6,-1 0,0 0,0 0,0 0,0 0,0 0,0-1,0 1,0-1,0 1,0-1,0 0,0 1,0-1,0-1,-1 1,1 0,0 0,0-1,0 1,0-1,0 1,0-1,0 0,0 0,-3-2,-6-7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3.9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52 1,'0'31,"-1"0,-1 0,-1 0,-11 39,3-12,1 1,4 1,2-1,4 80,2-123,0 1,1-1,0 0,1 0,8 18,-6-17,0 0,-2 1,0-1,2 22,-5-15,-1-4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4.2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52,'0'-4,"8"-2,7 1,10-4,8 0,3 2,0 2,2 1,-1 3,-3 0,1 1,-1 0,-2 0,-2 1,-3-1,-1 4,-5 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4.7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101 0,'-4'1,"-1"-1,0 1,1 0,0 0,-1 1,1-1,0 1,-1 0,1 0,0 0,1 1,-1-1,0 1,1 0,-1 0,1 1,0-1,0 0,0 1,0 0,1 0,0 0,0 0,0 0,0 0,0 0,-1 8,2-9,0 1,0-1,0 1,1-1,-1 1,1 0,0 0,0-1,0 1,1 0,-1-1,1 1,0-1,0 1,0 0,1-1,-1 0,1 1,-1-1,1 0,0 0,1 0,-1 0,0 0,1-1,0 1,-1-1,1 1,0-1,0 0,0 0,1 0,-1-1,5 3,-2-3,-1 1,1-1,-1 0,1 0,-1-1,1 0,-1 0,1 0,0 0,-1-1,1 0,-1 0,1-1,-1 0,0 0,0 0,0 0,0-1,0 0,0 0,-1 0,1 0,-1-1,0 0,0 0,0 0,0 0,-1-1,0 1,0-1,0 0,-1 0,1 0,-1 0,0 0,-1-1,1 1,-1-1,0 1,0-1,-1 1,0-1,0 1,-1-8,1 11,0 0,0 0,0 1,0-1,-1 0,1 0,-1 1,1-1,-1 0,0 1,1-1,-1 1,0-1,0 1,0-1,0 1,-1-1,1 1,0 0,-1 0,1 0,0 0,-1 0,0 0,1 0,-1 0,1 0,-1 1,0-1,-2 0,2 1,1 0,-1 0,1 0,-1 1,1-1,-1 0,1 1,-1-1,1 1,-1 0,1-1,-1 1,1 0,0 0,0 0,-1 0,1 0,0 0,0 0,0 0,0 1,0-1,0 0,1 1,-1-1,0 0,1 1,-1-1,1 1,-1-1,1 1,-1-1,1 1,0 3,-1 2,1 0,-1 0,1 0,1 0,-1 0,1 0,0-1,1 1,0 0,0 0,0-1,5 9,-5-11,0 0,1 0,-1-1,1 1,-1-1,1 0,1 0,-1 0,0 0,1 0,-1-1,1 1,0-1,0 0,0 0,0 0,0-1,0 0,0 1,7 0,9-1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5.1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0 168,'0'-4,"0"-5,0-6,0-5,0-2,0-3,0 0,4 4,6 5,1 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5.7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0,'-1'72,"3"79,-3-149,1-1,0 1,1-1,-1 1,0-1,0 1,1-1,-1 1,1-1,-1 1,1-1,0 1,-1-1,1 0,0 1,0-1,1 2,-1-3,0 0,-1 0,1 0,0 0,-1 0,1 0,0 0,-1 0,1 0,0 0,-1 0,1 0,0 0,-1 0,1-1,0 1,-1 0,1 0,-1-1,1 1,0 0,-1-1,1 1,-1-1,1 1,0-1,6-7,0 0,-1 0,10-16,-11 17,9-14,32-35,-40 50,0-1,1 1,-1 0,1 1,1 0,-1 0,1 1,14-7,-21 10,1 1,-1 0,0 0,0-1,1 1,-1 0,0 0,0 0,1 1,-1-1,0 0,0 0,1 1,-1-1,0 1,0-1,0 1,0-1,0 1,1 0,-1-1,0 1,-1 0,1 0,0 0,0 0,0 0,0 0,-1 0,1 0,0 0,-1 0,1 0,-1 0,0 1,1-1,-1 0,0 0,1 1,-1 1,2 9,0 0,0 0,-1 17,-1-15,4 14,0-4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6.0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0 101,'0'4,"0"0,1 0,-1 0,1 0,0-1,0 1,0 0,1-1,-1 1,1-1,0 1,0-1,0 0,0 1,4 3,0-2,-1 0,0-1,1 0,0 1,0-2,0 1,0-1,8 3,2-1,0 0,1 0,0-2,0 0,0-1,22 0,-32-2,1 0,-1-1,0 0,1-1,-1 1,0-1,0 0,0-1,0 0,-1 0,1-1,-1 1,12-10,-15 10,1 0,-1-1,0 1,0-1,0 0,0 0,-1 0,1 0,-1 0,0-1,0 1,-1-1,0 1,1-1,-1 1,-1-1,1 0,-1 0,0 1,0-1,0 0,-2-7,1 8,0 0,-1 0,1 0,-1 0,0 0,0 1,-1-1,1 1,-1 0,0-1,1 1,-2 0,1 0,0 1,0-1,-1 1,0 0,1 0,-1 0,0 0,0 0,0 1,0 0,-8-2,-7-1,1 1,-1 1,0 0,-22 1,19 2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7.5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1 298,'10'-1,"1"0,-1-1,1 0,-1-1,0 0,1-1,-2 0,1 0,0-1,-1-1,0 1,0-2,12-10,-8 6,-1 0,-1-1,0 0,0-1,-2 0,1-1,-2 0,9-19,-14 28,-1-1,0 1,0-1,-1 0,0 1,0-1,0 0,0-11,-2 15,1 1,0-1,0 0,-1 1,1-1,-1 0,0 1,1-1,-1 0,0 1,0-1,0 1,0 0,0-1,0 1,0 0,-1-1,1 1,0 0,-1 0,1 0,-1 0,1 1,-1-1,1 0,-1 0,0 1,1-1,-1 1,0 0,0-1,1 1,-3 0,1 0,1 0,-1 0,1 0,-1 0,1 0,-1 1,1-1,-1 1,1 0,-1-1,1 1,0 0,0 1,-1-1,1 0,0 1,0-1,0 1,-3 2,2 0,0 0,1-1,-1 1,1 1,-1-1,1 0,0 0,1 1,-1-1,0 7,0-6,1 0,0 1,0-1,1 1,0 0,0-1,0 1,1-1,-1 1,1-1,1 1,-1-1,1 0,0 1,0-1,0 0,1 0,5 7,-2-5,1-1,0 1,0-1,1-1,-1 1,1-1,1-1,-1 0,1 0,-1 0,1-1,0 0,0-1,0 0,1 0,10-1,1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7.9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1,'0'4,"0"6,0 5,0 4,0 4,0 1,0 1,0 1,0 0,0-1,0 1,0-5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8.2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30 15,'-4'0,"-2"-4,-3-1,-1-1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8.5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0,0 5,1 0,3 5,3-1,-4 4,1-1,0 2,1-2,-2 1,0 4,-4 1,1-1,-3 1,1-4,-1-3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8.9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338 1,'-7'0,"1"1,0 0,-1 1,1-1,0 1,0 0,0 1,-8 4,-47 30,42-25,-10 7,0 0,1 2,1 1,-44 47,61-58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4:59.2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1 104,'0'3,"1"0,0 0,0 0,0 0,0 0,1 0,-1 0,1-1,0 1,0 0,0-1,0 0,4 4,32 27,-33-29,0-1,0 0,1 0,0 0,-1-1,1 1,0-2,0 1,0-1,1 1,-1-2,0 1,0-1,1 0,-1 0,0 0,0-1,1 0,-1-1,0 1,9-4,-11 3,1 0,-1-1,1 1,-1-1,0 0,0 0,0 0,0-1,-1 1,1-1,-1 0,0 0,0 0,-1 0,1-1,-1 1,0-1,0 0,0 1,-1-1,1 0,-1 0,0 0,-1 0,1 0,-1-8,-1 9,1 1,-1 0,1 0,-1 0,0 0,0 0,-1 0,1 0,-1 0,1 0,-1 0,0 1,0-1,0 1,0-1,-1 1,1 0,-1 0,1 0,-1 0,0 0,0 1,1-1,-1 1,0-1,-7 0,-2-2,-1 1,-1 0,1 1,0 0,-16 1,0 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00.2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80 0,'0'5,"0"4,0 6,-4 4,-6 0,-1-1,-3-2,-3-4,2 0,6-2,10-3,5-6,5-4,1-1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01.4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0 195,'2'1,"-1"0,0-1,0 1,1 0,-1 0,0-1,0 1,0 0,0 0,0 0,0 0,-1 1,1-1,0 0,0 0,-1 0,1 1,-1-1,1 0,-1 1,1-1,-1 0,0 1,0-1,0 3,2 4,2-65,-5 36,1 2,0-1,3-22,-3 38,1 0,0-1,0 1,0 0,1 0,-1 0,1 0,0 0,0 0,0 0,1 1,-1-1,1 1,0-1,4-3,6-1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01.8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128 102,'2'0,"0"-1,-1 0,1 1,-1-1,1 0,-1 0,1 1,-1-1,0 0,1-1,-1 1,0 0,0 0,0 0,1-1,-2 1,1-1,0 1,0-1,0 1,1-4,-1 2,1-1,-1 0,0 1,0-1,0 0,0 0,0 0,-1-5,0 7,-1 0,1 0,-1 0,0 1,0-1,0 0,1 1,-2-1,1 0,0 1,0-1,0 1,-1 0,1-1,-1 1,1 0,-1 0,1 0,-1 0,0 0,0 0,1 1,-1-1,0 0,0 1,0-1,0 1,1 0,-1 0,0 0,0 0,0 0,-3 0,-1 1,1-1,0 0,-1 1,1 0,0 0,0 1,-1 0,1-1,0 2,1-1,-7 4,7-2,0 0,0 0,0 1,0 0,1-1,0 1,-1 1,2-1,-1 0,1 1,0-1,0 1,0 0,1 0,0 0,0-1,1 1,-1 0,1 0,0 0,1 0,1 9,-1-9,0 0,1 0,-1 1,1-1,0 0,1 0,0-1,0 1,0-1,0 1,1-1,0 0,0 0,0-1,1 1,0-1,-1 0,2 0,-1 0,0-1,6 3,33 4,-24-8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02.3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93 30,'-4'1,"0"0,0 1,0 0,0 0,0 0,0 0,0 0,-4 5,-3 1,8-6,0 0,0 0,0 1,0-1,1 1,-1-1,1 1,-1 0,1 0,0 0,0 0,0 1,1-1,-1 1,1-1,0 1,0-1,0 1,0 0,0 4,1-5,0 0,1 0,-1 0,1 0,0 0,-1 0,1 0,0 0,1 0,-1-1,0 1,1 0,0-1,-1 0,1 1,0-1,0 0,0 0,1 0,-1 0,1 0,-1 0,1-1,-1 1,6 1,3 2,-1 0,1-1,0-1,0 0,1 0,-1-1,1-1,14 1,-21-2,-1 0,1-1,-1 0,0 1,1-2,-1 1,0 0,0-1,0 0,1 0,-2 0,1 0,0-1,0 0,-1 1,0-1,1-1,-1 1,0 0,-1-1,1 1,-1-1,1 0,1-4,-1 1,0 0,0 1,-1-1,0-1,0 1,-1 0,0 0,0-1,0 1,-1 0,0-1,-2-9,1 14,1 0,-1 0,0 0,0 1,0-1,0 1,0-1,-1 0,1 1,-1 0,0-1,1 1,-1 0,0 0,0 0,-1 0,1 1,0-1,0 0,-1 1,1 0,-1-1,0 1,1 0,-1 0,0 1,0-1,1 0,-1 1,0 0,0 0,0-1,-5 2,6-1,0 0,0 0,-1 0,1 1,0-1,0 1,0-1,0 1,0 0,-1 0,1 0,1 0,-1 0,0 0,-2 2,3-2,0 0,1 0,-1 0,0 0,1 0,-1 0,1 0,-1 0,1 0,-1 1,1-1,0 0,0 0,-1 1,1-1,0 0,0 0,0 1,1 1,0 1,0 1,1 0,0-1,0 0,0 1,0-1,1 0,-1 0,1 0,0-1,0 1,4 3,0-2,-1 0,1 0,-1-1,1 0,1-1,-1 1,0-1,10 2,63 12,-58-14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02.7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1,'-1'120,"3"135,3-209,2 0,23 77,0 3,-28-115,0-1,1 0,0 0,1-1,7 16,-2-12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04.5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1,'4'0,"2"4,4 2,8-1,5-1,4-1,1-1,0-1,-1-1,-1 0,0 0,-1 0,0 0,0 0,0-1,-5-3,-5-1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05.0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0,4 0,3 0,3 0,0 0,1 0,-1 0,1 0,-1 0,0 0,0 0,-4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05.5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0,'4'2,"0"-1,0 1,-1 0,1 0,-1 1,1-1,-1 0,0 1,0 0,0 0,5 6,0 0,97 108,-47-49,-49-57,0 1,-1-1,-1 2,0-1,0 1,-1 0,-1 1,0-1,-1 1,0 0,-1 0,-1 0,0 1,-1 19,-1-30,-1 1,0 0,0-1,0 1,-1-1,0 1,0-1,0 0,0 0,-1 0,1 0,-1 0,0 0,0-1,0 1,-1-1,1 0,-1 0,0 0,0-1,0 1,0-1,0 0,-1 0,1 0,-1-1,1 1,-10 0,-8 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0.6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60 119,'0'25,"-1"-14,1 0,0 0,1-1,0 1,0-1,4 11,-4-18,0-1,0 1,0-1,0 0,0 1,1-1,-1 0,1 0,0 0,0 0,0-1,0 1,0 0,0-1,0 1,0-1,0 0,1 0,-1 0,1 0,-1 0,1 0,-1-1,1 1,-1-1,1 0,0 0,-1 0,5 0,-3 0,-1-1,1 0,0 1,-1-1,0 0,1-1,-1 1,0-1,1 1,-1-1,0 0,0 0,-1-1,1 1,0 0,-1-1,1 0,-1 1,0-1,4-6,3-6,-1-1,0 0,5-17,-5 13,-7 18,0-1,0 1,0 0,-1-1,1 1,-1 0,1-1,-1 1,0-1,0 1,0 0,0-1,0 1,-1-1,1 1,-1-1,1 1,-1 0,0 0,0-1,0 1,0 0,-1 0,1 0,0 0,-1 0,0 0,1 0,-1 1,0-1,-3-2,-6-3,0 1,0 1,-1-1,1 2,-14-4,3 0,15 6,-1 0,1 0,-1 1,1 0,-1 0,-11 0,16 1,1 0,-1 0,0 1,0-1,1 1,-1-1,0 1,1 0,-1 0,0 0,1 0,-1 0,1 1,0-1,-1 1,1 0,0-1,0 1,0 0,-3 4,2 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1.4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1,'0'6,"2"0,-1 0,1 0,-1 0,2 0,-1 0,1-1,0 1,0-1,6 8,9 18,-16-25,1-1,0 1,1-1,-1 0,1 0,0-1,0 1,0-1,1 0,7 6,-8-8,-1 0,1 0,-1-1,1 1,0-1,-1 0,1 0,0 0,0-1,0 1,0-1,0 0,0 0,0 0,0-1,0 1,7-3,-3 0,1 0,0 0,-1-1,1 0,-1-1,11-8,-2-1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2.0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290 27,'-3'-3,"-1"1,1-1,-1 1,0 0,0 0,0 0,0 1,0-1,0 1,-1 0,1 0,-7 0,-58-2,50 4,7-2,-2 1,1 0,0 1,-1 0,-13 3,24-3,1-1,-1 1,1-1,0 1,-1 0,1 0,0 0,-1 1,1-1,0 1,0-1,0 1,0-1,0 1,0 0,1 0,-1 0,1 0,-1 0,1 0,0 1,0-1,0 0,0 1,0-1,0 1,0 4,1-5,0 0,1 0,-1 0,0 0,1 0,0 1,0-1,-1 0,1-1,0 1,1 0,-1 0,0 0,0-1,1 1,-1 0,1-1,-1 1,1-1,0 0,0 0,-1 1,1-1,0 0,0-1,0 1,3 1,6 2,0 0,1-1,16 4,-1-3,-18-4,0 1,1 0,-1 1,0 0,-1 1,1 0,0 0,-1 1,1 0,12 8,-21-11,1-1,0 1,0 0,-1 0,1 0,0-1,-1 1,1 0,-1 0,1 0,-1 0,1 0,-1 0,0 0,0 0,1 0,-1 0,0 0,0 0,0 0,0 0,0 0,0 0,-1 2,1-1,-1 0,0 0,0 0,0 0,-1-1,1 1,0 0,-1 0,1-1,-1 1,-1 1,-6 4,-1-1,1 0,-16 8,22-13,-22 11,2-3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2.4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77,'11'8,"1"1,0-2,0 0,1 0,0-1,0 0,22 5,-19-6,0-1,1-1,0 0,-1-2,1 0,0 0,0-2,0 0,-1-1,19-4,-33 5,0 1,0-1,1 1,-1-1,0 0,0 0,0 0,0 0,0 0,-1-1,1 1,0 0,0-1,-1 0,1 1,-1-1,0 0,1 0,-1 1,0-1,0 0,0 0,0 0,0-1,-1 1,1 0,-1 0,1 0,-1 0,0-1,0 1,0 0,0 0,0-1,0 1,-1 0,1 0,-1 0,0 0,1-1,-1 1,0 0,0 0,0 0,-1 1,1-1,0 0,-1 0,1 1,-1-1,1 1,-1-1,0 1,0-1,0 1,-3-1,-7-5,-1 0,0 1,0 1,0 0,0 1,-1 0,0 1,-20-2,-12 2,-57 4,82-1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3.3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89,'-1'-5,"2"-1,-1 1,1 0,-1 0,1-1,1 1,-1 0,1 0,0 0,0 1,0-1,5-6,-6 10,0-1,1 1,-1 0,1-1,-1 1,1 0,-1 0,1 0,0 0,-1 1,1-1,0 0,0 1,0-1,0 1,0-1,-1 1,1 0,0 0,0 0,0 0,0 0,0 1,0-1,0 0,0 1,-1-1,1 1,0 0,0 0,-1 0,1 0,0 0,-1 0,1 0,1 2,2 1,0 1,0-1,0 1,-1 0,0 0,0 1,0 0,2 5,-3-6,-1 0,1 0,0-1,0 0,1 0,-1 0,1 0,0 0,0-1,0 1,5 2,-8-6,1 1,-1-1,1 0,-1 0,0 0,1 0,-1 0,1 0,-1 0,0 0,1-1,-1 1,0 0,1-1,-1 1,0-1,1 0,-1 1,0-1,0 0,0 0,0 0,1 0,-1 0,-1 0,1 0,0 0,1-2,23-37,-23 37,-1 1,0-1,1 1,-1-1,1 1,0-1,0 1,-1 0,1 0,1 0,-1 0,0 1,0-1,1 0,3-1,-4 2,0 1,0-1,-1 1,1 0,0 0,0 0,0 0,0 0,0 0,-1 0,1 0,0 1,0-1,0 1,0-1,-1 1,3 1,1 1,0 1,0 0,0 0,0 0,-1 0,0 1,0-1,0 1,-1 0,1 1,-1-1,3 7,-4-7,1 0,-1 0,1 0,1 0,-1-1,1 1,0-1,0 0,7 6,-9-9,-1 0,1 0,0 0,0 0,0 0,0-1,0 1,0 0,0-1,0 0,0 1,0-1,0 0,0 0,1 0,-1 0,0-1,0 1,0 0,0-1,0 1,0-1,0 0,0 0,-1 0,1 0,0 0,0 0,2-3,5-4,-1-1,0 0,0 0,-1-1,8-12,11-16,-25 37,-1 0,1 0,-1 0,1 1,-1-1,1 0,0 1,-1-1,1 0,0 1,-1-1,1 1,0-1,0 1,-1-1,1 1,0 0,0-1,0 1,0 0,0 0,-1 0,1-1,0 1,0 0,0 0,0 0,0 0,0 1,0-1,0 0,-1 0,1 1,0-1,0 0,0 1,0-1,-1 0,1 1,0 0,0-1,-1 1,1-1,0 1,-1 0,1-1,-1 1,1 0,0 0,4 7,-1 0,0-1,0 2,3 10,1-1,1 2,0-2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3.9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0 143,'1'2,"0"0,-1-1,1 1,0-1,0 1,0-1,0 1,0-1,1 0,-1 1,0-1,1 0,-1 0,1 0,-1 0,1 0,1 0,30 15,-18-12,1 0,0-1,-1-1,1 0,0-1,0-1,0-1,0 0,0-1,17-4,-28 4,0 1,-1-1,0-1,1 1,-1-1,0 1,0-1,-1 0,1-1,-1 1,1 0,-1-1,0 0,0 0,-1 0,1 0,2-7,-4 8,1 0,-1 0,0 0,0 0,-1-1,1 1,-1 0,1-1,-1 1,0 0,0-1,-1 1,1 0,-1 0,1-1,-1 1,0 0,-1 0,1 0,0 0,-1 0,0 0,1 0,-1 0,0 1,-3-4,0 1,-1 0,0 0,-1 0,-12-7,18 11,0 1,0-1,0 0,0 0,-1 1,1-1,0 1,0-1,-1 1,1 0,0-1,-1 1,1 0,0 0,-1 0,1 0,0 0,-1 0,1 0,0 0,-1 1,1-1,0 1,0-1,-1 1,1-1,0 1,0-1,0 1,0 0,0 0,0 0,0 0,0 0,-1 1,1-1,1 1,-1-1,1 1,-1-1,1 1,0 0,-1-1,1 1,0 0,0-1,0 1,1 0,-1-1,0 1,0 0,1-1,-1 1,1-1,0 1,-1-1,1 1,0-1,0 1,0-1,0 0,0 0,0 1,0-1,1 0,1 2,5 3,-1 0,1-1,15 9,-1-4,0-2,1 0,0-1,0-1,1-1,-1-1,1-2,38 1,-41-3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4.4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 1,'-4'0,"-1"4,-1 5,2 6,1 5,1 2,10-1,2-2,5-2,3-6,4-3,1-4,2-7,-4-2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4.9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75 1,'-1'0,"-1"0,0 0,1 1,-1-1,1 1,-1 0,1-1,-1 1,1 0,0 0,-1 0,1 0,0 0,0 0,-1 0,1 0,0 0,0 0,0 1,0-1,1 1,-2 1,-15 36,14-29,-2 2,1 1,0-1,0 1,2 0,0 0,0 0,1 0,0 0,1 0,1 0,0 0,1 0,1 0,0 0,7 20,-2-13,1 0,1-1,1-1,0 0,1 0,1-1,1-1,1 0,0-1,0 0,35 23,-41-32,0-1,0 0,0 0,1-1,0 0,0-1,0 0,0-1,0 0,0 0,1-1,16-1,-19 1,-1-1,0 1,1 0,-1 0,0 1,0 0,0 0,0 1,10 5,-1 1,-1 2,20 15,6 6,-32-26,0 0,1-1,0 0,0-1,1 0,-1 0,1-1,15 3,-24-6,0 1,1-1,-1 0,1 1,-1-1,1 0,-1-1,1 1,-1 0,1-1,-1 1,1-1,-1 0,0 0,1 0,-1 0,0 0,0 0,0 0,0-1,0 0,0 1,0-1,0 0,-1 0,1 1,0-1,-1-1,0 1,0 0,1 0,-1 0,0-1,-1 1,1 0,0-1,-1 1,1-1,-1 1,0-1,0 1,0-4,0 2,-1-1,0 1,0-1,0 1,0-1,-1 1,1 0,-1-1,0 1,0 0,-1 0,1 0,-1 1,0-1,0 1,0-1,-1 1,1 0,-1 0,0 1,1-1,-8-3,-1 0,0-1,0 2,-1 0,1 0,-1 1,-20-4,-19 4,30 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5.4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94 1,'-9'0,"-1"0,1 1,0 0,-1 1,-10 3,18-5,1 1,0-1,0 0,-1 1,1-1,0 1,0-1,0 1,-1 0,1-1,0 1,0 0,0 0,0 0,0 0,1 0,-1 0,0 0,0 0,1 0,-1 0,0 0,1 1,-1-1,1 0,0 0,-1 1,1-1,0 0,0 0,0 1,0-1,0 0,0 1,0-1,0 0,0 1,1-1,-1 0,0 0,1 1,-1-1,1 0,0 0,-1 0,1 0,0 0,0 1,1 0,3 4,1 1,0-1,0-1,0 1,1-1,0 0,0 0,13 6,65 26,-50-25,-25-9,-1 0,1 0,-1 1,1 0,-1 1,-1 0,1 0,-1 1,9 7,-16-13,0 1,-1 0,1 0,0 0,0 0,0 1,-1-1,1 0,0 0,-1 0,1 0,-1 1,0-1,1 0,-1 1,0-1,0 0,0 0,0 1,0-1,0 0,0 1,-1 1,1-1,-1 0,0 0,-1 0,1 0,0-1,0 1,-1 0,1-1,-1 1,0-1,1 1,-1-1,-2 1,-2 2,-1 0,0-1,0 0,0 0,0-1,-1 0,-9 2,-7-2,2-1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6.9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101 1,'-4'0,"1"1,-1 0,1 0,0 0,-1 0,1 0,0 1,0 0,-1-1,1 1,0 1,1-1,-1 0,0 0,1 1,-1 0,1-1,0 1,0 0,0 0,-2 4,-1 2,0 1,1-1,0 1,0 0,-4 20,6-23,1 1,0-1,0 0,1 0,0 1,0-1,1 0,-1 1,3 7,-2-12,0-1,1 1,-1-1,1 1,-1-1,1 1,0-1,0 0,0 0,0 0,0 0,0 0,1 0,-1-1,1 1,-1-1,1 0,-1 0,1 1,0-2,0 1,-1 0,1-1,0 1,4-1,-2 2,1-2,0 1,0-1,0 0,-1 0,1 0,0-1,0 0,-1 0,1 0,0-1,-1 0,1 0,-1-1,0 1,0-1,0 0,0 0,0-1,-1 0,0 1,1-2,-1 1,-1 0,1-1,-1 1,1-1,-1 0,-1 0,1-1,-1 1,0 0,0-1,0 0,-1 1,0-1,0 0,0-5,-1 3,1-30,-1 36,0 0,0-1,-1 1,1 0,-1 0,1 0,-1 0,0 0,0 0,0 0,0 0,0 0,0 0,-2-2,2 4,1-1,0 1,-1-1,1 1,-1 0,0-1,1 1,-1 0,1-1,-1 1,1 0,-1 0,0 0,1-1,-1 1,0 0,1 0,-1 0,0 0,1 0,-1 0,1 0,-1 0,0 0,1 1,-1-1,0 0,1 0,-1 0,1 1,-1-1,0 0,1 1,-1-1,1 1,-1-1,1 0,0 1,-1-1,1 1,-1-1,1 1,0 0,-1-1,1 1,0-1,0 1,-1 0,1-1,0 1,0-1,0 1,0 0,0 0,-1 2,0 0,0 0,0 0,1 0,0 0,-1 0,1 0,0 0,0 0,1 0,0 3,2 0,1-1,0 1,0-1,0 0,0 0,1 0,0 0,0-1,1 0,-1 0,1-1,0 1,-1-1,2 0,-1-1,0 1,0-1,9 1,8 2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7.4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1,'2'0,"1"0,-1 1,1-1,-1 1,0 0,1 0,-1 0,1 0,-1 0,0 0,0 1,0-1,0 1,0 0,2 1,29 36,-2-3,-28-35,-1 1,0 0,0-1,1 0,-1 1,0-1,1 0,-1 0,1 0,0-1,-1 1,1-1,0 1,-1-1,1 0,0 0,0 0,4-1,0-1,1 0,-1-1,1 0,12-7,27-10,-45 20,0-1,1 1,-1 1,0-1,1 0,-1 0,0 1,1-1,-1 1,0 0,0 0,0 0,1 0,-1 0,0 0,-1 1,1-1,0 1,0-1,0 1,1 2,5 3,6 4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7.8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0 103,'0'2,"0"-1,0 1,1 0,-1-1,0 1,1-1,-1 1,1-1,-1 1,1-1,0 0,-1 1,1-1,0 0,0 1,0-1,0 0,0 0,0 0,0 0,3 2,-1-2,0 1,0-1,0 0,0 1,0-1,0-1,0 1,1 0,-1-1,5 0,-4 1,1-1,-1-1,1 1,-1 0,1-1,-1 0,1 0,-1-1,0 1,0-1,1 0,-1 0,0 0,-1 0,1-1,3-3,-5 4,0 0,0 0,-1 0,1-1,-1 1,1-1,-1 1,0-1,0 0,0 1,0-1,-1 0,1 0,-1 1,0-1,1 0,-1 0,-1 0,1 0,0 1,-1-1,1 0,-1 0,0 1,0-1,-2-4,1 4,0 0,0 0,0 0,0 0,-1 1,0-1,1 1,-1-1,0 1,0 0,0 0,-1 0,1 1,0-1,-1 1,1-1,-1 1,1 0,-8 0,-12-1,1 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8.1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46 0,'1'9,"0"0,1-1,0 1,0-1,1 1,0-1,5 9,9 28,38 122,7 33,-56-175,-1 1,-1 0,-1 0,-2 0,-3 49,2-72,0 0,-1 1,1-1,-1 0,0 0,0 0,0 0,0 0,0 0,-1 0,0 0,1 0,-1-1,0 1,0-1,0 1,-1-1,1 0,0 0,-1 0,0 0,1 0,-1 0,0-1,0 1,0-1,0 0,0 0,0 0,0 0,-1-1,1 1,0-1,0 0,-1 0,1 0,0 0,0-1,0 1,-1-1,1 0,0 0,0 0,0 0,0 0,0-1,0 1,1-1,-1 0,0 0,-3-4,-6-8,1 0,1 0,0-1,1 0,1-1,1 0,-12-34,13 31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8.4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1 219,'63'1,"70"-3,-129 1,-1 1,1-1,-1-1,0 1,0 0,1-1,-1 1,0-1,0 0,0 0,-1 0,1-1,0 1,-1-1,0 1,1-1,-1 0,0 0,-1 0,1 0,0 0,-1 0,0 0,1-1,-1 1,0-5,3-5,-2 0,0 0,0-1,-1 1,-2-23,1 33,0 0,-1 0,1 1,-1-1,1 0,-1 0,0 1,0-1,-1 0,1 1,0 0,-3-4,-8-6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8.8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0,'2'1,"-1"0,1-1,-1 1,1 0,-1 0,1 0,-1 0,0 0,1 0,-1 1,0-1,0 0,0 1,0-1,0 0,0 1,0-1,-1 1,1 0,0 2,13 34,-8-1,-1-1,-2 1,-1 0,-5 57,0-7,3-67,-1-4,1 0,1 0,3 17,2-12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9.1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0 151,'21'2,"0"0,33 8,-29-5,36 4,-54-9,0 0,1 0,-1 0,1-1,-1 0,1 0,-1-1,0 0,8-4,-12 5,-1 0,0-1,1 1,-1-1,0 1,0-1,0 0,0 0,0 0,0 0,0-1,-1 1,1 0,-1-1,0 1,1-1,-1 1,0-1,-1 1,1-1,0 0,-1 0,0 1,1-1,-1 0,0 0,0 1,-1-1,0-3,1 2,-1-1,0 1,0 0,-1 0,1 0,-1 0,0 0,0 1,0-1,-1 0,1 1,-1 0,0-1,0 1,0 0,0 0,0 1,-5-4,0 2,0 1,-1 0,1 0,0 1,-10-2,-10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19.4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55 20,'0'-1,"-1"0,1 0,0 0,-1 0,1 0,-1 0,1 0,-1 0,0 0,1 0,-1 1,0-1,0 0,1 0,-1 1,0-1,0 1,0-1,0 1,0-1,0 1,0-1,0 1,0 0,0-1,0 1,0 0,0 0,0 0,0 0,0 0,-1 0,0 0,1 0,0 0,0 0,0 0,0 0,0 0,0 0,0 1,0-1,0 0,0 1,0-1,0 0,0 1,1-1,-1 1,0 0,0-1,0 1,0 0,1-1,-1 1,0 0,1 0,-1 0,1-1,-1 1,1 0,-1 0,1 0,-1 0,1 0,0 0,0 0,-1 0,1 2,1 1,-1 1,1 0,0 0,0-1,1 1,0 0,-1-1,2 1,-1-1,0 0,1 0,0 0,0 0,0 0,0-1,8 7,5 3,1 0,27 16,-36-24,-1 0,0-1,-1 1,1 0,-1 1,0-1,0 1,7 10,-12-13,1-1,-1 0,0 0,0 0,0 1,0-1,0 1,0-1,-1 1,1-1,-1 1,0-1,0 1,0-1,0 1,0-1,0 1,-1-1,1 1,-1-1,0 1,0-1,0 0,0 1,0-1,0 0,-4 4,-1 1,0 0,-1-1,0 0,0-1,-1 1,0-1,0-1,0 0,0 0,0 0,-18 4,6-1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24.6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213 1,'0'9,"-1"0,0 1,-1-1,0 0,-1 0,1 0,-2-1,1 1,-8 12,-5 6,-30 36,29-41,-76 102,92-123,0 0,0 1,0-1,0 1,0-1,0 1,0-1,1 1,-1 0,1-1,-1 1,1 0,-1-1,1 1,0 0,0 0,0-1,0 1,0 0,0 0,1 0,-1-1,0 1,1 0,0-1,-1 1,1 0,0-1,0 1,0-1,0 1,0-1,0 0,0 1,0-1,0 0,1 0,-1 1,1-1,-1-1,1 1,-1 0,4 1,8 4,0-2,0 0,0 0,24 3,-17-4,39 5,0-2,0-3,75-6,-22 1,283 2,-364-2,0-1,0-2,33-9,45-7,-24 10,-28 2,76-1,-70 9,97 4,-132 1,54 15,-54-11,-1-1,29 2,-32-6,1-2,-1 0,0-1,0-2,0 0,27-7,-39 2,-12 7,0-1,0 1,0 0,-1-1,1 1,0 0,0-1,0 1,-1 0,1-1,0 1,-1 0,1 0,0-1,-1 1,1 0,0 0,-1 0,1 0,0-1,-1 1,1 0,-1 0,1 0,0 0,-1 0,1 0,-1 0,1 0,-14-2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26.1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244 0,'-12'2,"0"0,0 1,0 1,0 0,0 0,1 1,0 1,-17 10,-7 3,30-17,0 1,0 0,0-1,1 2,0-1,-1 0,-5 8,9-11,1 1,-1 0,1-1,-1 1,1 0,-1 0,1 0,0-1,0 1,-1 0,1 0,0 0,0 0,0 0,0 0,0-1,0 1,0 0,0 0,0 2,1-2,0 0,0 1,0-1,0 0,0 1,0-1,0 0,0 0,1 0,-1 0,0 0,1 0,-1 0,0 0,4 0,6 4,1-1,1 0,-1-1,19 2,-22-5,0 1,0 1,-1 0,1 0,-1 0,1 1,-1 0,0 1,0 0,-1 0,11 8,-15-9,-1-1,0 1,0 0,1 0,-2 0,1 0,0 0,-1 0,1 0,-1 1,0-1,0 1,0-1,-1 1,1-1,-1 1,0-1,0 1,0-1,-1 1,1-1,-1 1,1-1,-3 5,1-2,0 0,0 0,-1-1,0 1,0-1,-1 1,1-1,-1 0,0-1,0 1,-1-1,-8 7,-3 1,0 0,-1-2,0 0,-1-1,0-1,-1 0,1-2,-1 0,-21 4,20-9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26.9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0,'5'0,"5"0,1 4,-2 6,-1 5,1 0,-1 2,-1 2,-2 2,-2 2,-2 1,0 0,-1 1,3-4,3-1,3-5,0-4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27.2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0,'0'5,"4"0,10 0,7 0,4-2,1-1,2-1,-5-1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28.0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0,'1'0,"0"1,0-1,0 1,0-1,0 1,0-1,0 1,0 0,0 0,0-1,0 1,-1 0,1 0,0 0,0 0,-1 0,1 0,-1 0,1 0,-1 0,1 0,-1 0,0 0,0 1,1-1,-1 0,0 2,4 37,-3-35,-2 134,3 22,9-120,-8-32,-13-18,-6-14,13 16,0-1,1-1,0 1,0 0,1 0,0-1,0 1,1-1,0 1,1-1,0 1,0 0,1-1,0 1,0 0,1 0,0 0,0 0,1 1,0-1,0 1,1 0,0 0,0 0,1 1,0 0,0 0,0 0,1 1,0 0,0 0,0 1,13-6,-9 5,-1 0,1 0,-1 1,1 0,0 1,16-3,-24 6,0 0,1 0,-1 0,0 0,1 1,-1-1,0 1,0 0,1 0,-1 0,0 0,0 1,0-1,0 1,-1 0,1-1,0 1,-1 1,1-1,-1 0,1 1,-1-1,2 5,2-1,-1 1,0 1,-1-1,0 1,0-1,3 11,-7-16,1 0,-1 0,1 0,-1 0,0 0,0 0,0 0,0 0,0 0,-1 0,1-1,-1 1,1 0,-1 0,0 0,0 0,1 0,-1-1,0 1,-1 0,1-1,0 1,0-1,-1 1,1-1,-1 0,1 1,-1-1,0 0,1 0,-1 0,-2 1,-13 5,0-1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29.5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1,'0'4,"0"6,4 5,2 5,-1 2,-1 2,-1 2,-1-1,-1 1,0 0,-1-1,-1 0,1 0,0-5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29.8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0,'4'0,"5"0,6 0,5 0,2 0,3 0,0 0,1 0,-1 0,1 0,-1 0,-4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31.3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213 0,'0'5,"0"22,-5 45,3-62,0-1,-1 1,0-1,0 0,-1 0,0 0,0 0,-7 9,-91 149,66-105,31-53,0-1,0 1,1 0,0 1,1-1,-4 15,7-22,-1 1,1-1,0 0,0 1,0-1,0 1,1-1,-1 0,1 1,-1-1,1 0,0 1,0-1,0 0,0 0,0 0,0 0,1 0,-1 0,1 0,-1 0,1-1,0 1,0 0,0-1,0 0,0 1,0-1,0 0,0 0,0 0,3 1,21 7,0-2,32 7,-30-8,47 15,-55-15,0 0,1-2,-1-1,30 2,26 3,-29-2,0-2,84-5,40 2,-95 11,-51-7,46 4,35 3,-73-7,50 2,-3-5,135-5,-212 3,0-1,-1 1,1-1,0 1,-1-1,1 0,-1 0,1 0,4-2,-2-3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33.0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175 0,'-1'4,"0"-1,-1 1,1-1,-1 1,0-1,0 0,0 0,-1 0,1 0,-1 0,-3 3,-8 10,5-1,0 2,1-1,1 1,-6 20,6-15,-1-1,-13 24,13-29,1 1,1 0,0 0,-4 28,6-26,0-5,2 1,0-1,0 1,1-1,1 1,1 0,0-1,0 1,2 0,0-1,0 0,2 0,-1 0,2 0,0-1,1 0,0 0,1 0,0-1,13 14,-16-21,1 0,0 0,1-1,-1 0,1 0,0-1,0 0,0 0,0 0,1-1,8 2,29 10,-33-7,-6-1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35.6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229 1,'0'2,"-1"-1,1 1,-1 0,1 0,-1 0,0 0,0-1,0 1,0 0,0-1,0 1,-1-1,1 1,0-1,-1 1,1-1,-1 0,0 0,1 0,-1 0,-3 1,-43 19,37-17,-3 1,0 1,-24 15,36-20,0 0,-1 0,1 1,0-1,0 1,0 0,0-1,0 1,0 0,0 0,1 1,-1-1,1 0,-1 0,1 1,0-1,0 1,0-1,0 1,1-1,-1 1,1-1,-1 1,1 4,1-6,-1 0,1 1,0-1,-1 1,1-1,0 0,0 1,0-1,0 0,0 0,0 0,1 0,-1 0,0 0,0 0,1 0,-1-1,1 1,-1 0,1-1,-1 1,1-1,-1 0,1 1,1-1,44 4,-41-4,28-2,-19 1,1 1,-1 0,28 3,-41-3,1 1,-1-1,1 1,-1-1,0 1,1 0,-1 0,1 0,-1 0,0 1,0-1,0 0,0 1,0 0,0-1,0 1,0 0,-1 0,1 0,-1 0,1 0,-1 1,0-1,0 0,0 0,0 1,0-1,0 5,0-4,-1 0,0 0,0 1,0-1,0 0,-1 0,1 0,-1 1,0-1,0 0,0 0,0 0,0 0,-1 0,1 0,-1-1,-2 4,0-1,-1-1,1 0,0 0,-1 0,0-1,0 0,0 0,-11 5,2-3,-1 0,-1 0,1-2,-1 0,1 0,-21-1,25-1,0-1,0-1,0 0,0 0,0-1,-13-4,8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36.1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0,'0'5,"0"5,0 5,0 4,0 4,0 1,0 1,0 1,0 0,0 0,0-1,0-4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36.5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0,4 0,3 0,3 0,0 0,1 0,-1 0,1 5,-5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37.3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102 1,'2'96,"-4"106,1-193,-1-1,1 0,-1 0,-1-1,1 1,-7 13,8-20,1 0,-1 1,0-1,1 0,-1 0,0 1,0-1,1 0,-1 0,0 0,0 0,0 0,0 0,-1 0,1 0,0-1,0 1,0 0,-1-1,1 1,0-1,-1 1,1-1,-1 0,1 1,0-1,-1 0,1 0,-1 0,1 0,0 0,-1 0,1-1,-1 1,1 0,0-1,-1 1,1-1,0 1,-1-1,1 0,0 1,0-1,0 0,0 0,-2-1,1-1,-1 0,1 0,-1 0,1-1,0 1,0 0,1-1,-1 0,1 1,-1-1,1 0,0 0,1 1,-1-1,0-4,1-66,1 52,0 12,0 0,0 0,1 0,0 0,0 0,1 0,1 1,0-1,0 1,1 0,0 0,0 1,1-1,0 1,1 1,0-1,0 1,0 0,1 1,0-1,1 2,-1-1,1 1,0 0,0 1,12-4,-15 6,0 0,0 1,0 0,0 0,0 0,0 1,0-1,0 2,1-1,-1 1,0-1,0 2,0-1,0 1,0 0,0 0,-1 0,1 1,-1 0,1 0,-1 1,0-1,0 1,-1 0,1 1,-1-1,0 1,0-1,0 1,-1 1,0-1,0 0,0 1,0-1,-1 1,0 0,0 0,-1 0,1 0,-1 0,-1 0,1 0,-1 8,-1-12,1 1,0-1,-1 0,1 1,-1-1,0 0,0 0,0 1,0-1,0 0,0 0,-1 0,1 0,-1 0,1-1,-1 1,0 0,0-1,1 1,-1-1,0 0,0 1,-1-1,1 0,0 0,0-1,0 1,-1 0,1-1,0 1,-1-1,1 0,-1 0,1 0,0 0,-1 0,1 0,-3-1,-11-4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38.1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4,5 2,2-1,2-1,2-1,-1-1,1-1,0 0,-1-1,0-1,-8 1,-16 0,-8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39.3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 1,'0'5,"1"1,0-1,1 1,-1-1,4 8,4 18,-3 15,-4-25,1 1,1-1,1 0,0-1,2 1,15 34,-17-45,0 1,-1 0,0 0,-1 0,0 0,-1 1,1 19,-2-5,-1 1,-4 32,3-50,-1 0,0 0,-1 0,0 0,0 0,-1-1,0 1,0-1,-1 0,0 0,-1-1,0 1,0-1,0-1,-1 1,0-1,0 0,-13 8,17-12,6-2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41.8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0,4 0,4 0,1 0,1 0,1 0,0 0,-1 0,1 0,-1 0,0 0,-5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42.2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0,'0'5,"4"1,6-1,5 0,5-2,2-1,3-1,0-1,0 0,1 0,0 0,-1-1,-4 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42.8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26,'-10'29,"1"-5,9-20,-1-1,1 1,0-1,0 1,0-1,0 1,1 0,0-1,-1 1,1-1,1 0,-1 1,0-1,1 0,3 6,0-3,-1 0,1 0,1-1,-1 1,1-2,-1 1,10 5,0-1,2 0,-1-1,1-1,0 0,29 6,-37-11,0 0,0 0,0-1,0-1,0 0,0 0,15-2,-19 1,0-1,-1 1,1-1,-1 0,0 0,1 0,-1 0,0-1,0 0,-1 0,1 0,-1 0,1-1,-1 1,0-1,3-4,-2 1,1 1,-1-2,0 1,0 0,-1-1,0 0,0 0,-1 0,2-13,-4 18,0 0,0 0,0 0,0 0,-1 0,1 0,-1 0,0 0,0 0,0 0,0 0,0 0,-1 0,1 1,-1-1,0 1,0-1,0 1,0-1,0 1,0 0,-1 0,1 0,-1 1,1-1,-1 0,0 1,-5-2,-9-4,-1 1,0 1,0 0,-1 1,-27-1,-96 1,111 5,-4-1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44.8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20,'112'2,"123"-5,-225 2,1 0,-1-1,-1 0,15-6,-13 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49.63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27 146,'-9'28,"-1"-4,8-12,0-1,0 1,1 0,0-1,1 1,1 0,0 0,0-1,1 1,1-1,-1 1,2-1,0 0,9 19,-7-21,-1-1,-1 1,0 0,0 1,-1-1,4 18,-7-28,0 1,0 0,-1 0,1 0,0-1,0 1,0 0,0 0,-1 0,1 0,0 0,0-1,-1 1,1 0,0 0,0 0,0 0,-1 0,1 0,0 0,0 0,-1 0,1 0,0 0,0 0,-1 0,1 0,0 0,0 0,-1 0,1 0,0 0,0 0,0 0,-1 1,1-1,0 0,0 0,0 0,-1 0,1 0,0 1,0-1,0 0,0 0,-1 0,1 1,0-1,0 0,0 0,0 1,0-1,0 0,0 0,0 0,0 1,0-1,0 0,0 0,0 1,0-1,0 0,0 0,0 1,0-1,0 0,-13-15,6-1,0 0,1 0,1 0,1-1,0 0,1 0,1 0,1 0,0 0,1-1,1 1,1 0,0 0,1 0,1 0,0 0,14-30,-13 35,2 0,-1 1,13-16,-16 23,0 1,0-1,1 1,-1 0,1 0,0 0,0 0,0 1,0-1,0 1,1 0,-1 1,6-2,22-6,-21 5,0 1,0 0,0 1,1 0,15 0,-24 2,0 0,0 1,0-1,0 1,0 0,0 0,0 0,-1 0,1 0,0 0,-1 1,1-1,-1 1,1 0,-1 0,0 0,0 0,0 0,0 0,0 1,0-1,-1 1,1-1,-1 1,2 4,0-1,-1 0,0 0,0 0,0 0,-1 0,0 1,0-1,-1 0,0 1,0-1,0 1,-1-1,0 0,0 0,-1 1,-2 6,2-9,0 0,0 0,0 0,-1 0,1-1,-1 1,0-1,0 1,0-1,-1 0,1 0,-1-1,1 1,-1-1,0 0,0 0,0 0,0 0,-1-1,1 1,0-1,-1 0,-6 0,-9 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52.3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1 103,'0'34,"-1"2,2 0,1-1,11 57,-10-75,-1 0,0 0,-2 21,-1-23,2-1,0 1,0-1,5 20,-6-34,0 1,0-1,0 1,0-1,0 1,0-1,0 0,0 1,0-1,0 1,1-1,-1 1,0-1,0 0,0 1,1-1,-1 0,0 1,0-1,1 0,-1 1,0-1,1 0,-1 1,1-1,-1 0,0 0,1 1,-1-1,0 0,1 0,5-12,0-24,-6-93,1-22,1 140,1 0,0 0,0 0,2 0,-1 0,1 1,0 0,1 0,1 0,-1 1,1 0,1 0,0 1,0 0,0 0,18-11,-20 15,1 1,-1 0,1 0,-1 1,1 0,0 0,0 1,0-1,0 1,0 1,0 0,1 0,-1 0,0 1,0 0,8 2,-12-3,0 1,-1 0,1 0,0 0,-1 0,1 0,-1 0,1 0,-1 1,0 0,0-1,0 1,1 0,-2 0,1 0,0 0,0 0,-1 1,1-1,-1 0,1 1,-1-1,0 1,0-1,0 1,-1 0,1 0,0-1,-1 1,0 0,0 0,0-1,0 1,0 0,0 0,-1-1,0 1,1 0,-1-1,0 1,0 0,-2 2,-23 46,24-48,1 0,-1 0,0-1,0 1,0-1,0 1,-1-1,1 0,-1 0,1 0,-1 0,0 0,0-1,-5 3,-3-6,4-4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5:53.28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41,'0'1,"0"0,1 0,-1 0,1 0,-1 0,1 0,-1 0,1 0,0 0,-1 0,1 0,0 0,0 0,0-1,0 1,0 0,0-1,0 1,0-1,0 1,0-1,0 1,0-1,0 0,0 1,0-1,1 0,-1 0,2 0,36 0,6-8,165-27,-102 19,-106 15,-1 1,1 0,-1 0,1-1,0 1,-1 1,1-1,-1 0,1 0,-1 1,1-1,0 0,1 2,0 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1.9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45,'33'0,"20"1,1-3,79-12,-94 9,-30 5,0-1,0-1,0 1,-1-1,1-1,0 1,13-7,-16 4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2.9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60,'87'1,"99"-3,-166-1,-1 0,1-2,24-8,-27 7,0 1,0 0,1 2,31-4,-5 3,-28-1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3.9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1,'0'8,"0"0,0 0,1 0,0 0,4 14,-4-18,1-1,0 0,0 1,0-1,0 0,0 0,1 0,-1 0,1-1,0 1,0-1,0 0,0 1,6 2,53 28,75 29,-56-37,-66-22,0 0,-1 1,1 1,-1 1,0 0,-1 1,19 11,-31-17,0 0,0 0,0 0,0 0,-1 0,1 1,0-1,-1 0,1 0,-1 0,1 1,-1-1,1 0,-1 1,0-1,0 0,0 1,0-1,0 0,0 1,0-1,0 0,0 1,-1-1,1 0,-1 0,1 1,-1-1,1 0,-1 0,0 0,1 1,-1-1,0 0,0 0,0 0,-1 1,-5 6,-1 1,0-1,-12 9,15-12,-50 39,-2-2,-73 42,114-73,0 1,0 1,2 0,-19 21,25-26,7-7,1 0,-1 0,0-1,1 1,-1 0,0-1,1 1,-1-1,0 1,0-1,0 1,1-1,-1 0,0 1,0-1,0 0,0 1,0-1,0 0,0 0,0 0,0 0,0 0,1 0,-1 0,-2-1,2 0,0 1,0-1,-1 0,1 0,0 0,0 0,1 0,-1-1,0 1,0 0,0 0,1-1,-1 1,1 0,-1-1,1 1,-1-2,-3-15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6.2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125 1,'0'4,"-4"2,-6 3,-5 1,-1 3,0-2,1 3,-1 3,3 2,3 2,4 2,2 2,7-5,6-4,7-2,4-2,-1-4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6.7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72 154,'17'0,"0"0,0-2,0 0,0 0,23-8,-37 10,-1-1,1 0,-1 0,1 0,-1 0,1 0,-1-1,1 1,-1-1,0 1,0-1,0 0,0 0,0 0,0 0,-1 0,1 0,-1-1,1 1,-1 0,0-1,0 1,0-1,0 0,0 1,0-1,-1 0,0 1,1-1,-1 0,0 1,0-1,-1 0,1 0,0 1,-1-1,0 0,1 1,-1-1,0 1,-1-1,-1-3,1 3,0 0,0 0,0 0,-1 1,1-1,-1 0,0 1,0 0,0 0,0 0,0 0,0 0,-1 0,1 1,0 0,-1-1,1 1,-1 1,0-1,1 0,-1 1,-4 0,-10-1,0 0,0 2,-19 2,-14 8,30-6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7.7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0,'0'13,"0"-1,1 1,0-1,1 1,1-1,0 0,0 0,1 0,1 0,0-1,1 0,10 16,-16-26,1 0,-1-1,1 1,0-1,-1 1,1-1,0 1,-1-1,1 0,0 1,0-1,-1 0,1 1,0-1,0 0,-1 0,1 0,0 0,0 0,0 0,0 0,-1 0,1 0,0 0,0 0,0 0,-1-1,1 1,0 0,0 0,-1-1,1 1,0-1,-1 1,1-1,0 1,-1-1,1 1,-1-1,1 0,-1 1,1-2,25-33,-22 29,7-12,-4 5,1 0,19-21,-26 32,1 0,-1 0,1 0,0 0,0 1,0-1,0 1,0-1,0 1,1 0,-1 0,0 0,1 0,-1 0,1 0,-1 1,1-1,-1 1,1 0,-1 0,1-1,-1 2,5-1,-5 1,0 0,0 0,0 0,0 0,0 1,0-1,-1 1,1-1,0 1,-1-1,1 1,-1 0,0-1,0 1,1 0,0 2,15 40,-8-22,-7-17,0-1,0 0,0 0,0-1,7 8,-9-10,1-1,-1 1,1-1,-1 0,1 1,0-1,-1 1,1-1,-1 0,1 0,0 1,-1-1,1 0,0 0,0 0,-1 0,1 0,0 0,-1 0,1 0,0 0,-1 0,1 0,0 0,0 0,-1-1,1 1,0 0,-1-1,1 1,-1 0,1-1,0 1,-1-1,1 1,-1-1,1 1,-1-1,0 1,1-1,-1 1,1-1,-1 0,0 1,1-1,-1 0,0 0,9-13,-1 1,0 1,1-1,21-20,-26 29,1 0,0 1,0-1,0 1,1 0,-1 1,1-1,-1 1,1 0,0 0,0 1,0 0,8-1,-7 1,0 1,0-1,0 1,1 1,-1-1,0 1,0 0,0 1,12 4,-16-5,0 1,-1-1,1 1,0 0,-1 0,1 0,-1 0,0 1,1-1,-1 1,0-1,-1 1,1 0,0-1,-1 1,1 0,-1 0,0 0,0 1,0-1,-1 0,1 0,-1 5,2 12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8.2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47,'2'0,"-1"1,1-1,-1 1,0-1,1 1,-1-1,0 1,1 0,-1 0,0 0,0 0,0 0,0 0,0 0,0 0,0 0,0 0,0 0,1 3,15 31,-10-22,0 3,-1 1,0 0,-1 0,-1 1,-1-1,2 19,1 6,-1-13,-2-1,-1 1,-1-1,-4 31,3-57,0 0,0 0,0 0,-1 0,1 0,-1 0,1 0,-1 0,0 0,0 0,0 0,0 0,0-1,0 1,-2 1,3-2,-1-1,0 1,0-1,1 0,-1 1,0-1,0 0,0 1,0-1,1 0,-1 0,0 0,0 0,0 0,0 0,0 0,1 0,-1 0,0 0,0 0,0-1,0 1,1 0,-2-1,-2-1,0-1,1 1,-1-1,1 0,0 0,-1 0,1 0,1-1,-1 1,0-1,1 1,-2-5,-1-3,0 0,1-1,1 1,0-1,1 1,0-1,-1-12,4-86,1 60,-2 42,0-1,1 1,0 0,0 0,1 0,0 0,1 0,0 0,0 1,0-1,1 1,0 0,1 0,-1 0,1 0,1 1,-1 0,1 0,0 1,1-1,-1 1,1 0,0 1,0 0,0 0,1 1,-1-1,1 2,0-1,0 1,14-2,-18 4,-1 0,1 0,-1 1,1-1,-1 1,0 0,1 0,-1 0,0 0,0 1,0-1,0 1,0 0,0 0,0 0,0 0,-1 0,1 1,-1-1,3 4,4 6,1 1,14 28,-21-36,7 14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8.6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0,'0'8,"0"8,4 0,1 2,1 3,2 0,1 3,-2 0,-2 0,3 2,0-1,2 0,0 0,-2-1,-2 1,-2 0,-2 0,-1-5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8.97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149 150,'2'0,"0"0,0-1,0 1,0-1,0 0,-1 1,1-1,0 0,0 0,-1 0,1-1,-1 1,1 0,-1 0,1-1,-1 1,0-1,0 0,0 1,0-1,0 0,0 1,0-1,0 0,-1 0,2-3,-1 0,1 0,-1 0,0-1,0 1,0 0,-1-1,0 1,-1-8,1 10,0 0,-1 1,0-1,1 0,-1 1,0-1,0 0,0 1,-1 0,1-1,-1 1,1 0,-1-1,0 1,0 0,0 0,0 1,0-1,0 0,0 1,-1-1,1 1,-1-1,1 1,-1 0,1 0,-1 1,0-1,1 0,-1 1,0 0,1-1,-1 1,0 0,0 0,-5 2,2-1,0 0,0 0,0 1,0 0,1 0,-1 1,0-1,1 1,0 0,0 1,0 0,0-1,0 1,1 1,-8 7,9-7,0-1,0 1,1 0,0 0,-1-1,1 1,1 1,-1-1,1 0,0 0,0 1,1-1,-1 0,1 1,0-1,1 0,-1 1,1-1,0 0,1 1,-1-1,4 7,-2-6,1 1,0 0,0-1,0 0,1 0,0 0,0-1,1 1,-1-1,1 0,0-1,0 0,1 0,0 0,8 3,5 1,-1-2,1-1,0 0,0-1,0-2,0 0,35-1,-33-1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9.2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0,'5'0,"1"5,3 0,5 0,5 4,2 4,2-1,2 3,0 3,1-2,-1 0,1 3,-1 1,0 2,-5-3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9.6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345 0,'-4'0,"-5"4,-11 2,0 3,-2 1,-1 2,-2 4,1-1,-1 1,0-2,0 1,0-2,4 0,2-1,0 1,-2-2,4-2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09.9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50,'37'42,"-25"-26,1-1,1-1,25 21,-36-32,0 0,1-1,0 0,-1 0,1 0,0 0,0 0,0-1,0 0,1 0,-1 0,0 0,0-1,1 0,-1 1,0-1,0-1,1 1,-1-1,0 0,8-2,-9 2,-1 0,0 0,0 0,0 0,0 0,0 0,0-1,0 1,0-1,0 1,-1-1,1 0,-1 0,1 0,-1 0,0 0,1 0,-1 0,0 0,0 0,-1-1,1 1,0 0,-1 0,0-1,1 1,-1-1,0 1,0 0,0-1,0 1,-1 0,1-1,-1 1,-1-4,1 1,-1-1,0 1,-1 0,0-1,1 1,-2 0,1 1,0-1,-1 0,0 1,0 0,-1 0,-6-5,-5 2,0 0,-1 1,0 0,0 2,0 0,-1 1,-22-1,28 2,-10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0.2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37 1,'-9'0,"-13"0,21 0,1 0,0 0,-1 0,1 1,0-1,-1 0,1 0,0 1,0-1,-1 0,1 0,0 1,0-1,0 0,-1 1,1-1,0 0,0 1,0-1,0 0,0 1,-1-1,1 0,0 1,0-1,0 0,0 1,0-1,0 1,0-1,0 0,1 1,-1-1,0 0,0 1,0-1,0 0,0 1,0-1,1 0,-1 1,0-1,0 0,1 0,-1 1,0-1,0 0,1 0,-1 1,0-1,1 0,-1 0,1 1,2 2,0 0,0 0,1 0,-1-1,1 1,0-1,0 0,0 0,0 0,4 1,49 14,-31-10,0 0,34 10,-56-16,1 1,-1 0,0 0,1 0,-1 0,-1 1,1 0,0 0,5 5,-9-8,0 1,1 0,-1-1,0 1,1 0,-1-1,0 1,0 0,0 0,0-1,0 1,0 0,0 0,0 0,0-1,0 1,0 0,0 0,-1-1,1 1,0 0,0-1,-1 1,1 0,-1-1,1 1,0 0,-1-1,1 1,-1-1,1 1,-1-1,0 1,1-1,-1 1,0-1,1 0,-1 1,0-1,1 0,-1 1,-1-1,-35 16,32-15,-15 6,-1 1,-39 9,39-13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1.2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219 1,'-18'0,"0"1,0 1,0 0,-27 8,39-8,0 0,-1 0,1 0,0 1,1 0,-1 0,0 1,1-1,0 1,0 0,0 1,0-1,1 1,-1 0,-6 10,10-13,0 0,0 0,0 0,0-1,0 1,1 0,-1 0,1 1,-1-1,1 0,0 0,-1 0,1 0,0 0,1 0,-1 0,0 0,0 0,1 1,0-1,-1 0,1 0,0-1,0 1,0 0,0 0,0 0,0-1,1 1,-1 0,2 1,1 0,1 0,-1 0,1 0,0 0,0-1,0 0,0 0,0 0,1-1,9 2,11 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1.5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1 129,'0'2,"1"0,-1 0,1 0,0 0,0 0,0 0,0 0,0 0,0 0,0 0,0 0,1-1,-1 1,1 0,0-1,-1 0,1 1,0-1,3 2,40 18,-27-15,1-2,0 0,0-1,0-1,0 0,0-2,0 0,0-2,33-5,-49 6,-1 1,1-1,0 0,-1 0,1 0,-1 0,1 0,-1-1,0 1,1-1,-1 0,0 1,0-1,0 0,0 0,-1 0,1 0,0-1,-1 1,0 0,1-1,-1 1,0-1,0 1,0-1,-1 0,1 1,-1-1,1 0,-1 0,0 1,0-1,0 0,0 1,-1-1,0-4,-1 2,1-1,-1 0,0 1,-1 0,1-1,-1 1,0 0,-1 0,1 1,-1-1,0 1,0-1,0 1,-1 0,1 1,-7-5,-2 2,1 1,-2 0,1 0,0 1,-1 1,0 1,0-1,0 2,-25 0,15 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1.98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0,'0'8,"1"0,0 0,0 0,1 0,0 0,0 0,1-1,0 1,0-1,1 1,0-1,0-1,11 13,-13-16,0-1,0 0,0 0,1 0,-1-1,1 1,-1 0,1-1,-1 0,1 0,0 1,0-2,0 1,0 0,0 0,4-1,-3 0,-1 0,1-1,-1 0,1 0,-1 0,0 0,1 0,-1-1,0 1,0-1,0 0,0 0,0 0,0 0,-1-1,1 1,2-4,19-29,3-5,-26 38,0 0,1 0,-1 1,1-1,0 1,0 0,-1-1,1 1,0 0,0 0,0 0,0 0,0 1,1-1,-1 0,4 0,-4 2,0-1,1 1,-1 0,0 0,0 0,0 0,0 0,0 0,0 0,0 1,-1-1,1 1,0-1,-1 1,1 0,-1-1,2 3,10 10,-1-5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2.3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47 1,'57'99,"-40"-72,-1 1,-1 0,19 53,-19-34,-2 1,-3-1,-1 2,-3-1,0 69,-6-112,0 1,-1-1,0 0,0 0,0 0,-1 0,0 0,0 0,0-1,-1 1,1 0,-1-1,0 0,0 0,-1 0,1 0,-1 0,0-1,0 1,0-1,0 0,-1 0,1-1,-1 1,0-1,1 0,-1 0,0-1,0 0,0 1,-1-2,1 1,0 0,0-1,0 0,-1-1,1 1,0-1,0 0,0 0,0 0,0-1,0 0,-5-2,-40-25,28 17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2.6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1,'4'0,"-2"0,-2 4,-2 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2.9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22,'1'0,"0"0,0 1,0 0,0-1,0 1,0 0,0-1,0 1,0 0,0 0,0 0,-1 0,1 0,0 0,0 0,-1 0,1 0,-1 0,1 0,-1 2,13 30,-10-24,2 2,-1 0,2-1,-1 1,1-1,1-1,0 1,12 12,-16-18,1-1,0 1,0-1,0 0,1 0,-1 0,1-1,0 1,-1-1,1 0,0 0,0-1,0 0,1 0,-1 0,0 0,0-1,1 0,5 0,-8-1,1-1,0 1,0-1,-1 0,1 0,-1 0,1 0,-1 0,0-1,0 0,0 0,0 0,0 0,-1 0,1 0,-1 0,0-1,0 0,0 1,-1-1,1 0,1-6,-1 3,0 0,0 0,0 1,-1-1,0 0,0-1,-1 1,0 0,0 0,0 0,-1 0,-3-11,-6-5,-1 2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4.06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 78,'0'6,"0"1,1-1,-1 0,1 1,1-1,-1 0,1 0,0 0,1 0,-1 0,1-1,0 1,1-1,5 8,-3-6,1-1,0 1,1-1,-1 0,1-1,1 0,-1 0,18 6,-22-9,1 0,0 0,0 0,1-1,-1 0,0 0,0 0,1-1,-1 1,0-1,0-1,1 1,-1-1,0 0,6-1,-7 0,0 0,-1 0,1 0,0 0,-1-1,0 0,1 1,-1-1,0 0,-1 0,1-1,0 1,-1-1,0 1,0-1,0 0,0 0,-1 0,2-6,0 3,-1-1,0 1,-1-1,0 0,0 1,-1-1,0 0,0 0,0 1,-1-1,-3-11,3 15,0 1,-1-1,0 0,1 1,-1-1,0 1,-1-1,1 1,-1 0,1 0,-1 0,0 0,0 1,0-1,0 1,-1-1,1 1,-1 0,1 1,-1-1,0 1,0-1,-6 0,6 1,0 0,-1 0,1 0,0 1,-1 0,1 0,0 0,-1 0,1 1,0-1,-1 1,1 0,0 1,-8 2,10-2,-1 0,1 0,0 0,0 0,0 0,0 0,0 0,1 1,-1-1,1 0,-1 1,1 0,0-1,0 1,0 0,0-1,1 1,-1 0,1 0,-1 0,1 0,0 0,1 4,-1-2,1 1,0-1,0 0,0 0,1 0,0 0,0 0,0 0,1-1,-1 1,5 5,42 49,-2-3,-32-33,-2 0,0 1,-1 0,-2 1,0 0,-2 0,0 1,-2 0,5 47,-12-64,1 0,-1-1,-1 1,0 0,0-1,0 1,-1-1,-1 0,1 0,-1 0,0 0,-1 0,-7 8,6-8,-1 0,0 0,0-1,0 0,-1-1,0 1,0-1,-1-1,0 0,0 0,-12 4,6-4,-1-1,-24 3,34-6,0 0,1-1,-1 1,0-2,0 1,1-1,-1 1,0-1,1-1,-9-2,11 2,1 0,0 0,-1 0,1 0,0 0,0-1,0 1,0-1,1 1,-1-1,1 0,-1 1,1-1,0 0,0 0,0 0,0 0,1 0,-1-5,-1-8,1-1,2-23,0 28,-1 3,1 0,0-1,0 1,1 0,0 0,1 0,0 0,1 0,-1 1,2-1,-1 1,1 0,0 0,1 1,0-1,9-7,32-36,84-82,-111 116,1 1,0 0,1 2,1 0,25-11,17-10,-65 37,1 0,-1-1,0 1,0-1,0 1,0 0,0-1,0 1,-1 0,1-1,0 1,-1-1,0 4,0-4,-1 8,0 0,1 0,0 0,0 0,1 0,0 0,0 1,4 15,-3-21,0 0,1 0,0 0,0 0,0 0,0-1,0 1,1-1,-1 0,1 0,0 0,0 0,0 0,0 0,1-1,-1 1,1-1,0 0,-1 0,1-1,7 3,-3-2,0 1,1-1,-1-1,1 0,0 0,-1 0,1-1,0-1,-1 1,11-3,-16 2,0 1,0-1,0 0,0 0,0 0,0 0,0-1,-1 1,1-1,0 0,-1 1,1-1,-1-1,1 1,-1 0,0 0,0-1,0 1,0-1,-1 0,1 0,-1 1,0-1,1 0,-1 0,-1 0,1 0,0-1,-1 1,1-4,-1 4,0 1,0-1,-1 1,1-1,0 1,-1-1,0 1,0-1,0 1,0-1,0 1,0 0,0 0,-1 0,1-1,-3-1,-33-26,11 9,25 20,0 0,0-1,-1 1,1 0,0 0,-1 0,1 0,0 0,-1 1,1-1,-1 0,1 0,-1 1,0-1,1 1,-3-1,4 2,-1-1,1 0,-1 1,1-1,0 0,-1 1,1-1,-1 0,1 1,0-1,-1 1,1-1,0 1,0-1,-1 0,1 1,0-1,0 1,0-1,0 1,0 0,-1-1,1 1,0-1,0 1,0-1,0 1,1-1,-1 1,0-1,0 1,1 4,0 1,0-1,0 0,1 0,0-1,0 1,0 0,1-1,3 7,1-3,0-1,0 1,0-2,1 1,0-1,0 0,1-1,-1 0,1 0,0-1,1 0,-1 0,1-1,-1-1,1 1,0-2,0 1,0-1,16-1,-5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4.8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103 423,'-1'0,"0"1,0-1,0 1,0-1,0 1,0 0,0-1,0 1,0 0,0 0,0 0,1 0,-1-1,0 1,1 0,-1 0,0 0,0 2,-11 22,11-22,-1 2,1-1,-1 0,1 1,0-1,0 1,0-1,1 1,0 0,-1-1,2 1,-1-1,0 1,1-1,0 1,0-1,0 1,3 4,-3-6,1-1,0 1,-1 0,1-1,0 1,1-1,-1 0,0 0,1 0,-1 0,1 0,0 0,0-1,-1 1,1-1,0 0,0 0,0 0,1 0,-1 0,0-1,0 1,0-1,0 0,6 0,-4-1,0 1,0 0,0-1,0 0,0 0,0-1,0 0,0 1,-1-1,1-1,-1 1,1-1,-1 0,0 0,0 0,4-4,-2 0,0 0,-1 0,0-1,0 0,0 0,-1 0,-1 0,5-13,0-7,-2 0,-1 0,-2 0,1-53,-4 56,1-8,-5-37,4 61,-2 0,1 1,-1-1,-1 1,0 0,0-1,0 1,-1 1,-7-12,7 14,-1 0,0 0,-1 0,1 1,-1 0,0 0,0 0,0 1,0 0,-1 0,0 0,1 1,-13-3,11 4,0-1,1 1,-1 0,0 0,0 1,0 0,0 1,0 0,1 0,-1 1,0-1,-8 5,12-4,0 1,0-1,0 1,1 0,-1 1,1-1,-1 1,1-1,0 1,1 0,-1 0,1 0,0 0,0 1,0-1,0 1,1-1,0 1,-1 0,1 6,-2 12,1 0,2 44,0-52,1-1,1-1,0 1,1-1,0 1,1-1,1 0,0-1,1 1,0-1,1 0,0 0,1-1,0 0,1 0,0-1,0 0,1-1,1 0,11 8,-17-14,-1 0,1 0,0-1,0 1,0-1,1 0,-1 0,0-1,1 0,-1 0,9 1,0-2,-1-1,0 0,17-4,16-2,-39 7,-1 0,0 0,1 0,-1 1,0 0,1 0,-1 1,0 0,8 3,50 30,-1-1,-47-27,1-1,1 0,-1-1,1-1,31 3,-44-7,-1 0,1 0,0 0,0-1,-1 1,1-1,-1 0,1-1,-1 1,1-1,7-4,-9 4,0-1,-1 1,1 0,-1-1,1 1,-1-1,0 0,0 0,0 0,-1 0,1 0,-1-1,1 1,-1 0,0-1,0 1,0-7,-1 6,0-1,0 1,-1 0,1 0,-1 0,0 0,0 0,-1 1,1-1,-1 0,0 0,0 1,0-1,0 1,0 0,-1 0,0-1,0 2,1-1,-2 0,1 1,0-1,0 1,-8-4,2 1,-1-1,-1 1,1 1,-1-1,1 2,-1 0,-22-4,2 6,-37 2,43 0,4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5.4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125 1,'1'0,"-1"0,0 0,0 0,0 0,0 0,1-1,-1 1,0 0,0 0,0 0,0 0,1 0,-1 0,0 0,0 0,0 0,0 0,1 0,-1 0,0 0,0 0,0 1,0-1,1 0,-1 0,0 0,0 0,0 0,0 0,1 0,-1 0,0 1,0-1,0 0,0 0,0 0,0 0,0 0,1 1,-1-1,0 0,0 0,0 0,0 0,0 1,0-1,0 0,0 0,0 0,0 0,0 1,0-1,-10 10,-19 8,27-18,-2 3,-1 0,1 0,0 0,0 0,0 0,0 1,0 0,1 0,0 0,0 0,0 0,0 1,0-1,1 1,0 0,0 0,0 0,1 0,-2 7,2 0,1 0,0-1,0 1,1 0,0-1,1 1,6 19,-6-24,0 1,-1 0,0 0,-1 14,0-21,0 1,0-1,0 0,0 1,-1-1,1 1,0-1,-1 0,1 1,-1-1,0 0,1 0,-1 1,-1 1,1-3,0 1,0-1,0 1,1-1,-1 0,0 0,0 1,0-1,0 0,1 0,-1 0,0 0,0 0,0 0,0 0,0 0,0 0,0 0,1 0,-1-1,0 1,0 0,0-1,0 1,1 0,-2-2,-11-5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7.9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0,'-1'38,"0"-23,1 0,0 0,1-1,5 30,-6-44,0 1,0 0,1 0,-1 0,0-1,1 1,-1 0,1 0,-1-1,0 1,1 0,0-1,-1 1,1 0,-1-1,1 1,0-1,0 1,-1-1,1 1,0-1,0 0,-1 1,1-1,0 0,0 0,0 0,1 1,1-1,-1-1,1 1,-1 0,1-1,-1 0,1 0,-1 1,1-1,3-3,2 0,-1-1,0 0,0 0,-1-1,9-8,-7 3,-5 7,0 0,0 0,1 0,-1 1,1-1,-1 1,9-5,-10 7,-1 1,1-1,0 1,0-1,-1 1,1 0,0 0,0 0,0 0,-1 0,1 0,0 1,0-1,0 1,-1-1,1 1,0-1,-1 1,1 0,-1 0,1 0,-1 0,1 0,-1 0,1 0,1 3,6 4,0 0,0 1,0 0,-1 1,-1 0,0 0,0 0,-1 1,0 0,-1 1,0-1,-1 1,0 0,2 14,-3-4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8.6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146 0,'-3'1,"0"-1,0 1,1 0,-1 0,0 0,0 0,1 0,-1 0,1 1,-1 0,1-1,0 1,-4 3,-29 31,26-25,1-3,1 1,1 0,-1 0,2 1,-1-1,1 1,1 1,-5 12,8-21,1 0,-1 1,0-1,1 1,-1-1,1 1,0-1,0 1,0-1,0 1,0-1,0 1,1-1,0 0,-1 1,1-1,0 1,0-1,0 0,0 0,0 1,1-1,-1 0,1 0,-1 0,1-1,0 1,0 0,0-1,0 1,0-1,0 1,0-1,1 0,-1 0,0 0,1 0,-1 0,0-1,1 1,3-1,2 2,0-1,1-1,-1 0,1 0,-1-1,1 1,-1-2,0 1,0-2,1 1,-1-1,-1 0,11-5,-14 6,1-1,-1 1,1-1,-1 0,0 0,0 0,-1-1,1 1,-1-1,1 0,-1 0,0 0,-1-1,1 1,-1-1,0 1,0-1,0 0,-1 0,1 0,-1 0,0 0,0-6,-2 8,1 0,-1-1,0 1,0 0,0-1,0 1,0 0,-1 0,0 0,1 0,-3-3,3 5,0 0,0 0,0-1,0 1,0 0,0 0,0 0,0 0,0 0,0 0,0 0,-1 1,1-1,0 0,-1 1,1-1,0 1,-1-1,1 1,-1 0,1-1,0 1,-1 0,1 0,-1 0,-1 0,2 1,1-1,-1 0,1 1,-1-1,1 0,-1 1,1-1,0 0,-1 1,1-1,-1 1,1-1,0 1,0-1,-1 1,1-1,0 1,0-1,0 1,-1 0,1-1,0 1,0-1,0 1,0-1,0 1,0 0,0-1,0 1,0-1,1 1,-1-1,0 1,0-1,0 1,1-1,-1 1,0-1,0 1,1-1,-1 1,1-1,-1 1,0-1,1 0,-1 1,1-1,0 1,22 22,-12-15,1 0,1 0,-1-1,1 0,22 7,-12-7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19.2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412 349,'1'2,"0"0,1 0,-1 0,1 0,-1 0,1 0,0-1,0 1,0 0,0-1,0 0,4 2,2 3,2 2,0-1,0 1,1-2,-1 0,2 0,-1-1,0 0,1-1,0 0,0-1,0 0,1-1,-1-1,17 1,-26-2,1 0,-1-1,0 1,0-1,0 0,1 0,-1 0,0 0,0-1,0 1,-1-1,1 1,0-1,-1 0,1 0,-1-1,1 1,-1 0,0-1,0 1,0-1,0 0,-1 0,1 1,-1-1,0 0,1 0,-1-1,-1 1,1 0,0 0,-1 0,0-1,1-4,-1 3,0-1,0 1,-1-1,1 1,-1 0,-1-1,1 1,-1 0,1 0,-2 0,1 0,0 0,-1 0,0 0,0 1,0 0,-1-1,0 1,-7-7,0 5,-1-1,1 1,-1 1,0 0,0 1,-21-4,-80-10,103 17,-232-40,188 30,52 11,-65-16,61 14,0 0,0 0,1 0,-1-1,0 0,1 0,0-1,-8-5,12 8,0 0,0 0,0 0,0 0,1 0,-1 0,0 0,1 0,-1 0,0 0,1 0,0 0,-1 0,1-1,0 1,-1 0,1 0,0 0,0-1,0 1,0 0,0 0,0-1,1-1,0 1,0 0,0 0,0 0,0 0,1 0,-1 1,1-1,-1 0,1 1,0-1,0 1,2-2,6-3,1 0,-1 1,1 1,12-4,9 1,2 0,-1 2,1 2,0 1,58 5,-25-2,-23 4,-28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0.0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128 97,'4'-3,"-1"0,0 0,0-1,-1 1,1-1,-1 0,1 0,-1 0,0 0,-1 0,1 0,-1 0,2-8,-3 11,0-1,0 1,0 0,0 0,-1 0,1-1,0 1,-1 0,1 0,0 0,-1-1,0 1,1 0,-1 0,1 0,-1 0,0 0,0 0,-1-1,-1 0,1 1,0-1,-1 1,1 0,-1 0,0 0,1 0,-1 1,0-1,1 0,-1 1,-3 0,1-1,0 1,1 0,-1 0,0 1,1-1,-1 1,0 0,1 0,-1 1,1-1,-1 1,1 0,0 0,0 1,0-1,0 1,0 0,1 0,-1 0,1 0,0 1,-4 3,5-3,0-1,1 1,-1 0,0-1,1 1,0 0,0 0,0 0,1 0,-1 0,1 0,0 0,0 0,0 0,0 0,1 0,0 0,0 0,0 0,0 0,0-1,1 1,0 0,0-1,0 1,3 3,2 2,0-1,1-1,0 0,0 0,0 0,1-1,0 0,0-1,0 0,1 0,0-1,19 5,-8-3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0.6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1,'1'3,"0"0,1 0,-1 0,1 0,0 0,0 0,0-1,0 1,0 0,1-1,3 3,2 3,-5-4,0 0,0 0,1-1,0 0,0 0,0 0,0 0,7 3,-9-5,0 0,1-1,-1 0,0 1,1-1,-1 0,0 0,1 0,-1 0,0-1,1 1,-1-1,0 1,1-1,-1 0,0 0,0 0,0 0,0 0,3-2,16-11,-12 8,1 0,0 0,0 1,0 0,18-6,-24 11,0-1,0 0,0 1,0 0,0 0,0 0,0 1,0-1,0 1,0 0,0 0,0 0,-1 1,1-1,0 1,-1 0,1 0,-1 0,1 0,3 4,1 2,1 0,-1 0,12 17,-10-10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0.9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1,'5'7,"0"1,0 0,-1 1,-1-1,1 1,-1 0,0-1,1 14,4 6,15 46,9 25,-4 1,14 107,-42-206,2 9,0 0,-2 1,1-1,-1 0,-1 0,1 0,-4 10,-1-5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1.3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0,'4'0,"6"0,9 0,10 0,5 0,4 0,4 0,0 4,0 2,-2-1,0 4,-2-1,-4-1,-7 3,-5-1,-5-2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1.68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20 225,'0'-5,"0"-4,0-6,0-5,0-2,-4-3,-2 0,1 0,1-1,5 5,7 5,6 6,0 5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2.3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140 59,'-6'2,"1"-1,0 1,-1 0,1 1,0-1,0 1,-9 7,2-2,4-3,0 0,1 1,-1 0,2 0,-1 0,1 1,-10 13,15-19,0 0,0 1,0-1,0 1,0 0,0-1,0 1,1 0,-1-1,1 1,-1 0,1 0,-1-1,1 1,0 0,0 0,0 0,0 0,0-1,1 1,-1 0,0 0,1-1,-1 1,1 0,0 0,0-1,-1 1,1-1,0 1,0-1,1 1,-1-1,0 1,0-1,1 0,-1 0,1 0,-1 0,1 0,-1 0,1 0,0 0,-1-1,4 2,5 1,0 1,1-2,-1 1,1-2,-1 1,1-1,0-1,0 0,-1-1,1 0,0 0,-1-1,1 0,14-6,-21 5,0 1,0-1,0 0,-1 0,1 0,-1-1,1 1,-1-1,0 0,0 0,-1 0,1 0,-1-1,0 1,0 0,-1-1,1 0,-1 1,1-6,-1 5,0 0,0-1,-1 1,1 0,-1-1,-1 1,1 0,-1-1,0 1,0 0,0 0,-1-1,1 1,-1 0,-1 1,-4-10,-26-20,13 24,19 10,1 0,-1 0,0 0,1 0,-1 0,1 0,-1 0,0 0,1 1,-1-1,1 0,-1 0,1 0,-1 1,1-1,-1 0,1 1,-1-1,1 0,-1 1,1-1,0 1,-1-1,1 1,0-1,-1 1,1-1,0 1,0-1,-1 2,1 0,-1-1,1 1,0 0,0 0,0 0,0-1,1 1,-1 0,0 0,1-1,-1 1,1 0,0-1,-1 1,1 0,0-1,0 1,0-1,0 1,2 1,29 31,-26-29,2 3,0-1,1 0,-1-1,2 0,-1-1,1 1,0-2,0 1,0-2,0 1,1-1,11 1,-1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3.4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0 180,'3'-1,"0"1,-1-1,1 0,0 0,-1 0,1 0,-1 0,1-1,-1 1,1-1,-1 1,0-1,0 0,0 0,0 0,0 0,0 0,0 0,-1-1,1 1,-1-1,0 1,0-1,2-4,1-4,0 0,-1 0,0 0,2-19,-4 18,-1 8,0 1,0-1,1 1,-1-1,1 1,0-1,0 1,0-1,0 1,1 0,1-4,-2 7,-1 0,1-1,-1 1,1 0,-1 0,0 0,1 0,-1 0,1 0,-1 0,1 0,-1 0,1 0,-1 0,0 0,1 0,-1 1,1-1,-1 0,1 0,-1 0,0 1,1-1,-1 0,0 0,1 1,-1-1,0 0,1 1,-1-1,0 0,1 1,-1 0,15 16,-10-12,-5-4,9 8,0 0,0 0,20 13,-27-21,-1 0,1 1,-1-1,1 0,0-1,-1 1,1 0,0 0,0-1,-1 1,1-1,0 1,0-1,0 0,0 0,0 0,0 0,-1 0,1 0,0-1,0 1,0 0,0-1,-1 0,1 1,0-1,0 0,-1 0,1 0,-1 0,1 0,-1 0,1 0,-1-1,2-1,7-12,-8 11,0 1,1-1,0 1,-1 0,1-1,5-3,-7 6,0 1,0-1,0 1,0-1,-1 1,1 0,0 0,0-1,0 1,0 0,0 0,0 0,0 0,0 0,0 0,0 0,0 0,0 1,0-1,0 0,0 0,0 1,0-1,0 1,0-1,-1 1,1-1,0 1,0 0,0-1,-1 1,1 0,0 1,17 17,-14-15,0 0,0 1,0-2,0 1,1 0,-1-1,8 4,-10-6,0 0,0-1,0 1,0-1,0 0,0 0,0 1,0-1,1-1,-1 1,0 0,0 0,0-1,0 1,0-1,0 0,0 0,0 0,0 0,0 0,-1 0,1 0,0 0,2-3,14-11,-7 5,2 0,24-14,-34 22,1 0,-1 0,1 1,-1 0,1-1,-1 2,1-1,0 0,-1 1,1-1,0 1,0 0,-1 0,1 1,0-1,0 1,4 1,-5 0,0 0,0 0,0 0,0 1,0-1,0 1,-1-1,1 1,-1 0,0 0,0 1,0-1,0 0,2 6,9 15,-3-12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4.5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0,'3'1,"0"-1,0 1,0-1,0 1,0 0,-1 0,1 1,0-1,0 1,-1-1,1 1,-1 0,1 0,-1 0,0 0,1 0,-1 0,0 1,2 4,5 6,-1 1,11 24,-9-17,1 5,-9-21,0 1,0-1,0 0,1 0,-1 0,1 0,0-1,6 7,-8-11,-1 0,0 0,1-1,-1 1,0 0,1 0,-1 0,0 0,1-1,-1 1,0 0,0 0,1-1,-1 1,0 0,1 0,-1-1,0 1,0 0,0-1,0 1,1 0,-1-1,0 1,0 0,0-1,0 1,0-1,0 1,0 0,0-1,0 0,6-21,-4 14,-1 2,2 1,-1-1,0 1,1 0,0-1,0 1,1 1,-1-1,1 0,0 1,1 0,-1 0,6-4,-7 6,0 0,0 0,1 0,-1 1,1-1,-1 1,1 0,0 0,0 0,-1 0,1 1,0 0,0-1,0 1,0 1,0-1,-1 0,1 1,0 0,0 0,3 2,-4-2,0 0,0 0,-1 1,1-1,-1 1,0 0,1-1,-1 1,0 1,0-1,0 0,0 0,0 1,-1-1,1 1,1 4,0 1,0 0,0 1,-1 0,0 9,-1-11,0-1,0 0,0 0,1 0,0 0,0 0,1 0,5 11,3-6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5.0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15 103,'0'5,"-1"0,2 0,-1 0,1 0,-1 0,1 0,1 0,-1 0,1 0,-1-1,2 1,-1 0,0-1,1 0,0 0,0 1,0-2,0 1,1 0,-1-1,1 1,0-1,0 0,0-1,1 1,-1-1,1 1,-1-1,1-1,0 1,0-1,-1 1,1-1,0-1,0 1,0-1,7 0,-1 1,-1-1,1 1,-1-1,0-1,0 0,10-2,-17 2,-1 1,1-1,-1 0,0 0,0 0,1 0,-1-1,0 1,0 0,0-1,0 0,-1 1,1-1,0 0,-1 0,1 0,-1 0,1 0,-1 0,0-1,0 1,0 0,0-1,-1 1,2-5,-1 2,0 0,-1 0,1 1,-1-1,0 0,0 0,0 0,-1 0,0 0,0 0,0 0,0 0,-1 1,0-1,0 0,-5-7,2 6,0 1,0-1,-1 1,1 0,-1 0,0 1,-1 0,1 0,-1 0,-10-3,0-1,-1 2,-24-7,37 12,-1 0,1 0,0 0,-1 0,1 1,-1 0,1 0,0 1,-1-1,1 1,-1 0,-8 3,13-3,0 0,0 0,0-1,-1 1,1 0,0 0,0 0,0 0,0 0,1 1,-1-1,0 0,0 0,1 0,-1 1,1-1,-1 0,1 1,-1-1,1 1,0-1,0 0,-1 1,1-1,0 1,0-1,1 0,-1 1,0-1,0 1,1-1,-1 0,1 1,-1-1,1 0,0 1,-1-1,1 0,0 0,0 0,1 2,2 3,0 0,1-1,-1 1,1-1,1 0,-1 0,7 4,7 3,0-1,1-2,0 0,38 12,88 11,-126-27,-4 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6.8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119 1,'-5'2,"1"0,-1 0,1 0,-1 1,1 0,0 0,0 0,0 0,0 1,1-1,0 1,-4 5,-3 2,2-4,1 0,1 1,-1 0,1 0,-7 13,12-20,0 1,1-1,-1 0,1 1,-1-1,1 1,-1-1,1 1,0-1,0 1,0-1,0 1,0-1,0 1,0-1,0 1,1-1,-1 1,1-1,-1 1,1-1,-1 1,1-1,0 0,0 1,-1-1,1 0,0 0,0 0,1 1,-1-1,0 0,0 0,0-1,1 1,-1 0,0 0,1-1,-1 1,0 0,1-1,-1 0,1 1,2-1,4 3,0-1,0 0,0-1,0 0,0 0,0-1,0 0,0 0,0-1,14-3,-19 3,1 0,-1 0,0 0,0 0,0-1,0 1,0-1,0 0,0 0,0 0,-1-1,1 1,-1 0,0-1,0 0,0 1,0-1,0 0,0 0,-1 0,1 0,-1-1,0 1,0 0,0 0,-1-1,1-4,0 2,-1-1,0 1,-1-1,0 1,0 0,0 0,-3-9,3 13,1 0,-1 1,1-1,-1 0,0 1,1-1,-1 0,0 1,0-1,0 1,0 0,-1-1,1 1,0 0,-1-1,1 1,0 0,-1 0,0 0,1 0,-1 1,1-1,-1 0,0 1,0-1,1 1,-1-1,0 1,0 0,-2 0,4 0,-1 0,1 0,-1 0,0 0,1 1,-1-1,0 0,1 0,-1 1,1-1,-1 0,1 1,-1-1,1 0,-1 1,1-1,-1 1,1-1,0 1,-1-1,1 1,0-1,-1 1,1 0,0-1,0 1,-1-1,1 1,0 0,0-1,0 1,0-1,0 1,0 0,0-1,0 1,0 0,0-1,0 1,0-1,1 1,-1 0,0-1,0 1,1-1,-1 1,0-1,1 1,-1-1,0 1,1-1,0 2,23 28,-3-15,0-3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7.3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0,'1'1,"1"-1,0 1,-1-1,1 1,-1 0,1 0,-1 0,1 0,-1 0,0 0,1 0,-1 0,0 0,0 1,2 1,16 24,-18-26,11 27,-11-24,0-1,0 1,0 0,1-1,0 1,-1-1,1 1,1-1,-1 0,0 0,1 0,0 0,3 3,-5-6,0 0,1 0,-1 0,0 0,1-1,-1 1,0 0,1 0,-1-1,0 1,0-1,1 1,-1-1,0 0,0 1,0-1,0 0,0 0,0 0,1-1,26-26,-16 16,2-1,-10 8,1 1,0-1,0 1,1 0,-1 0,7-3,-11 7,1-1,-1 1,0-1,0 1,1 0,-1 0,0 0,0 0,1 0,-1 0,0 0,1 0,-1 0,0 0,0 1,1-1,-1 1,0-1,0 1,0-1,1 1,-1 0,0-1,0 1,0 0,0 0,0 0,0 0,-1 0,1 0,0 0,0 0,-1 0,1 0,-1 0,2 3,2 5,-1 0,0 0,0 1,0 0,-2-1,1 1,0 15,6 31,-3-38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7.8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116 18,'-19'0,"8"-1,-1 1,1 0,-13 2,22-2,1 1,-1-1,0 0,0 1,0-1,0 1,1 0,-1-1,0 1,1 0,-1 0,0 0,1 0,-1 1,1-1,0 0,-1 0,1 1,0-1,0 1,0 0,0-1,0 1,-1 2,2-2,0 0,0 0,0 0,0 0,0-1,0 1,1 0,-1 0,1 0,-1-1,1 1,0 0,0-1,0 1,0-1,0 1,0-1,0 1,0-1,1 0,-1 1,0-1,1 0,-1 0,1 0,-1 0,1 0,3 1,3 2,0 0,0-1,0 1,14 2,-10-3,1-1,-1 0,1-1,-1 0,1-1,18-2,-26 1,1 0,-1 0,1-1,-1 0,0 0,0 0,1 0,-1-1,-1 0,1 0,0 0,-1-1,0 1,1-1,-1 0,4-7,0 0,-1 0,-1-1,9-21,-14 31,2 4,-1 0,1 1,0-1,0 1,-1-1,0 1,1 0,-1 0,2 3,1 1,2 1,-1-1,1 0,0 0,1-1,-1 0,1 0,1-1,-1 0,1-1,0 1,0-2,0 1,0-1,0-1,1 0,0 0,14 1,-2-3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8.2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38 55,'0'-4,"-4"-2,-2-4,-3 0,-1-2,2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8.5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0,'1'11,"1"0,0 0,1 0,0-1,8 18,-1-2,18 45,4-1,55 91,-53-102,-24-37,0 0,-1 1,-2 0,8 36,-11-38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8.9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1 282,'0'4,"4"2,2 3,3 1,1 2,2 0,0 1,2 4,2 2,-1 2,1-1,2-2,-2 2,0-3,-2-1,0-2,-2-4</inkml:trace>
  <inkml:trace contextRef="#ctx0" brushRef="#br0" timeOffset="1">100 35,'-4'-4,"-2"-6,-4-1,0 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9.3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127 1,'-15'0,"3"-1,1 1,-1 1,-22 3,32-4,1 0,-1 0,1 1,-1-1,1 0,-1 1,1 0,-1-1,1 1,-1 0,1 0,0-1,-1 1,1 0,0 0,0 1,0-1,0 0,0 0,0 1,0-1,0 0,0 1,1-1,-1 1,0-1,1 1,-1-1,1 1,0-1,0 1,-1-1,1 1,0 0,0-1,1 2,0 0,0 1,0-1,0-1,0 1,1 0,0 0,-1 0,1-1,0 1,0-1,0 0,1 1,-1-1,1 0,3 2,49 29,-36-22,26 12,-32-17,0 1,0 0,-1 1,0 0,22 19,-33-26,-1 0,1 0,0 0,0 0,0 0,-1 0,1 0,0 0,-1 1,1-1,-1 0,1 0,-1 0,0 1,0-1,1 0,-1 1,0-1,0 0,0 0,0 1,-1-1,1 0,0 1,0-1,-2 2,1 0,-1 0,0-1,0 1,0-1,0 1,0-1,-1 0,1 0,-1 0,-4 3,-5 1,0 0,0 0,0-2,-19 6,11-5,-36 2,49-6,-1-1,1 1,-1-2,1 1,-1-1,1-1,-14-3,13-1,9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29.6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99,'22'-1,"0"-1,-1-2,1 0,-1-1,0-1,0-1,-1-1,24-13,-22 4,-22 17,1-1,-1 1,0-1,0 1,1-1,-1 1,0-1,0 1,0-1,0 1,0-1,0 1,0-1,0 1,0-1,0 1,0-1,0 1,0-1,0 1,-1-1,1 1,0-1,0 1,-1-1,1 1,0 0,0-1,-1 1,1-1,0 1,-1 0,1-1,-1 1,1 0,-1-1,1 1,0 0,-1 0,1 0,-1-1,1 1,-1 0,1 0,-1 0,1 0,-1 0,1 0,-1 0,1 0,-2 0,-2-1,-1-1,0 1,0 1,0-1,0 1,1 0,-1 0,0 0,0 0,0 1,0 0,0 0,1 1,-1-1,1 1,-1 0,1 0,-9 5,11-5,-1 1,1-1,0 0,0 1,0-1,0 1,0-1,0 1,1 0,-1 0,1 0,0 0,0 0,0 0,0 0,1 0,-1 0,1 1,-1-1,1 0,0 0,1 0,-1 1,0-1,1 0,0 0,0 0,0 0,2 5,0-2,0 0,0 0,1-1,-1 1,1-1,0 0,1 0,-1-1,1 1,0-1,0 0,7 4,9 4,0 0,24 8,-2-1,-20-7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0.1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0,'1'9,"1"0,0 0,0 0,0 0,1 0,1-1,0 0,0 0,0 0,1 0,0 0,0-1,1 0,0 0,1-1,7 8,-10-11,1 1,-1-1,1 0,-1 0,1-1,0 1,0-1,0 0,0-1,1 1,-1-1,8 1,-10-2,1 0,0 0,0 0,-1-1,1 0,-1 0,1 0,0 0,-1 0,0-1,1 1,-1-1,0 0,0 0,0 0,0 0,0-1,0 1,3-6,0 1,0 0,-1-1,-1 0,1 0,4-11,3-12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0.6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126 18,'0'0,"0"-1,-1 0,1 0,0 0,-1 0,1 0,0 0,-1 0,0 1,1-1,-1 0,1 0,-1 1,0-1,1 0,-1 1,0-1,0 1,0-1,1 1,-1-1,0 1,0 0,0-1,0 1,0 0,0 0,0-1,0 1,0 0,0 0,0 0,-1 1,-3-2,1 1,0 1,0-1,0 1,0-1,-7 3,7-1,1 0,-1 0,1 1,-1 0,1-1,0 1,0 0,0 1,0-1,1 0,-1 1,1 0,0-1,0 1,0 0,0 0,1 0,-2 8,-1 4,1 0,0 1,0 24,3-25,1-1,0 0,1-1,1 1,0 0,1-1,1 1,0-1,1 0,1-1,0 1,0-1,11 13,-1-4,0-1,2-1,0-1,1 0,1-2,32 21,-41-30,0-2,0 1,0-2,1 1,0-2,0 0,0 0,20 2,5-3,65-2,-65-2,-26 1,0 0,1 1,-1 0,0 1,0 0,0 1,0 0,0 1,17 9,-20-9,9 5,0-1,36 11,-51-18,1 1,0-1,0-1,0 1,0-1,0 1,0-1,0 0,0-1,0 1,0-1,-1 1,1-1,0 0,0-1,0 1,-1-1,1 1,-1-1,1 0,3-3,-5 2,1 1,-1-1,0 0,0 0,0 0,0 0,0 0,-1-1,0 1,1 0,-1-1,0 1,-1-1,1 1,0-1,-1 0,0 1,0-1,0 1,0-1,-1 0,0 1,1-1,-1 1,0-1,-1 1,1 0,-1-1,1 1,-4-4,0-2,0 1,-1 1,0-1,0 1,0 0,-1 0,0 1,-1 0,1 0,-14-7,7 7,0 0,-1 0,0 1,0 1,0 1,-23-3,-5 3,-46 2,59 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2.41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0 299,'4'-2,"-1"1,1 0,0-1,-1 1,0-1,1 0,-1 0,0 0,3-3,9-6,127-83,-134 90,4-2,-1-1,1 0,-2 0,20-17,-28 22,0 0,0 0,0 0,-1 0,1-1,-1 1,1 0,-1-1,0 1,0-1,0 1,0-1,0 1,-1-1,1 0,-1 1,0-1,0 0,0 1,0-1,0 0,0 1,-1-1,1 0,-1 1,0-1,0 1,0-1,0 1,-3-4,2 2,-1 1,0 0,0 1,0-1,-1 0,1 1,-1 0,1-1,-1 2,0-1,0 0,0 1,0-1,0 1,0 0,-8 0,7 0,1 0,-1 1,0-1,0 1,0 0,0 1,0-1,1 1,-1 0,0 0,0 1,1-1,-1 1,-5 3,8-4,1 0,-1 1,1-1,-1 1,1 0,0-1,0 1,-1 0,1 0,0 0,1 0,-1 0,0 0,0 0,1 0,0 0,-1 0,1 0,0 0,0 0,0 1,0-1,0 0,0 0,1 0,-1 0,1 0,0 0,-1 0,1 0,0 0,0 0,0 0,1-1,1 4,1 1,0-1,0 0,1 1,-1-2,1 1,0 0,1-1,-1 0,1 0,7 3,3 0,0-1,1 0,-1-1,1-1,0-1,33 2,-30-4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2.7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8,4 3,-1 4,1 0,1 0,-2 3,-1 2,-3 2,0 1,-2-2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3.0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 12,'0'-5,"-4"0,-2 3,1 8,1 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3.5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0,'12'1,"1"0,-1 1,1 1,-1 0,0 1,0 0,0 1,0 0,17 11,9 8,47 38,-71-51,0 1,23 27,-28-27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3.8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387 1,'-40'20,"-64"40,-64 39,158-92,0 0,1 1,-1 0,2 1,-9 10,7-6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4.1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0 104,'5'2,"-1"0,1 0,-1 0,0 1,0 0,0 0,0 0,0 0,-1 1,1-1,3 7,-5-8,11 12,4 6,1-1,27 21,-41-36,1-1,-1 1,1-1,0 0,0-1,0 1,0-1,0 0,1 0,-1 0,0-1,1 0,0 0,-1-1,1 1,10-2,-13 0,1 0,-1-1,1 1,-1-1,0 0,0 0,0-1,0 1,0 0,0-1,-1 0,1 0,-1 1,0-1,0-1,0 1,0 0,-1 0,1-1,1-6,2-3,-1 0,-1 0,0 0,2-21,-4 28,-1 1,0-1,0 0,0 1,-1-1,0 1,0-1,0 1,-1 0,0-1,0 1,-4-9,3 11,1-1,-1 1,0 0,0 0,0 0,-1 1,1-1,0 1,-1 0,0 0,1 0,-1 0,0 0,0 1,0 0,0 0,-7-1,-13-1,1 2,-1 0,0 1,0 2,1 0,-46 12,45-9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5.7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 96,'1'10,"1"0,0-1,0 1,1 0,0-1,1 0,6 13,11 32,-41-96,16 35,0-1,1 1,-1 0,1-1,-1-8,-7-19,8 29,1-1,0 1,0-1,0 1,1-1,0 0,0 1,1-1,0 0,1-11,-1 16,1 1,-1 0,1-1,0 1,-1 0,1 0,0 0,0-1,-1 1,1 0,0 0,0 0,0 1,0-1,1 0,-1 0,0 0,0 1,0-1,3 0,-1 0,0 0,1 1,-1-1,0 1,0 0,0 0,1 0,5 2,4 1,1 1,-1 0,16 8,-24-10,15 6,-3-2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6.1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249 77,'0'-4,"0"1,0 0,0-1,0 1,-1 0,1 0,-1-1,0 1,0 0,0 0,-1 0,1 0,-1 0,1 0,-4-4,2 5,0-1,0 1,0 0,0 0,-1 1,1-1,0 1,-1 0,1-1,-1 1,1 1,-1-1,0 1,-4-1,-1 1,0 0,0 1,0-1,0 2,0 0,1 0,-1 0,0 1,1 0,0 1,-1 0,-12 8,17-10,1 1,-1-1,1 0,0 1,0 0,0 0,0 0,0 0,0 0,1 1,0-1,-1 1,1-1,1 1,-1 0,0 0,1 0,0 0,0 0,0 0,0 0,1 1,0-1,0 0,0 0,0 0,1 0,-1 1,2 4,0-4,0-1,0 0,0 1,1-1,-1 0,1-1,0 1,0 0,1-1,-1 0,1 1,-1-1,1-1,0 1,0 0,0-1,0 0,1 0,6 2,8 2,0-2,1 0,28 2,-5 0,-22-3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6.7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113 7,'-6'0,"0"0,0 1,0 0,1 0,-1 0,0 1,0 0,1 0,0 0,-1 1,1 0,0 0,0 0,0 1,-5 5,8-7,0 0,0 0,1 0,-1 0,1 1,-1-1,1 0,0 1,0-1,0 1,0-1,0 1,1-1,-1 1,1 0,0-1,0 1,0 0,0-1,0 1,1 0,-1-1,1 1,-1-1,1 1,0 0,0-1,0 0,0 1,1-1,-1 0,1 1,-1-1,1 0,3 3,-1-1,1 1,-1-1,1 0,0 0,0-1,0 0,1 1,-1-2,1 1,-1-1,1 1,0-2,0 1,0-1,0 0,0 0,1 0,-1-1,0 0,0 0,0-1,1 0,-1 0,7-2,-5 1,0-1,0 0,0 0,0-1,-1 1,0-2,0 1,0-1,0 0,-1-1,1 1,-1-1,-1-1,1 1,-1-1,0 0,5-11,-8 14,-1 1,-1-1,1 1,0-1,-1 1,0-1,0 0,0 1,0-1,-1 0,1 1,-2-5,2 6,-1 1,1 0,0 0,0 0,-1 0,1 0,-1-1,1 1,-1 0,1 0,-1 0,0 0,1 0,-1 0,0 1,0-1,0 0,1 0,-1 0,0 1,0-1,0 1,0-1,-1 1,1-1,0 1,0-1,0 1,0 0,0 0,-1-1,1 1,0 0,0 0,0 0,0 0,-1 1,1-1,0 0,-2 1,2-1,1 0,-1 1,0-1,0 0,0 1,1-1,-1 1,0-1,0 1,1 0,-1-1,1 1,-1 0,0-1,1 1,-1 0,1 0,0-1,-1 1,1 0,-1 0,1 0,0-1,0 1,0 0,-1 1,1 1,1-1,-1 1,0-1,1 0,-1 1,1-1,0 0,-1 0,1 0,2 3,-1 0,1-1,0 1,0-1,1 1,-1-1,1 0,0-1,7 7,-7-8,0 0,1 0,-1-1,0 1,0-1,1 0,-1 0,1-1,-1 1,1-1,-1 0,1 0,5-1,12-4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7.1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1,'0'694,"0"-691,0 1,0 0,0-1,1 1,-1-1,1 1,0-1,0 1,0-1,3 5,7 7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7.4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1,'4'0,"6"0,4 0,2 4,-4 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26:38.72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1,'0'4,"0"6,0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9:55.1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1,'3'0,"1"0,-1 0,0 0,1 0,-1 1,0 0,0-1,0 1,1 0,-1 0,0 1,0-1,0 1,-1-1,6 5,-6-3,1 0,-1 0,0 0,0 0,-1 0,1 1,-1-1,0 1,1-1,-2 1,1-1,0 1,-1 0,1 4,2 59,-5 78,0-32,3-43,-3 80,-2-134,-1-5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9:56.1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1,'4'0,"6"0,5 0,4 0,4 0,1 0,1 0,1 0,0 0,-1 0,0 0,1 0,-1 0,-5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9:57.1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10,'4'0,"5"0,7 0,3 0,4 0,1 0,1 0,-3-4,-6-1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9:57.9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81 0,'-1'9,"-1"1,1-1,-2 0,1 0,-1-1,-1 1,0 0,-9 15,-12 29,18-28,2 0,1 1,1 0,1 0,1 0,1 0,6 41,-3-52,0-1,2 1,-1-1,2 0,0 0,10 16,-14-26,1 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9:58.7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76 1,'-5'2,"1"0,-1 0,1 0,0 1,0 0,0 0,0 0,0 0,1 1,-1 0,-3 5,5-7,0 0,0 0,0 0,0 0,1 0,-1 0,1 1,-1-1,1 1,0-1,0 1,0-1,0 1,0 0,0-1,1 1,0 0,-1 5,2-6,0 0,0 0,-1-1,1 1,1 0,-1-1,0 1,0-1,0 1,1-1,-1 0,1 1,-1-1,1 0,0 0,-1 0,1 0,0 0,0 0,0-1,-1 1,1-1,0 1,0-1,0 0,3 1,37 2,-35-3,1 0,-1 1,0 0,1 0,-1 1,14 4,-19-4,0-1,0 0,0 1,0-1,0 1,0-1,-1 1,1 0,-1 0,1 0,-1 0,0 0,0 0,1 0,-2 1,1-1,0 0,0 0,-1 1,1-1,-1 1,0-1,0 0,0 1,0-1,0 4,-1-1,0 0,0 0,0 0,0 0,-1 0,0-1,0 1,0-1,-1 1,1-1,-1 0,0 0,0 0,-1 0,1 0,-1-1,0 1,1-1,-2 0,1-1,0 1,-1-1,1 1,-1-1,1-1,-1 1,0-1,0 1,0-1,0-1,0 1,0-1,0 0,0 0,0 0,0-1,0 0,-5-1,-7-4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9:59.2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1,'5'0,"4"0,6 0,4 0,4 0,-3 4,-4 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9:59.5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0,'4'0,"6"0,5 0,5 0,-2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04.6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1 186,'79'1,"89"-3,-85-9,-53 5,55-1,1000 8,-1061 0,1 1,28 7,-27-4,43 3,227-9,-269 0,1-2,32-8,-3 2,2-1,-24 4,69-4,882 11,-970-2,-1 0,1-2,17-4,36-5,-41 9,37-9,-11 2,-5-1,-32 7,0 0,23-1,53-8,-64 8,47-3,44 9,55-2,-109-11,-47 8,-1 0,27-1,459 4,-243 3,-242-1,-1 1,33 7,-31-4,1-2,22 2,314-4,-171-3,-162 3,-1 2,32 6,-29-4,43 3,-47-7,178-3,-141-10,-44 8,0 1,20-2,-27 4,0 0,0 0,0 0,0-1,-1-1,1 1,0-1,-1 0,0-1,9-5,-4 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05.9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 61,'-2'-2,"0"-1,0 0,0-1,0 1,1 0,-1-1,1 1,0-1,0 1,0-1,-1-6,-1-5,1 94,12-19,-8-52,1 2,-1-1,-1 0,0 0,0 1,-1-1,0 0,-1 1,0-1,0 0,-1 1,0-1,-5 12,-2-2,0-3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11.9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216 1,'-28'9,"4"1,7-7,1 1,0 0,-25 11,36-12,0-1,0 1,0 0,0 0,0 0,0 1,1 0,0 0,0 0,0 0,0 0,0 1,-5 9,8-12,1 0,-1-1,0 1,1 0,-1 0,1 0,-1-1,1 1,0 0,0 0,0 0,0 0,0 0,0 0,0 0,1-1,-1 1,1 0,-1 0,1 0,0-1,1 4,0-2,1-1,-1 1,1 0,0-1,-1 0,1 1,0-1,1 0,-1-1,0 1,4 1,5 2,0-2,1 1,-1-1,1-1,21 1,4-3,-23 0,-1 0,0 0,29 6,-39-5,1 0,-1 1,0 0,1 0,-1 0,0 0,0 0,-1 1,1-1,0 1,-1 0,0 1,0-1,0 0,0 1,5 7,-3-2,0 1,-1 0,0 0,0 0,-1 1,0-1,-1 1,0 0,0 12,-2-17,0-1,0 0,0 1,0-1,-1 0,0 0,0 0,-1 1,1-1,-1 0,0-1,-1 1,1 0,-1-1,0 1,0-1,0 0,-1 0,1 0,-8 6,9-9,-1 1,1-1,0 0,0 0,-1-1,1 1,0 0,-1-1,1 1,-1-1,1 0,-1 0,1 0,-1 0,1 0,-1-1,1 1,0-1,-1 1,1-1,-3-1,-7-3,1-1,-1 0,-10-8,2 1,5 4,6 4,0-1,0 2,-1-1,-16-4,8 5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14.3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177 0,'-3'2,"1"0,-1 0,1 0,-1 0,1 0,0 0,0 1,0-1,0 1,1-1,-1 1,1 0,-1-1,0 5,-4 3,-10 20,1 1,-16 45,13-30,13-34,-4 9,0 1,1 0,1 0,2 0,0 1,-4 45,8-38,0-9,1 1,3 32,-2-49,0 0,0 0,0 0,1 0,-1 0,1 0,0-1,1 1,-1-1,1 0,0 1,0-1,0 0,0 0,8 6,-9-9,0 0,-1 0,1 0,0 0,0 0,0 0,-1 0,1-1,0 1,0-1,0 0,0 1,4-1,6-2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15.5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210 1,'-1'3,"-1"1,1 0,-1 0,0-1,0 1,0-1,0 0,-1 0,-5 6,-5 8,8-9,-1 2,-1 1,2 0,-1 0,-4 18,9-27,0-1,1 1,-1 0,1 0,0-1,-1 1,1 0,0 0,0 0,0-1,0 1,1 0,-1 0,0 0,1-1,-1 1,1 0,0-1,-1 1,1 0,0-1,0 1,0-1,0 1,0-1,1 0,-1 1,0-1,1 0,-1 0,1 0,-1 0,1 0,-1 0,1-1,0 1,-1 0,4 0,2 1,2 0,-1 0,1 1,-1 0,0 1,0 0,9 5,-15-7,0 0,0 0,0-1,0 1,-1 0,1 1,-1-1,1 0,-1 0,0 1,0-1,0 0,0 1,0-1,0 1,-1-1,1 1,-1 0,0-1,0 1,0 0,0-1,0 1,-1-1,1 1,-1 2,-2 5,-1-1,0 0,0 0,-1 0,0 0,0-1,-1 0,0 0,0 0,-1-1,0 0,-1 0,1-1,-1 0,-1 0,1-1,-11 6,13-9,1 0,-1 0,0 0,1-1,-1 0,0 0,0-1,-11 0,14 0,0 0,0-1,0 0,0 1,0-1,0 0,0-1,0 1,0 0,0-1,1 0,-1 0,1 0,-1 0,1 0,0 0,-1 0,-1-3,-6-10,0 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16.3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1,'0'4,"4"1,1 5,5 4,0 4,-2 4,-2 1,-2 2,-2 0,-1 1,0-1,-2 1,1-1,0-1,-1 1,1-4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17.1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0,4 0,3 0,3 0,0 0,1 0,-1 0,1 0,-1 0,0 0,0 0,0 0,-9 0,-6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18.3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2,'36'-1,"-11"0,1 1,28 4,-48-3,0 0,0 0,0 0,-1 1,1 0,0 0,-1 1,1-1,-1 1,0 0,0 1,0-1,0 1,5 6,-8-8,0 1,0-1,-1 1,1-1,-1 1,1-1,-1 1,0 0,0 0,-1-1,1 1,0 0,-1 0,0 0,1 0,-2 6,0-4,0 0,0 1,0-1,-1 0,0 0,0 0,-1 0,-4 7,-5 5,-1 0,-1-1,-26 23,35-34,-7 5,10-8,-1 1,0-1,0 0,1 1,-1 0,1 0,0 0,-3 4,5-6,0 0,0 0,0 1,0-1,0 0,0 0,0 0,0 0,0 0,1 0,-1 0,0 1,1-1,-1 0,1 0,-1 0,1 0,-1 0,1-1,0 1,-1 0,1 0,0 0,0-1,0 1,0 0,0-1,0 1,0 0,0-1,0 1,1 0,7 4,0-1,-1 1,1-1,1-1,-1 1,1-2,-1 1,1-1,0-1,0 0,0 0,0-1,0 0,-1-1,18-3,-11-1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19.26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0,'0'9,"0"1,0-1,1 0,1 0,-1 0,2 0,-1 0,1 0,0-1,1 1,6 10,7 17,20 57,-13-29,-19-45,0 0,-2 0,0 1,-1-1,0 1,-2 0,-3 28,2 1,0-39,0-1,0 1,-1 0,0-1,-1 0,1 1,-2-1,0 0,0-1,0 1,-1-1,-1 1,1-2,-1 1,-11 10,5-7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20.5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144 0,'-2'19,"0"0,-1 0,-2-1,1 1,-2-1,0 0,-2 0,-11 21,17-34,-11 27,-15 57,2-6,22-73,1 0,0 0,0 0,1 1,0-1,1 1,0-1,0 1,1 0,1-1,0 1,0-1,1 1,1-1,-1 0,9 20,-7-22,-1-1,1 1,1-1,-1 0,1 0,1-1,9 11,-11-14,0 0,1 0,-1 0,1 0,-1-1,1 0,0 0,0 0,0 0,0-1,0 0,1 0,6 0,-10 0,0-1,0 0,0 0,0 0,0-1,0 1,0 0,0-1,0 1,0-1,0 0,0 1,0-1,-1 0,1 0,0 0,-1 0,1-1,-1 1,1 0,-1-1,1 1,-1-1,0 1,0-1,1-2,5-11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22.18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182 1,'-7'2,"1"0,-1 1,1-1,0 2,0-1,0 1,-8 5,10-6,-28 17,22-15,-1 1,1 1,0 0,1 0,0 1,-16 17,24-25,1 1,0-1,-1 1,1 0,0-1,-1 1,1 0,0-1,0 1,-1 0,1-1,0 1,0 0,0 0,0-1,0 1,0 0,0-1,0 1,0 0,1 0,-1-1,0 1,0 0,1-1,-1 1,0 0,1-1,-1 1,1-1,-1 1,0-1,1 1,-1-1,1 1,0-1,-1 1,1-1,-1 1,1-1,0 0,-1 1,1-1,0 0,-1 0,1 0,0 1,0-1,0 0,47 9,-34-8,21 9,1 1,-2 1,0 2,35 20,-64-32,-3-1,1 0,-1 1,0-1,0 0,0 0,0 1,0-1,-1 1,1 0,0-1,-1 1,1 0,-1 0,0 0,1 0,-1 0,0 1,0-1,-1 0,1 0,0 1,-1-1,1 0,-1 1,0-1,0 0,0 1,0-1,0 1,0-1,-1 0,1 1,-1-1,0 0,1 1,-1-1,0 0,0 0,-1 0,1 0,-3 4,0-1,0 1,0-1,0 0,-1 0,1 0,-1-1,-1 0,1 1,-1-2,1 1,-1-1,0 0,0 0,-9 3,0-3,0-1,1 0,-1-1,0 0,0-1,0-1,0 0,0-1,1-1,-22-6,35 8,0 1,0 0,0-1,0 1,0-1,0 1,0-1,0 1,1-1,-1 0,0 1,0-1,1 0,-1 0,1 1,-1-1,0 0,1 0,0 0,-1 0,1 0,-1 0,1 0,0 0,0 0,0 0,-1 0,1-2,4-10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23.43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1,'15'0,"-4"0,1 0,-1 0,0 1,0 0,19 6,-27-6,0 0,0 0,0 1,-1-1,1 1,-1 0,1-1,-1 1,1 1,-1-1,0 0,0 0,0 1,0-1,-1 1,1 0,-1-1,1 1,-1 0,0 0,0 0,0 0,-1 0,1 0,0 5,-1-4,1 0,-1 0,0 0,0 1,-1-1,1 0,-1 0,0 0,0 0,0 0,0 0,-1-1,0 1,0 0,0-1,0 1,-3 3,-3 2,0-1,-1 0,0 0,-15 9,-17 14,41-31,0 0,-1 0,1 1,0-1,-1 0,1 0,0 1,-1-1,1 0,0 0,-1 1,1-1,0 0,0 1,0-1,-1 0,1 1,0-1,0 1,0-1,0 0,0 1,0-1,0 0,0 1,0-1,0 1,0-1,0 0,0 1,0-1,0 1,0-1,0 0,0 1,1 0,15 5,29-5,-41-1,18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24.8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38 1,'0'4,"0"6,0 5,0 4,0 4,0 1,0 1,0 1,0 0,0 0,-5-5,0-2,-5 1,1-8,0-6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25.5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26,'4'0,"5"0,6 0,5 0,2 0,3 0,0 0,1 0,-5-4,-1-2,0 1,1 1,1 1,1 1,-4 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26.5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110 1,'13'0,"-3"0,0-1,0 2,0 0,0 0,17 5,-25-6,0 1,0 0,0 0,0 0,-1 0,1 0,0 0,-1 0,1 1,-1-1,1 1,-1-1,1 1,-1-1,0 1,0 0,0 0,0 0,0 0,0-1,-1 1,1 0,0 0,-1 0,0 1,1-1,-1 0,0 0,0 0,0 0,-1 0,1 0,-1 4,-1 0,0 1,0-1,0 0,-1 0,0 0,0 0,0 0,-1-1,-8 10,-48 46,33-35,-1 1,19-20,0 1,0 1,1 0,0 0,0 0,1 1,-11 21,17-30,1 1,-1-1,1 0,-1 1,1-1,-1 1,1-1,0 0,0 1,0-1,0 1,0-1,0 1,0-1,0 1,1-1,-1 1,1-1,-1 0,1 1,-1-1,1 0,0 1,-1-1,1 0,0 0,0 0,0 0,0 0,0 0,0 0,0 0,1 0,-1 0,0 0,0-1,1 1,1 0,7 2,-1 0,1 0,0-1,18 1,3 1,-29-3,0-1,1 1,-1-1,1 0,-1 1,1-1,-1 0,1-1,-1 1,1 0,-1-1,0 1,4-2,7-6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27.8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196 1,'0'2,"-1"0,1 0,-1 0,0 0,0 0,0 0,0 0,0 0,-1 0,1 0,0 0,-1-1,1 1,-1-1,0 1,1-1,-1 1,-4 1,-39 22,37-21,-5 2,0 1,1 1,-15 12,24-18,0 1,0-1,0 1,0 0,1 0,-1 0,1 0,0 1,0-1,0 0,0 1,0 0,1-1,0 1,0 0,-2 7,3-10,1 1,-1-1,0 0,1 1,-1-1,1 0,-1 1,1-1,-1 0,1 0,0 0,0 0,0 1,0-1,-1 0,1 0,1-1,-1 1,0 0,0 0,0 0,0-1,1 1,-1-1,0 1,0-1,1 1,-1-1,0 0,1 1,1-1,53 3,-39-2,-12-1,0 1,0 0,-1 1,1-1,-1 1,1 0,-1 0,0 1,0-1,0 1,0 0,0 0,0 0,-1 0,4 5,-1-1,0 0,-1 0,0 0,0 1,-1 0,0 0,4 11,-8-16,1 0,-1 0,0 0,1 0,-1 0,-1 0,1 0,0 0,-1 0,1 0,-1 0,0 0,0-1,0 1,0 0,-1-1,1 1,-1-1,0 1,1-1,-1 1,0-1,-1 0,1 0,0 0,-4 2,0 1,0-1,0 0,0-1,-1 1,1-1,-1-1,0 1,0-1,0 0,-7 1,5-2,-1-1,1 1,0-2,-17-1,23 1,0 1,-1-1,1 0,0 0,0 0,0-1,1 1,-1-1,0 1,0-1,1 0,-1 0,1 0,0-1,-1 1,1 0,-2-5,-4-7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28.6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1,'1'0,"0"0,0 1,0-1,0 1,0 0,0-1,0 1,0 0,0-1,0 1,0 0,-1 0,1 0,0 0,-1 0,1 0,0 0,-1 0,1 0,-1 0,0 0,1 0,-1 0,0 0,1 0,-1 1,0 1,4 37,-3-35,2 60,-7 95,4-154,-1-1,1 0,-1 0,-1 0,1-1,-1 1,0 0,-3 5,1-4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29.3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0,5 0,2 0,2 0,2 0,-1 0,-3 4,-2 1,0 1,1-2,-4 3,0 0,2 0,-3-7,-9-2,-5-2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30.7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61 43,'7'-1,"0"1,-1-1,1 0,0-1,-1 0,1 0,-1 0,1-1,9-5,17-7,-31 14,0 0,0 0,0 1,1-1,-1 1,0-1,0 1,0 0,0 0,1 0,-1 0,0 0,0 0,0 1,1-1,-1 1,0-1,0 1,0 0,0 0,0 0,0 0,2 2,-1 0,0 0,0 0,-1 0,1 0,-1 1,0-1,0 1,0 0,-1-1,1 1,-1 0,1 4,1 2,-1-1,-1 1,0-1,0 1,-1-1,0 1,-1 0,0-1,0 1,-5 15,-2-6,-1 0,0-1,-1 0,-2 0,-21 26,28-38,0 0,0 0,-1-1,0 0,0 0,0 0,-1-1,0 0,0 0,0-1,0 1,0-2,-1 1,1-1,-1 0,0 0,-14 0,21-2,0 0,-1 0,1 0,0 0,-1 0,1 0,0 0,-1 0,1-1,0 1,0 0,-1-1,1 1,0-1,0 0,0 1,0-1,-1 0,1 0,0 1,0-1,1 0,-1 0,0 0,0 0,0-1,1 1,-1 0,0 0,0-2,1 1,0 1,1 0,-1 0,0 0,1 0,-1 0,1-1,-1 1,1 0,-1 0,1 0,0 1,0-1,-1 0,1 0,0 0,0 0,0 1,0-1,0 0,0 1,0-1,0 1,0-1,0 1,0 0,1-1,-1 1,0 0,0 0,0 0,0 0,1 0,1 0,3-1,0 1,1 0,-1 1,0 0,0 0,0 0,1 0,-1 1,0 0,-1 1,10 4,3 4,0 0,18 16,7 5,-42-31,0-1,-1 1,1-1,-1 0,1 1,0-1,-1 1,1-1,0 0,-1 0,1 0,0 1,-1-1,1 0,0 0,0 0,-1 0,1 0,0 0,-1 0,1 0,0 0,0-1,-1 1,1 0,0 0,-1-1,2 0,4-5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0:31.8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0,'3'1,"-1"-1,0 1,0 0,0 0,0 0,0 0,0 0,0 0,0 0,-1 1,1-1,0 1,-1-1,1 1,-1 0,0-1,2 4,21 33,-19-26,0 1,-1-1,-1 1,4 22,-4-19,1 0,7 21,-5-21,-1-1,-1 1,0 0,-1 0,-1 1,0-1,-1 18,-1-24,-1-1,0 1,0-1,-1 0,0 1,0-1,-1 0,-1 0,1 0,-2-1,1 1,-1-1,-8 11,-39 53,41-61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4:30.4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44,'0'-5,"0"-4,0-7,0 5,0 8,0 9,0 8,0 5,0 4,0 2,0 1,0 0,0 1,0-1,0-1,0 0,0-9,0-6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4:32.2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99 0,'-6'0,"0"0,0 1,0 0,1 0,-1 0,-9 3,14-3,-1 0,0 0,0-1,0 1,0 1,1-1,-1 0,1 0,-1 1,1-1,-1 0,1 1,0 0,-1-1,1 1,0 0,0-1,0 1,1 0,-1 0,0 0,0 3,1-4,0 0,0 0,1 1,-1-1,0 0,1 0,-1 0,1 0,-1 1,1-1,-1 0,1 0,0 0,-1 0,1 0,0 0,0 0,0 0,0-1,0 1,0 0,0-1,0 1,0 0,0-1,1 1,-1-1,2 1,41 12,-36-11,9 2,0 1,0 1,-1 0,0 2,22 12,-33-17,1 1,-1-1,-1 1,1 1,-1-1,1 0,-1 1,0 0,-1 0,1 0,-1 1,0-1,-1 1,1 0,-1-1,0 1,0 0,1 13,-3-17,0-1,0 1,0 0,0 0,0 0,-1 0,1 0,-1 0,1 0,-1 0,0 0,1-1,-1 1,0 0,0 0,0-1,-1 1,1-1,0 1,-2 1,-1 0,-1 0,1 0,0 0,-1 0,0-1,1 0,-9 3,-4 0,0-1,0-1,-30 2,35-4,0 0,0-2,-17-1,26 2,-1-1,1 0,0 1,0-1,0 0,0-1,1 1,-1-1,0 1,0-1,1 0,-1 0,1 0,-1 0,1 0,0 0,0-1,-2-2,-3-9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4:34.0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64 0,'-8'0,"-8"0,-4 0,0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4:42.2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1 101,'470'0,"-459"-1,0 0,0-1,0 0,0-1,0-1,16-7,-14 6,0 0,0 1,28-6,-2 8,64 3,-61 1,44-4,-69-1,0 0,0-1,28-11,-30 9,0 1,1 1,-1 0,26-2,303 4,-170 4,-153-2,11 0,-1 0,1 2,59 12,-55-8,0-1,0-2,0-2,49-4,-3 1,164 2,-225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4:42.8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4:46.39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0 121,'323'0,"-317"0,-3 0,0 1,0-1,0 0,0 0,0-1,0 1,0-1,0 1,0-1,0 0,0 0,0 0,0 0,3-3,-6 3,0 1,0-1,0 1,0-1,0 1,-1-1,1 1,0-1,0 1,0 0,-1-1,1 1,0-1,0 1,-1 0,1-1,-1 1,1-1,0 1,-1 0,1 0,-1-1,1 1,0 0,-1 0,1-1,-1 1,1 0,-1 0,-21-12,16 9,-31-17,-1 1,-62-22,88 36,24 7,24 7,112 26,-147-35,1 0,-1 0,1 0,-1 1,1-1,-1 1,1-1,-1 1,1-1,-1 1,1 0,-1 0,0 0,1 0,-1 0,0 0,0 0,0 0,0 0,1 3,-1-3,-1 0,0 0,0 0,0 1,0-1,0 0,-1 0,1 0,0 0,0 1,-1-1,1 0,-1 0,1 0,-1 0,1 0,-1 0,0 0,1 0,-1 0,-1 0,-7 8,0 0,-1-1,-21 13,23-16,-33 32,34-30,0 0,0-1,-1 0,-15 10,23-16,0 0,-1 0,1 0,-1 0,1 1,-1-1,1 0,-1-1,1 1,-1 0,1 0,0 0,-1 0,1 0,-1 0,1 0,-1-1,1 1,0 0,-1 0,1-1,0 1,-1 0,1-1,0 1,-1 0,1-1,0 1,-1 0,1-1,0 1,0-1,0 1,-1 0,1-1,0 1,0-1,0 1,0-1,0 1,0-1,0 1,0 0,0-1,0 1,0-1,-2-27,2 25,3-122,-2 125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4:59.7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34,'0'1,"0"0,0 1,0-1,0 0,0 0,0 0,0 1,0-1,0 0,0 0,1 0,-1 0,1 1,-1-1,0 0,1 0,0 0,-1 0,1 0,0 0,0 0,-1 0,1-1,0 1,0 0,0 0,0-1,0 1,0 0,2 0,5 3,0 0,1-1,0 0,0-1,10 2,14 5,-1-2,0-2,0-1,1-1,0-2,53-5,0 2,-71 1,0-1,-1-1,1 0,-1 0,0-2,0 0,24-12,30-10,-45 22,1 1,0 1,0 1,0 1,1 1,23 4,22-2,47-4,111 5,-146 8,-51-5,53 2,-47-8,-7-1,1 2,-1 1,49 9,-39-4,0-2,0-3,0 0,45-6,6 2,-4 4,96-5,-155 0,-1-3,31-9,-36 9,1 0,0 1,42-3,480 8,-250 1,-277-2,1-1,32-7,-31 4,0 2,24-2,444 4,-236 3,-236-1,-1 0,1 2,17 4,36 5,21 0,-59-6,44 1,-53-5,0 1,20 4,-20-2,43 3,-22-7,0 1,44 10,-56-8,1-1,50-1,-51-3,-1 2,60 9,-48-2,2-2,-1-2,0-3,80-5,-57-8,-48 8,1 0,26-1,42 6,-55 1,0-2,0-2,57-8,-66 5,1 1,0 1,-1 1,1 1,0 2,0 0,0 1,32 8,-3-2,0-3,0-2,76-6,-22 1,312 2,-394 1,-1 1,29 7,-26-4,41 3,272-7,-162-3,-163 1,-1 0,0-2,0 0,0 0,25-11,-22 8,-1 1,2 0,20-2,32-6,-47 8,1 1,29-1,76-7,-83 6,52-1,-4 6,107 4,-142 8,6 1,-30-8,-1 2,36 10,-39-9,0 0,0-2,32 2,332-8,-376 2,0 1,32 7,-31-4,0-2,23 2,511-4,-269-3,-279 2,0 0,0-1,0 0,-1 0,1 0,9-4,-14 5,0 0,0-1,-1 1,1-1,0 1,0-1,-1 1,1-1,0 1,0-1,-1 0,1 1,-1-1,1 0,-1 0,1 0,-1 1,1-1,0-2,-1 2,0 0,-1 0,1-1,0 1,0 0,-1 0,1-1,0 1,-1 0,1 0,-1 0,0 0,1 0,-1 0,0 0,0 0,1 0,-1 0,-2-1,-6-4,0 0,0 0,0 1,-1 1,0 0,0 0,0 1,-1 0,-17-3,-11-4,5-4,-8-1,64 22,-6 0,1-2,30 7,-36-11,0 0,0 1,0 0,0 1,-1 0,1 1,13 7,-23-11,-1 0,1 1,-1-1,1 0,-1 1,1-1,-1 1,0-1,1 1,-1-1,0 1,1-1,-1 1,0-1,1 1,-1-1,0 1,0 0,0-1,0 1,1-1,-1 1,0 0,0-1,0 1,0 0,-1-1,1 1,0-1,0 1,0 0,0-1,0 1,-1-1,1 1,0-1,-1 1,1 0,0-1,-1 0,1 1,-1-1,1 1,-1-1,1 1,-1-1,1 0,-1 1,1-1,-2 1,-33 19,28-16,-148 69,155-72,-1-1,1 1,-1-1,1 0,-1 1,0-1,1 0,-1 0,0 0,1 1,-1-1,1 0,-1 0,0 0,1 0,-1 0,0 0,1 0,-1 0,0 0,1-1,-1 1,0 0,1 0,-1 0,0-1,1 1,-1 0,1-1,-1 1,1-1,-1 1,1 0,-1-1,1 1,-1-1,1 0,0 1,-1-1,1 1,0-1,-1 1,1-2,-3-31,3 29,0-16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5:12.9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187 1,'-5'1,"1"0,-1 0,1 1,0 0,0 0,-1 0,1 0,-6 5,-9 5,9-8,3-1,0 0,0 0,0 1,1 0,-1 0,1 0,0 1,0 0,1 0,-7 7,12-11,0-1,0 1,1-1,-1 1,0-1,0 1,0-1,0 1,1-1,-1 1,0-1,0 1,1-1,-1 0,0 1,1-1,-1 0,1 1,-1-1,0 0,1 1,-1-1,1 0,-1 0,1 1,-1-1,1 0,-1 0,1 0,-1 0,1 0,-1 0,1 0,-1 0,1 0,-1 0,1 0,0 0,0 0,27 2,-26-2,9 0,1 1,-1 0,0 1,1 0,-1 1,0 0,0 1,0 0,-1 1,0 0,1 0,-2 1,1 1,-1 0,11 9,-18-14,-1-1,1 1,0 0,-1-1,1 1,-1 0,0 0,1 0,-1 0,0 0,0 0,0 1,-1-1,1 0,0 0,-1 1,0-1,1 0,-1 1,0-1,0 1,0-1,0 0,-1 1,1-1,-1 0,0 0,1 1,-1-1,0 0,0 0,0 0,-1 0,1 0,0 0,-1 0,1 0,-1-1,0 1,-2 1,-7 7,-2 0,1-1,-1-1,-26 13,27-15,8-4,-1 1,0-1,1 0,-1-1,0 1,0-1,0 0,0 0,0-1,0 1,-1-1,1 0,-8-2,6 1,0-1,0-1,0 1,1-1,-1 0,1-1,0 0,0 0,-7-6,0-1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5:14.1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0,'0'4,"0"6,0 5,4 0,2 2,-1 2,3-2,1 0,-2 2,-2 1,-1 2,-2 1,-1-4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5:15.2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0,5 0,2 0,2 0,1 0,1 0,0 0,0 0,-5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5:16.6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4,'47'-1,"-30"-1,0 1,0 2,0-1,0 2,17 3,-33-4,-1-1,1 0,-1 0,1 0,-1 0,0 0,1 0,-1 1,1-1,-1 0,0 0,1 0,-1 1,0-1,1 0,-1 1,0-1,1 0,-1 1,0-1,0 0,1 1,-1-1,0 1,0-1,0 0,0 1,1-1,-1 1,0-1,0 1,-8 14,-28 16,26-24,-12 12,11-11,0 0,1 2,0-1,0 1,1 1,1 0,-14 20,22-30,-1 1,0-1,0 1,1-1,-1 1,0-1,1 1,0-1,-1 1,1 0,0-1,0 1,0 0,0-1,0 1,0 0,0-1,1 1,-1-1,0 1,1 0,0-1,-1 1,1-1,0 1,0-1,-1 0,1 1,0-1,1 0,-1 0,0 1,0-1,0 0,1 0,-1 0,1-1,-1 1,1 0,-1 0,1-1,-1 1,4 0,7 2,0-1,1-1,-1 0,25-1,-12 1,80 17,-86-16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6:25.30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27 0,'1'0,"0"1,0-1,0 0,-1 1,1-1,0 1,-1-1,1 1,0-1,-1 1,1-1,-1 1,1 0,-1-1,1 1,-1 0,1-1,-1 1,0 0,1 0,-1 0,0-1,0 1,1 1,4 24,-4-23,4 49,-2 1,-4 75,-1-35,1-84,0 0,-1-1,0 1,-1-1,1 1,-2-1,1 0,-6 9,-13 37,20-45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6:27.80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208 1,'-17'0,"-2"-1,1 1,-1 2,-30 4,44-4,0-1,-1 1,1 0,0 0,0 0,0 1,0 0,1 0,-1 0,1 0,0 1,-1 0,2 0,-1 0,0 0,-4 9,7-13,1 1,-1 0,1-1,0 1,0 0,-1-1,1 1,0 0,0-1,0 1,0 0,-1-1,1 1,0 0,1 0,-1-1,0 1,0 0,0-1,0 1,0 0,1-1,-1 1,0 0,1-1,-1 1,1 1,20 12,31 1,-50-15,15 3,0-1,21-1,-27-1,1 0,0 0,-1 2,1-1,-1 2,18 4,-27-5,1-1,-1 1,1-1,-1 1,0 0,1 0,-1 0,0 0,-1 0,1 0,0 0,0 1,-1-1,0 1,1-1,-1 1,0 0,0-1,0 1,-1 0,1 0,-1 0,1-1,-1 1,0 5,0-4,-1 0,1 0,0-1,-1 1,0 0,0 0,0-1,0 1,-1 0,1-1,-1 1,0-1,0 0,0 0,-1 0,1 0,-1 0,-4 4,1-3,0-1,0 1,0-1,0-1,0 1,-1-1,1 0,-1-1,-12 2,15-2,-1-1,0 0,1 0,-1 0,0-1,1 1,-1-1,1 0,-1 0,1-1,-1 1,1-1,0 0,0 0,-4-3,-4-6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6:33.40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27,'34'0,"-1"-1,1-1,48-10,-71 10,1 0,-1 1,1 1,-1 0,1 0,-1 1,1 1,17 4,-6-2,28 2,-1-2,93-5,-46-1,692 2,-771-1,1-1,32-8,-31 6,0 0,24 0,342 3,-184 2,-203-1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6:39.85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1 168,'29'0,"0"-1,-1-1,43-10,-49 8,36-2,-80 11,1 0,1 1,-1 1,-22 11,-17 6,53-19,15-2,29 2,-15-3,-7 2,0 1,-1 1,0 0,15 9,21 9,-35-17,-9-4,0 0,0-1,0 0,0 0,0 0,10 1,-15-3,0 0,0 0,0 0,0 0,-1-1,1 1,0 0,0 0,0-1,0 1,-1 0,1-1,0 1,0 0,-1-1,1 1,0-1,-1 0,1 1,0-1,0 0,0-1,0 0,-1 0,1 0,-1 0,1 1,-1-1,1 0,-1 0,0 0,0 0,0 0,0 0,-1-3,-15-244,16 248,0 1,0-1,0 0,0 1,0-1,0 0,0 1,0-1,0 0,0 1,0-1,0 0,0 1,0-1,-1 1,1-1,0 0,-1 1,1-1,0 1,-1-1,1 1,-1-1,1 1,0-1,-1 1,0-1,1 1,-1-1,1 1,-1 0,1-1,-1 1,0 0,1 0,-1 0,0-1,1 1,-1 0,1 0,-1 0,0 0,1 0,-1 0,0 0,1 0,-1 0,0 1,1-1,-1 0,0 0,1 0,-1 1,1-1,-1 0,0 1,0 0,-8 3,1 2,-1-1,-10 9,3-2,-36 28,43-32,1 0,-2-1,1-1,-1 1,0-1,-1-1,-10 5,-14 3,20-7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6:46.53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0,'1'1,"-1"1,0-1,1 0,0 0,-1 0,1 0,0 0,-1 0,1 0,0-1,0 1,0 0,0 0,-1-1,1 1,0 0,1-1,-1 1,0-1,0 1,0-1,0 0,0 1,0-1,1 0,-1 0,2 0,37 5,-35-5,363 3,-189-5,1547 2,-1702 1,0 2,0 1,45 13,-43-10,0 0,51 4,-27-10,-29-1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6:50.42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1,'742'0,"-725"1,1 1,0 0,17 6,-16-4,0 0,27 1,491-4,-260-3,414 2,-683 0,1 0,0-1,-1-1,1 1,11-5,-4 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6:53.83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421 67,'-34'0,"-2"1,1-2,-1-1,-56-11,31 4,51 9,-1-1,1-1,0 1,-1-2,1 1,0-1,1-1,-1 0,-16-9,20 6,14 4,14 5,103 29,-116-29,5 2,1 0,0 0,-1 1,0 1,15 9,-16-8,-8-5,0 0,-1 1,1 0,-1 0,0 0,0 0,5 6,-8-9,-1 0,0 0,0 0,0 1,0-1,0 0,0 0,0 0,0 0,0 1,0-1,0 0,0 0,0 0,0 0,0 1,0-1,0 0,0 0,0 0,0 0,0 1,0-1,-1 0,1 0,0 0,0 0,0 0,0 1,0-1,0 0,0 0,-1 0,1 0,0 0,0 0,0 0,0 0,0 1,-1-1,1 0,0 0,0 0,0 0,-1 0,-13 3,-13-1,20-2,0 0,0 1,-1 0,1 0,0 1,0 0,0 0,1 1,-1 0,0 0,-6 5,0 1,1 0,0 2,1-1,-12 15,23-24,-1 0,1-1,-1 1,0 0,1 0,-1 0,0-1,1 1,-1 0,0-1,0 1,1-1,-1 1,0-1,0 1,0-1,0 0,0 1,0-1,0 0,0 1,0-1,0 0,0 0,0 0,0 0,0 0,-1-1,1 0,0 0,0 0,1 0,-1-1,0 1,1 0,-1 0,1-1,-1 1,1-1,0 1,0 0,-1-1,1 1,0-1,0 1,0 0,1-4,-1 0,0 0,0 0,-1-1,0 1,0 0,0 0,-3-8,3 11,0 0,0 0,0 0,0 0,0 0,0 1,0-1,-1 0,1 1,-1-1,1 1,-1-1,0 1,1 0,-1 0,0-1,0 1,0 0,0 1,-4-2,5 2,-1 0,1 0,0 0,-1 0,1 1,0-1,-1 1,1-1,0 1,0-1,-1 1,1 0,0-1,0 1,0 0,0 0,0 0,0 0,0 0,0 0,0 0,1 0,-1 0,0 1,1-1,-1 0,1 0,-1 1,1-1,-1 0,1 1,0 1,-9 44,8-43,1-1,0 1,0-1,0 1,0-1,0 1,1-1,0 1,-1-1,1 1,1-1,1 4,-3-6,2 0,-1 0,0 0,0 0,0 0,0 0,0 0,1 0,-1-1,0 1,1 0,-1-1,1 1,-1-1,1 0,-1 1,0-1,1 0,-1 0,1 0,-1 0,1 0,-1 0,1-1,-1 1,1 0,-1-1,1 1,-1-1,0 0,2 0,15-7,0 0,-1-1,0-1,25-19,-11 9,-26 17,1 0,0 0,0 1,0 0,0 0,0 0,1 1,-1 0,1 0,7 1,31-7,-33 3,-7-1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7:03.67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215 0,'-11'2,"0"0,0 0,0 1,0 0,1 1,-18 9,0-1,16-8,0 2,0 0,-13 8,23-12,0-1,0 0,0 0,0 1,0-1,0 1,0 0,0 0,1 0,-1 0,1 0,-1 0,1 0,0 0,0 0,0 0,0 1,0-1,1 0,-1 1,0-1,1 1,0 4,0-5,1-1,0 1,0 0,0-1,0 0,0 1,0-1,0 0,1 1,-1-1,0 0,1 0,-1 0,1 0,-1 0,1 0,0-1,-1 1,1-1,0 1,-1-1,1 1,0-1,3 0,43 3,15-15,-55 9,1 1,-1 0,0 0,1 1,-1 0,1 1,0 0,-1 0,1 1,12 3,-14-3,0 1,0 0,0 0,0 1,-1 0,1 0,8 7,-13-8,0 0,0 0,0 1,0-1,0 1,0 0,-1-1,1 1,-1 0,0 0,0 0,0 0,0 0,0 0,-1 0,0 0,1 0,-1 0,0 0,-1 4,1-2,0 0,0 0,-1 0,0 0,0 0,0 0,-1 0,1-1,-1 1,0 0,-1-1,1 0,-1 1,0-1,0 0,0 0,0-1,-1 1,1-1,-1 1,0-1,-6 3,1-1,0-1,0-1,0 1,-1-2,0 1,1-1,-1-1,0 1,0-2,-14 0,9 0,8 1,1-1,-1 1,1-2,-1 1,0-1,1 0,-1 0,1-1,0 0,-1 0,1 0,0-1,0 0,0 0,-7-6,2-1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7:04.62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0,'0'4,"0"6,0 5,4 4,2 3,-1 3,-1 0,-1 1,-1 0,-1-1,0 0,-1 1,-1-1,1-9,-4-11,-2-6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7:05.59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7 49,'-5'0,"4"0,5 0,7 0,5 0,5-4,2-2,2 1,1 1,-5-4,0 1,-1 0,-7 2,-7 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7:06.68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36 0,'5'0,"8"0,0 0,0 1,0 0,26 7,-37-8,1 1,0 0,-1 0,1 0,-1 1,1-1,-1 1,0-1,1 1,-1 0,0-1,0 1,0 0,0 1,-1-1,1 0,0 0,-1 1,0-1,1 1,-1-1,0 1,0 0,-1-1,1 1,-1 0,1 0,-1-1,0 7,0-6,-1 0,0 0,1 1,-1-1,0 0,-1 0,1 0,-1 0,1-1,-1 1,0 0,0-1,0 1,-3 2,-38 33,36-33,2-1,-11 8,0 1,1 1,1 0,-20 25,33-38,0 0,1-1,-1 1,0 0,1 0,-1 0,1-1,0 1,-1 0,1 0,-1 0,1 0,0 0,0 0,0 0,0 0,-1-1,1 1,0 0,1 0,-1 0,0 0,0 0,0 0,0 0,1 1,0-1,0 0,0-1,0 1,0 0,0-1,0 1,0-1,1 1,-1-1,0 0,0 1,0-1,1 0,-1 0,0 0,0 0,2 0,7 0,-1-1,1-1,16-4,16-6,-21 5,0 1,25-4,-24 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7:20.56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1738 349,'-26'-24,"18"17,-1-1,1 0,-13-18,13 14,-1 0,0 1,0 1,-1-1,-1 2,1-1,-1 2,-1-1,0 1,-20-10,6 6,4 0,1 1,-2 1,1 2,-2 0,1 1,-32-5,22 8,0-3,-59-19,65 17,0 0,-1 3,0 0,-48-3,47 8,0 1,1 2,-1 1,-39 9,-9 6,43-11,1 1,0 1,1 2,-41 19,5 5,-63 35,111-57,0 0,1 2,1 1,-21 20,11-2,1 1,2 2,2 0,1 1,-19 45,27-34,14-133,24-62,-26 180,2-16,0 0,-2 0,-4 21,-3 24,8-49,-1-1,-6 28,3-30,3-18,6-19,-2 20,0-1,1 1,0 0,1 0,-1 0,1 1,0-1,0 1,1 0,0 0,-1 0,9-6,2 2,-1 0,1 1,24-9,-22 10,0-1,0 0,19-14,-36 22,1-1,-1 1,0 0,1-1,-1 1,0 0,1-1,-1 1,0 0,1-1,-1 1,0-1,0 1,0 0,1-1,-1 1,0-1,0 1,0-1,0 1,0-1,0 1,0-1,0 1,0-1,0 1,0 0,0-1,0 1,0-1,-1 1,1-1,0 1,0-1,0 1,-1 0,1-1,0 1,0 0,-1-1,1 1,0 0,-1-1,1 1,-1 0,1-1,0 1,-1 0,1 0,-1 0,1-1,0 1,-1 0,1 0,-1 0,-35-15,22 10,-1-4,2-1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7:23.66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123 26,'-1'0,"0"1,0-1,0 1,0-1,-1 1,1 0,0-1,0 1,1 0,-1 0,0-1,0 1,0 0,0 0,1 0,-1 0,0 0,1 0,-1 2,-12 25,12-24,-11 25,-34 101,39-87,7-37,-1 1,1-1,-1 0,-1 0,1 0,-1 0,0 0,0 0,-5 9,7-15,-1 0,1 0,0 0,0 0,0 0,-1 0,1 0,0 0,0 0,0 0,-1 0,1 0,0 0,0 0,0 0,-1 0,1 0,0 0,0 0,0-1,0 1,-1 0,1 0,0 0,0 0,0 0,0 0,-1-1,1 1,0 0,0 0,0 0,0 0,0-1,0 1,0 0,-1 0,1 0,0 0,0-1,0 1,0 0,0 0,0 0,0-1,0 1,0 0,0 0,0 0,0-1,0 1,0 0,0 0,1 0,-1-1,0 1,0 0,-2-16,4 3,1 0,0 0,0 0,1 0,8-16,8-29,4-10,-18 53,0 1,-1-1,-1 0,3-20,-6 26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7:25.91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209 23,'-10'-1,"0"2,0 0,1 0,-1 0,-16 6,24-7,-1 1,1 0,0 0,0 0,0 0,0 0,0 0,0 1,0-1,1 1,-1-1,0 1,1 0,-1-1,1 1,-1 0,1 0,0 0,0 0,0 0,0 0,0 1,1-1,-1 0,1 0,-1 1,1-1,0 0,0 1,0 2,0-3,1 0,-1 0,1 1,-1-1,1 0,0 0,0 0,0 0,0 0,0 0,0 0,1 0,-1 0,1 0,-1-1,1 1,2 1,38 23,-36-23,1 1,-1-1,0 1,0 1,8 7,-11-9,1 1,-2 0,1-1,0 1,-1 1,0-1,0 0,0 0,0 1,-1-1,0 1,0 0,0-1,0 1,-1 0,0-1,0 9,-1-9,1 0,-1-1,-1 1,1 0,0 0,-1-1,0 1,0-1,0 1,0-1,0 0,-1 0,1 0,-1 0,0-1,0 1,0-1,0 1,-1-1,1 0,-5 2,-2 1,0-1,0 0,-1 0,1-1,-1 0,-19 2,26-5,1 0,-1 0,0 0,1 0,-1 0,0-1,1 1,-1-1,1 0,-1 0,1-1,0 1,-1-1,1 0,0 1,0-1,0-1,0 1,0 0,1-1,-1 1,1-1,0 0,-4-5,6 6,-1 0,0 0,1 0,-1 0,1 0,0 0,-1 0,1 0,0-1,0 1,1 0,-1 0,0 0,1 0,-1 0,1 0,0 0,0 0,0 0,0 0,2-3,30-42,-26 39,-1 1,0 0,0 0,1 1,0 0,0 1,0-1,1 1,-1 1,1 0,0 0,1 0,-1 1,1 0,-1 0,16-1,-8 1,-1 0,0-1,0-1,22-10,-34 14,-1 0,1 0,-1-1,1 1,-1-1,0 1,1-1,-1 0,0 0,0 0,0 0,-1 0,1 0,0-1,-1 1,0-1,1 1,-1-1,0 1,0-1,0 0,-1 0,1 1,-1-1,1 0,-1 0,0 0,0 1,0-1,-1 0,1 0,-2-5,1 6,0 0,0 0,-1 0,1-1,-1 1,1 0,-1 1,0-1,0 0,0 0,0 1,0-1,0 1,0 0,0-1,-1 1,1 0,0 1,-1-1,1 0,-1 1,1-1,-1 1,1-1,-1 1,1 0,-1 0,1 1,-1-1,1 0,-1 1,1 0,-4 1,-11 2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7:26.68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10 0,'-4'0,"-2"0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7:28.02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0 143,'1'2,"-1"-1,1 0,-1 0,1 0,-1 0,1 0,0 0,-1 0,1 0,0 0,0-1,0 1,0 0,-1 0,1-1,0 1,0-1,1 1,-1-1,0 1,0-1,0 1,0-1,0 0,0 0,1 1,1-1,37 4,-35-4,25 2,-14-2,0 1,0 1,23 5,-36-6,1-1,0 1,0-1,0 1,0-1,0-1,0 1,0 0,0-1,0 0,0 0,0 0,0 0,-1-1,1 0,0 1,-1-1,0 0,1-1,3-3,-4 4,-1 0,0 0,0-1,0 1,0-1,0 1,-1-1,1 0,-1 0,1 0,-1 0,0 0,0 0,-1 0,1 0,0 0,-1 0,0-1,0 1,0 0,0 0,0 0,-1 0,0-1,1 1,-3-3,2 2,-1 1,0-1,1 1,-2 0,1 0,0 0,-1 0,1 0,-1 1,0-1,0 1,0-1,0 1,0 0,-1 0,1 1,-7-3,-5-2,-1 2,-30-6,23 6,20 3,0 0,0 1,0 0,0-1,0 1,0 0,0 1,1-1,-1 0,0 1,0 0,0-1,0 1,1 0,-1 0,0 1,1-1,-1 1,1-1,0 1,-1 0,1 0,0 0,0 0,0 0,0 0,-3 5,-3 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7:33.33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44 20,'-1'1,"1"1,-1-1,0 1,0 0,0-1,0 0,0 1,0-1,0 0,-1 1,1-1,0 0,-1 0,-1 1,-14 14,16-13,0 0,-1-1,1 1,0 0,0 1,1-1,-1 0,1 0,-1 0,1 0,0 0,0 1,1-1,-1 0,0 0,1 0,0 0,0 0,0 0,0 0,0 0,1 0,-1 0,1-1,0 1,0 0,0-1,0 0,0 1,1-1,-1 0,4 2,-4-3,0 1,0-1,1 1,-1-1,0 0,1 0,0 0,-1 0,1-1,-1 1,1-1,0 1,-1-1,1 0,0 0,0 0,-1 0,1-1,0 1,-1-1,1 0,-1 0,1 0,-1 0,1 0,-1 0,0 0,1-1,-1 1,0-1,0 0,0 0,0 0,0 0,-1 0,1 0,0 0,1-5,1-1,-1 0,0 0,-1-1,1 1,-2-1,1 0,-1 1,-1-1,1 0,-2-12,1 18,-1-19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8:11.954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1,'1'24,"0"0,1 0,9 35,-6-26,-1 1,-2-1,-2 51,-1-63,0-17,-1-13,0 2,-3-9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8:14.391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221 0,'-8'1,"0"1,0 0,0 0,0 0,1 1,-11 5,-12 4,-4-4,25-7,-1 1,1 0,0 1,0 0,0 1,-10 4,18-7,-1 0,1 0,0 0,0 0,0 0,0 0,0 0,0 1,0-1,0 0,0 0,0 1,1-1,-1 1,0-1,1 1,-1 2,1-2,0 1,0-1,0 1,1-1,-1 0,1 1,-1-1,1 1,0-1,0 0,0 0,0 1,0-1,3 3,0 0,-1 0,1 0,0-1,1 1,-1-1,1 0,0 0,0-1,0 1,0-1,1 0,-1-1,1 1,0-1,7 2,6 0,1-1,-1-1,28 1,-5-2,-40 0,1-1,-1 0,0 1,0-1,0 1,0-1,1 1,-1 0,0 0,0 0,0 0,-1 0,1 1,0-1,0 1,-1-1,1 1,2 2,-2 0,0 0,0-1,0 1,0 0,-1 0,0 0,0 0,0 0,1 6,-1 8,-1-1,0 0,-5 31,4-45,1 1,-1-1,0 1,1-1,-2 1,1-1,0 0,-1 1,1-1,-1 0,0 0,0 0,0 0,0 0,-1-1,1 1,-1-1,0 1,0-1,1 0,-1 0,-1 0,1-1,0 1,0-1,-1 0,1 1,-7 0,5-1,-1 0,1-1,0 0,0 0,-1 0,1-1,0 1,0-1,-1 0,1-1,0 1,0-1,0 0,1 0,-1-1,0 1,1-1,-6-4,-45-39,43 36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8:16.43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1,'0'0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8:19.10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0 150,'82'1,"133"-3,-191-1,0-2,35-11,-38 10,0 0,0 1,32-2,28-5,-58 7,45-3,52 9,56-2,-52-23,-25 0,-75 17,0 1,1 1,49-4,271 10,-324-1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8:21.90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28 62,'73'-33,"-45"21,18-4,-49 22,-6 2,-86 44,42-24,52-28,0 1,0-1,1 0,-1 0,0 1,0-1,1 0,-1 1,1-1,-1 1,0-1,1 1,-1-1,1 1,-1 0,1-1,-1 1,1 0,-1-1,1 1,0 0,-1-1,1 1,0 0,0 0,0-1,0 1,-1 0,1 0,0 0,0-1,0 2,1-1,0 1,0-1,0 1,1-1,-1 0,0 0,0 0,1 0,-1 0,1 0,-1 0,0 0,4 1,9 3,-1 0,21 4,-34-9,10 3,0 0,0 1,0 0,0 0,-1 1,0 0,0 1,0 0,-1 0,1 1,-2 0,9 9,-15-15,0 0,0 0,0 0,0 0,0 0,0 0,0 0,0-1,0 1,0-1,0 1,0-1,0 1,1-1,-1 1,0-1,0 0,0 0,3 1,-3-2,0 1,0 0,0-1,0 1,0-1,0 0,0 1,0-1,0 1,-1-1,1 0,0 0,0 1,-1-1,1 0,-1 0,1 0,0-2,3-6,-1 0,0 0,0-1,1-12,-2 11,0 0,0 0,-1 0,-1-1,1 1,-2 0,0 0,0 0,-1 0,-5-17,2 11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8:29.466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50,'26'8,"-8"-1,27-1,1-1,0-2,74-5,-25-1,990 3,-1077 0,0-2,1 1,-1-1,-1 0,1 0,0-1,-1 0,9-6,-7 5,1 0,-1 0,0 0,1 2,13-4,36 2,98 5,-53 1,808-2,-887-1,-1-1,29-7,-26 4,42-3,226 9,-276 0,0 1,32 7,-31-4,0-2,24 2,509-4,-267-3,872 2,-1137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8:34.121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2,'87'-1,"98"3,-147 3,54 15,-62-13,0 0,0-2,45 2,-55-6,0 1,29 6,-27-3,40 2,492-5,-269-4,-266 3,-1 1,34 7,-32-4,0-2,23 2,264-4,-145-3,-143 1,0-1,32-7,-31 4,0 2,23-2,379 4,-202 3,-201-1,-1 1,33 7,-31-4,1-2,22 2,20-5,-33 0,1 1,-1 1,49 9,-42-5,0-1,1-3,-1 0,43-5,1 1,-74 2,0-1,0 0,0 0,0 0,0-1,0 0,-1-1,1 1,-1-1,0 0,0-1,0 1,0-1,0-1,6-5,-2 2,-4 5,0-1,0 1,0 0,1 1,-1-1,1 1,-1 1,1-1,0 1,12-1,11 2,36 3,-22-1,-21-2,-24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8:39.620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1 220,'15'1,"1"-1,0-1,-1-1,1 0,-1-1,1 0,-1-1,23-10,-4 0,59-16,-121 30,18 0,1 0,-1 0,-14 3,-77 17,110-23,0 0,0 0,-1-1,0 0,14-9,-12 6,0 1,1 1,0 0,-1 0,2 1,-1 0,15-3,-5 7,-17 0,0 0,0 0,0 0,0 0,0-1,0 1,-1-1,1 0,0 0,0-1,-1 1,7-4,-12 3,-7 3,-11 3,-30 14,16-5,-55 14,62-22,-36 14,62-19,1 0,0 0,-1 0,1 0,0 0,-1 0,1 0,0 0,-1 0,1 0,0 0,0 0,-1 1,1-1,0 0,0 0,-1 0,1 1,0-1,0 0,-1 0,1 0,0 1,0-1,0 0,0 1,-1-1,1 0,0 0,0 1,0-1,0 0,0 1,0-1,0 0,0 1,0-1,0 0,0 1,12 6,22 1,25-6,-49-3,-1 0,1 1,0 1,-1-1,1 2,0-1,-1 1,0 1,1-1,-1 2,0-1,0 1,8 6,-8-4,4 4,0-1,1 0,23 10,-35-18,0 1,0-1,1 0,-1 0,0-1,1 1,-1 0,1-1,-1 0,1 1,-1-1,1 0,-1 0,1-1,-1 1,1 0,-1-1,1 1,-1-1,1 0,-1 0,0 0,0 0,1 0,-1-1,0 1,0-1,0 1,0-1,2-2,-3 2,0 0,0 0,0 0,0 0,0 0,-1 0,1 0,0 0,-1 0,0-1,1 1,-1 0,0 0,0 0,-1-1,1 1,0 0,-2-4,-16-40,3 10,10 12,3 13,-1-1,0 1,0 0,-1 0,-8-15,10 23,0 0,0 1,1 0,-1-1,0 1,-1 0,1 0,0 0,-1 0,1 1,-1-1,1 1,-1-1,0 1,0 0,0 0,0 0,1 0,-1 1,0-1,0 1,0 0,0 0,-1 0,1 0,-4 1,-5 1,0 0,0 1,0 1,1 0,-1 0,-13 8,-61 41,69-41,12-9,-1 0,0 0,0 0,1-1,-2 1,-9 1,-2-1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9:05.973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1339,'2'-1,"1"0,0 0,0 0,-1 0,1 0,-1 0,1-1,-1 1,0-1,0 0,0 0,1 0,2-3,24-31,6-7,58-58,-10 12,-7-12,-4 4,-31 46,-1-2,52-93,37-70,-60 106,-61 98,1 0,15-16,-16 20,0-1,0 0,-1 0,-1-1,9-16,-8 9,-1 0,-1 0,6-35,-11 52,1 0,-1-1,0 1,-1 0,1 0,0-1,0 1,0 0,0 0,0-1,0 1,0 0,0 0,0-1,0 1,-1 0,1 0,0 0,0-1,0 1,0 0,-1 0,1 0,0 0,0-1,0 1,-1 0,1 0,0 0,0 0,-1 0,1 0,0 0,0 0,-1 0,1-1,0 1,0 0,-1 0,1 0,0 1,0-1,-1 0,1 0,0 0,0 0,-1 0,1 0,0 0,0 0,-1 0,1 1,0-1,0 0,0 0,-1 0,1 0,0 1,0-1,0 0,0 0,-1 0,1 1,0-1,-20 14,18-12,-18 15,0 1,-20 24,19-19,-26 22,37-37,0 1,0 1,1 0,-14 19,23-29,0 0,0 0,0 0,0 0,0 0,0 0,1 0,-1 0,0 0,0 0,0 0,0 0,0 0,0 0,0 0,0 1,0-1,0 0,0 0,0 0,0 0,0 0,0 0,1 0,-1 0,0 0,0 0,0 0,0 0,0 0,0 0,0 0,0 0,0 0,0 1,0-1,0 0,12-10,15-14,164-182,-189 203,0 0,1 1,-1-1,0 1,1 0,-1 0,1 0,0 0,0 0,0 0,0 1,0-1,0 1,0 0,5-1,-6 2,1 0,-1 0,0 1,1-1,-1 1,0-1,0 1,1 0,-1 0,0 0,0 0,0 1,0-1,0 0,0 1,0-1,-1 1,1 0,0 0,-1-1,0 1,3 4,19 30,-1 2,24 56,-45-92,0-1,0 1,0 0,-1 0,1 0,-1 0,1 0,-1 0,0 0,0 0,0-1,0 1,0 0,0 0,-1 4,1-5,-1 0,0 1,0-1,1 0,-1 0,0 0,0 0,0 0,0 0,0 0,0 0,0 0,0-1,0 1,-1 0,1-1,-2 2,-7 0,1 0,-1 0,1-1,-1 0,-14-1,-16 3,23 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9:37.79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5,'45'-2,"-31"1,0 0,-1 0,1 1,0 1,-1 1,26 5,-37-6,-1-1,1 0,-1 1,1-1,-1 1,0 0,1-1,-1 1,0 0,0 0,1 0,-1 0,0 0,0 0,0 0,0 0,0 0,0 1,-1-1,1 0,0 1,-1-1,1 0,-1 1,1-1,-1 1,1-1,-1 1,0-1,0 1,0-1,0 1,0-1,0 1,0-1,-1 1,1-1,0 1,-1-1,1 1,-1-1,0 0,1 1,-3 1,0 2,0 0,-1-1,1 1,-1-1,0 0,-1 0,1 0,-1-1,1 0,-9 5,-94 28,146-32,36-6,79 4,-142 0,0 1,-1 1,1 0,-1 1,1 0,-2 1,1 0,0 1,-1 0,-1 0,1 1,-1 1,0-1,-1 2,13 17,-19-24,1 0,-2 0,1 0,0 0,-1 1,1-1,-1 1,0-1,0 1,0 0,-1-1,1 1,-1 0,0-1,0 1,0 0,0-1,-1 1,0 0,0-1,0 1,0-1,0 1,-1-1,1 1,-1-1,0 0,-2 4,-3 0,1 0,-1 0,0 0,0-1,-1 0,0-1,0 1,0-2,-15 8,-5 0,0 0,0-2,-40 9,60-17,0 0,-1-1,0-1,1 1,-1-2,1 1,-1-1,1 0,-1-1,1 1,-1-2,1 1,0-1,0-1,1 1,-12-8,16 9,0 0,0-1,1 1,-1-1,1 0,-1 1,1-1,-3-6,-3-6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9:39.07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151 11,'1'-1,"-1"1,0 0,0-1,0 1,0 0,0 0,0-1,0 1,0 0,0-1,0 1,0 0,0-1,0 1,0 0,0 0,0-1,0 1,0 0,0-1,-1 1,1 0,0 0,0-1,0 1,0 0,-1 0,1-1,0 1,0 0,0 0,-1 0,1-1,0 1,0 0,-1 0,1 0,0 0,-1 0,1-1,0 1,-1 0,1 0,-13 11,-8 19,6-2,-8 15,-30 75,49-106,0 1,0-1,2 1,-1 0,1 0,1-1,1 1,-1 0,2 0,0 0,4 17,-4-25,0-1,0 0,1 0,0 0,0 0,0 0,0 0,0-1,1 1,0-1,0 1,0-1,0 0,0 0,1-1,-1 1,1-1,0 1,-1-1,1 0,0 0,1-1,-1 1,7 0,8 1,-1-1,0 0,1-2,30-2,-7 0,-38 2,-1 0,1 0,-1-1,1 1,-1-1,1 0,-1 0,1 0,-1 0,0 0,1-1,-1 0,0 1,0-1,0-1,0 1,3-4,-4 4,0-1,-1 0,1 0,-1 1,0-1,1 0,-2 0,1 0,0-1,0 1,-1 0,0 0,0 0,0 0,0-1,0 1,0 0,-1 0,0 0,-1-4,1 2,-1 0,0 0,-1 1,1-1,-1 1,0 0,0 0,0 0,-1 0,1 0,-1 1,0 0,0-1,0 2,-1-1,1 0,0 1,-1 0,0 0,0 0,1 0,-1 1,0 0,-8-1,1 0,-1 0,1 1,0 1,-1 0,1 1,-1 0,1 0,0 2,-13 3,8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9:40.15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63 5,'-13'33,"5"-15,2 0,0 0,1 0,1 0,1 0,-1 31,4-44,0 0,0-1,1 1,-1-1,1 1,0-1,1 0,-1 1,1-1,0 0,0 0,0 0,0 0,1 0,0 0,0-1,0 0,0 1,0-1,1 0,-1 0,1-1,0 1,0-1,0 0,0 0,0 0,7 2,6 2,1-1,0 0,0-2,0 0,1-1,31 0,-42-2,1-1,-1 0,0 0,0-1,0 0,0-1,0 1,-1-2,1 1,-1-1,0 0,0 0,0-1,0 0,-1 0,0-1,8-9,-11 11,0 0,0-1,-1 0,1 0,-1 0,0 0,-1 0,1 0,-1 0,0-1,0 1,-1 0,0-1,0 1,0 0,0-1,-1 1,0 0,0-1,0 1,-1 0,0 0,0 0,0 0,-1 0,1 1,-1-1,0 1,-1-1,1 1,-1 0,-5-5,-15-14,20 19,0-1,-1 1,1-1,-1 1,-1 1,-9-7,0 4,0 0,0 1,0 1,0 0,-1 1,-24-1,6 3,-67 5,81 0,4 2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39:41.40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142 27,'-1'9,"-1"1,1-1,-6 17,4-17,0 0,1 0,0 0,1 0,0 0,0 10,1-16,1-1,-1 0,1 0,-1 0,1 0,0 0,0 0,0 0,0 0,0 0,0 0,0 0,1-1,-1 1,1-1,-1 1,1-1,0 1,0-1,-1 0,1 0,0 0,0 0,0 0,0 0,0 0,0-1,0 1,1-1,2 1,0 0,0-1,0 0,-1 0,1 0,0 0,0-1,0 1,0-1,-1-1,1 1,0-1,-1 1,0-1,1-1,-1 1,0-1,0 1,0-1,4-4,-6 5,0 0,0 0,-1 0,1 0,0 0,-1 0,0 0,1-1,-1 1,0-1,0 1,0-1,-1 1,1-1,-1 1,1-1,-1 0,0 1,0-1,0 1,0-1,0 0,-1 1,1-1,-1 0,0 1,0-1,0 1,0 0,0-1,0 1,-1 0,1-1,-1 1,-3-3,3 1,-6-6,-1 0,0 1,0 0,-17-13,23 20,-1 0,-1-1,1 2,0-1,0 0,-1 1,1 0,-1 0,1 0,-1 0,0 1,1 0,-1 0,0 0,1 1,-8 1,4-1,0 2,0-1,1 1,-1 0,0 1,1-1,0 2,0-1,0 1,1 0,-1 0,1 1,-8 9,5-2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0:07.81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101 1,'0'10,"0"1,-1 0,-1 0,0-1,0 1,-1-1,0 1,-1-1,0 0,-1 0,0-1,-11 16,8-9,0-1,1 1,1 1,0-1,1 1,1 0,1 0,0 0,1 1,1-1,1 1,2 26,-1-37,0 0,1 0,-1 0,1 0,1 0,-1-1,1 1,1-1,-1 1,1-1,5 6,-7-9,1 0,0 0,0 0,0 0,1 0,-1-1,1 1,-1-1,1 0,0 0,0 0,0-1,0 1,0-1,0 0,0 0,1-1,-1 1,6-1,-1-2,-5-3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0:09.490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226 1,'1'0,"0"0,0 0,0 1,-1-1,1 0,0 1,0-1,0 1,0-1,0 1,-1-1,1 1,0 0,-1-1,1 1,0 0,-1-1,1 1,-1 0,1 0,-1 0,1 0,-1 0,0-1,1 1,-1 0,0 0,0 0,1 0,-1 0,0 0,0 0,-1 2,2 1,-1 0,-1 0,1 0,0 0,-1 0,-2 8,-3-1,-1 0,0 0,-1 0,0-1,-1 0,0-1,0 0,-14 10,-10 11,24-22,-1 0,-1 0,1-1,-13 6,-24 17,46-30,1 1,-1-1,0 1,0-1,1 1,-1 0,1-1,-1 1,0 0,1-1,-1 1,1 0,0 0,-1 0,1 0,0-1,-1 1,1 0,0 0,0 0,0 0,-1 0,1 0,0-1,1 1,-1 0,0 0,0 0,0 1,1 0,0 0,1 0,-1-1,0 1,1 0,-1-1,1 1,-1-1,1 1,0-1,3 2,4 3,1-1,0-1,0 0,11 3,35 10,75 32,-119-45,0 0,1-1,-1-1,1 0,0 0,-1-1,21-1,-33 0,0 0,0 0,0 0,0 0,0 0,0 0,0 0,0 0,1 0,-1 0,0 0,0 0,0 0,0 0,0 0,0 0,1 0,-1 0,0 0,0 0,0 0,0 0,0 0,0 0,0 0,0 0,1 0,-1 0,0 0,0-1,0 1,0 0,0 0,0 0,0 0,0 0,0 0,0 0,0 0,0 0,1-1,-1 1,0 0,0 0,0 0,0 0,0 0,0 0,0 0,0-1,0 1,0 0,0 0,0 0,0 0,0 0,0 0,0-1,-1 1,1 0,0 0,0 0,0 0,0 0,0 0,-7-8,3 5,-6-8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0:10.45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4 27,'-1'42,"-1"-24,2 0,0 1,1-1,1 0,5 21,-6-34,0-1,1 0,-1 0,1 0,0-1,0 1,1 0,-1-1,1 1,-1-1,1 0,0 0,1 0,-1 0,0 0,1-1,-1 0,1 0,0 0,0 0,0 0,0-1,0 1,0-1,0 0,1 0,4-1,-3 1,0-1,1-1,-1 1,0-1,1-1,-1 1,0-1,0 0,0 0,0-1,0 1,-1-1,1-1,-1 1,1-1,-1 0,-1 0,1-1,0 1,-1-1,0 0,0 0,3-7,-4 8,0 0,-1 0,0 0,0 0,0 0,-1-1,1 1,-1 0,0-1,0 0,0 1,-1-1,0 1,0-1,0 0,0 1,-1-1,0 1,0-1,0 1,0-1,-1 1,1 0,-1-1,-1 1,1 0,0 0,-1 1,0-1,0 0,0 1,-6-6,-2 2,0 0,-1 0,0 2,0-1,0 1,0 1,-1 0,0 1,0 0,0 1,0 1,0 0,-16 1,8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0:11.426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0,'1'7,"1"0,-1 0,1 0,0 0,1 0,0 0,5 7,2 9,41 93,-25-61,35 108,-57-147,3 5,-2 0,-1 0,0 1,1 29,-5-45,0-1,-1 1,0 0,1 0,-2 0,1-1,-1 1,0-1,0 1,0-1,-1 0,0 0,0 0,0 0,-1 0,1-1,-1 1,0-1,-1 0,1 0,-7 4,-10 5,15-10,1 0,0 0,-1 0,1 1,1 0,-1 0,0 1,1-1,-5 8,8-10,5-8,4-6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0:24.23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92 1,'10'1,"1"0,0 2,0-1,-1 1,0 1,0 0,0 0,0 1,0 0,16 13,32 14,60 26,-117-58,0 0,0 0,0 1,0-1,-1 1,1-1,0 0,0 1,-1 0,1-1,0 1,-1-1,1 1,-1 0,1-1,0 1,-1 0,0 0,1-1,-1 1,1 0,-1 0,0 0,1 1,-2-1,1 0,0 0,0-1,-1 1,1 0,-1 0,1 0,-1 0,1-1,-1 1,0 0,1 0,-1-1,0 1,0 0,1-1,-1 1,-1 0,-8 4,0 0,0 0,-13 3,14-5,-38 18,0 2,-46 31,6-3,68-38,15-10,1 0,0-1,-1 0,1 0,-1 0,0 0,-7 2,2-3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0:25.92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36 119,'-1'28,"0"-17,1 0,0 1,0-1,4 18,-3-26,-1-1,1 1,0-1,0 0,0 1,0-1,0 0,1 0,-1 0,1 0,-1 0,1 0,0 0,-1 0,1-1,0 1,0-1,1 1,-1-1,0 0,0 0,1 0,-1 0,0 0,5 1,5 0,1 0,0-1,-1 0,1-1,0 0,0-1,-1 0,1-1,16-5,-25 5,-1 0,0 0,1 0,-1-1,0 0,0 1,0-1,-1 0,1 0,-1-1,0 1,0-1,0 1,0-1,0 1,-1-1,1 0,-1 0,0 0,0-4,1 0,-1 0,0 0,-1-1,0 1,0 0,-1-1,0 1,-3-14,2 16,1 0,-1 1,-1-1,1 1,-1 0,0-1,0 1,0 0,-1 1,0-1,0 1,0 0,0 0,-1 0,1 0,-1 1,0-1,0 1,-1 1,1-1,0 1,-1 0,0 0,1 0,-1 1,0 0,0 0,0 1,0-1,0 1,0 0,0 1,1 0,-1 0,0 0,0 0,0 1,1 0,-1 0,1 1,0 0,-8 5,-38 30,37-26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01.3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342 1,'-4'1,"1"0,-1 1,1 0,-1 0,1 0,0 0,0 1,0-1,0 1,0-1,0 1,-3 5,-2 1,-192 190,157-168,2-1,40-29,1 0,-1-1,1 1,-1 0,1 0,0-1,-1 1,1 0,0 0,0 0,-1-1,1 1,0 0,0 0,0 0,0 0,0 0,0-1,1 1,-1 0,0 0,0 0,1 0,-1-1,0 1,1 0,-1 0,0-1,1 1,-1 0,1-1,0 1,-1 0,1-1,-1 1,1-1,0 1,0-1,-1 1,2-1,30 20,145 47,-33-14,-117-40,-21-8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03.0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146 27,'-2'0,"-1"1,1 0,-1 0,1 0,-1 0,1 0,0 0,0 0,0 1,0-1,0 1,0 0,0-1,-3 5,-22 29,6-4,11-18,1 1,0 0,1 0,-12 29,19-38,0-1,-1 0,2 1,-1-1,0 1,1-1,0 1,0-1,1 1,-1-1,1 1,0-1,0 0,0 1,1-1,-1 0,1 0,0 0,0 0,1 0,-1 0,6 5,-2-2,0 0,0-1,1 0,0 0,0 0,0-1,1 0,0-1,0 0,0 0,0 0,11 2,-15-5,0 0,0-1,0 1,0-1,0 0,0 0,0 0,0-1,0 1,0-1,-1 0,1 0,0-1,0 1,-1-1,1 1,0-1,-1 0,0-1,0 1,1 0,-1-1,-1 0,1 0,0 0,-1 0,1 0,-1 0,2-5,3-5,-1-1,-1 1,0-1,-1 0,-1 0,0 0,0-1,-2 1,0-1,0 0,-2 1,0-1,0 1,-6-24,5 32,0 1,0-1,0 1,0-1,-1 1,0 0,0 0,0 0,-1 1,0-1,0 1,0 0,0 0,-1 0,1 1,-1-1,0 1,0 0,0 1,-1-1,1 1,-1 0,-5-1,3 1,1 1,0 0,-1 0,1 0,-1 1,1 1,-1-1,1 1,-1 0,1 1,0 0,-1 0,1 0,0 1,0 0,1 1,-9 5,2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24.9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20,'4'0,"6"0,5 0,4 0,3 0,3 0,0 0,1 0,-1 0,1 0,-1 0,-4-4,-1-2,-1 0,-3 2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28.8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2,'46'0,"-9"-1,0 1,0 2,63 12,-79-11,-1 0,1-1,26-1,-28-2,0 2,0 0,0 1,23 6,-5-1,1-1,0-2,0-1,0-2,39-5,12 2,1538 2,-1606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30.8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1,'814'0,"-793"0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33.8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1,'939'0,"-920"1,-1 1,33 7,-31-5,1 0,22 1,510-4,-267-3,-215 1,79 3,-83 9,-49-6,1-2,25 2,412-4,-221-2,-214 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39.7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80,'594'0,"-570"-2,1 0,28-7,-27 4,43-2,3 6,-42 2,1-1,0-2,0-1,30-7,-38 5,0 2,-1 1,34 0,-31 2,0-1,38-6,-1-2,0 2,0 4,83 5,-32 0,429-2,-523 1,0 1,32 8,-31-6,0-1,24 2,78-5,-100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40.41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11,'4'0,"5"0,6 0,0-5,-2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44.5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28,'8'0,"0"1,0 0,0 1,14 5,23 4,33-6,43 7,-61-5,-1-2,110-5,-62-3,-84 3,0-1,0-1,41-9,-25 4,1 3,-1 1,1 1,46 6,5-2,674-2,-747-1,1-1,32-7,-31 4,0 2,24-2,-8 4,-7 1,0-1,-1-2,33-6,-28 3,1 2,-1 2,66 3,-37 0,-37 0,0 2,27 6,-25-4,41 2,289-6,-172-2,-163 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46.43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1,'13'1,"1"0,-1 2,-1-1,1 2,0-1,12 7,-11-4,0-1,0-1,0-1,27 4,57 5,-62-6,51 1,12-8,-78 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46.7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 0,'-4'0,"-6"0,4 0,6 0,3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1:55.3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0,'4'0,"6"0,5 0,5 0,-2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2:03.64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76,'104'2,"113"-5,-157-8,5-1,15 0,-58 7,0 1,25-1,504 4,-263 3,-269-1,-1 1,0 1,0 1,33 11,-33-9,1-1,-1 0,1-1,29 1,372-6,-401 2,-1 1,33 8,-30-6,-1-1,23 2,214-4,-119-2,-119-1,0 1,32-9,-31 6,0 0,23-1,511 4,-269 3,-256-1,54 11,-54-7,51 3,-32-8,102-2,-135-1,0 0,0 0,28-12,-28 10,0 0,0 0,24-3,17 4,-29 2,49-9,-34 5,0 1,0 3,77 4,-29 0,946-2,-1017-1,-1-1,34-7,-32 4,0 2,23-2,462 4,-245 3,-241-1,0 1,32 7,-31-4,0-2,23 2,308-5,-168-1,-173 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46.8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75 0,'-2'29,"-1"-2,-1 1,-2 0,-16 47,13-47,1 0,1 1,2-1,-3 44,9 146,-1-219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48.2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56,'1'11,"0"1,1-1,1 0,0 0,0 0,8 18,-5-16,-1 0,-1 0,5 28,-5-21,1 0,0 0,2-1,0 1,1-2,16 30,0-1,-14-18,-10-26,1 1,0-1,0 1,0-1,0 1,1-1,-1 0,1 1,0-1,0 0,0 0,0 0,0-1,1 1,-1-1,6 5,-8-7,1 0,-1 0,1 0,0 0,-1 0,1 0,-1 0,1 0,0 0,-1 0,1 0,-1 0,1 0,-1-1,1 1,0 0,-1 0,1-1,-1 1,1 0,-1-1,1 1,-1-1,1 1,-1 0,0-1,1 1,-1-1,0 1,1-1,-1 1,0-1,0 1,1-1,-1 0,0 1,0-1,9-28,-7 21,23-72,18-71,-17 29,-23 104,1-1,0 1,2 0,9-21,-8 23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49.5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 1,'-2'63,"0"-38,2 1,0-1,2 1,5 28,-6-50,0-1,0 1,0 0,1-1,0 1,0-1,0 1,0-1,0 0,1 0,0 0,-1 0,1 0,0-1,0 1,5 2,-2-1,0-1,1 0,-1-1,1 0,-1 0,1 0,0-1,14 2,-11-3,1 1,0-2,0 0,-1 0,1 0,-1-2,1 1,-1-1,0-1,0 0,0 0,11-7,-17 7,1 1,-1-1,0 0,0 0,0 0,0 0,-1-1,0 1,0-1,0 0,4-10,-2-1,-1 1,5-30,-2 7,1-27,-7 45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1.2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1,'1'0,"0"1,0-1,0 1,0-1,0 1,0-1,0 1,0 0,0 0,0-1,-1 1,1 0,0 0,0 0,-1 0,1 0,0 0,-1 0,1 0,-1 0,0 0,1 0,-1 0,0 1,1-1,-1 0,0 2,4 38,-3-37,0 137,-2-115,2-33,0 1,0 0,1-1,0 1,0 0,0 0,1 0,-1 0,2 0,-1 1,1-1,5-6,13-14,31-28,-34 35,-17 17,0 1,0-1,0 0,0 1,0-1,0 1,0-1,1 1,-1 0,0 0,1 0,-1 1,1-1,-1 0,1 1,0 0,-1-1,1 1,-1 0,4 1,-4-1,0 1,0 0,0-1,0 1,-1 0,1 0,0 0,0 1,-1-1,1 0,0 1,-1-1,1 1,-1 0,0-1,0 1,1 0,-1 0,0-1,-1 1,1 0,0 0,0 0,0 4,26 135,-23-138,2-10,3-10,-1-5,1 1,23-37,-29 53,0 0,0 1,1-1,0 1,-1-1,2 1,-1 0,0 1,1-1,-1 1,1 0,0 0,0 0,1 1,-1-1,0 1,8-1,-11 2,0 1,0 0,1 0,-1 0,0 1,0-1,0 0,1 1,-1 0,0-1,0 1,0 0,0 0,0 0,0 0,0 0,-1 1,1-1,0 1,-1-1,1 1,-1-1,1 1,-1 0,0 0,0 0,0-1,0 1,1 3,3 7,-1 0,0 0,-1 0,2 15,2 8,21 25,-22-48,0 0,0 0,6 23,-8-18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3.0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174 39,'96'2,"105"-5,-172-7,-28 10,-1 0,1 0,0-1,-1 1,1 0,-1 0,1-1,-1 1,1 0,-1-1,0 1,1 0,-1-1,1 1,-1-1,0 1,1 0,-1-1,0 1,0-1,1 1,-1-1,0 0,0 1,0-1,1 1,-1-1,0 1,0-1,0 1,0-1,0 0,0 1,0-1,-1 1,1-1,0 1,0-1,0 1,0-1,-1 1,1-1,0 1,-1-1,1 1,0-1,-1 1,1-1,-1 0,0 1,0-1,0 0,0 1,-1 0,1-1,0 1,0-1,0 1,0 0,0 0,0 0,-1 0,1 0,0 0,0 0,0 0,0 0,-1 1,1-1,0 0,0 1,0-1,0 1,0-1,0 1,0-1,0 1,0 0,0-1,0 1,0 1,-28 28,16-10,1 0,1 0,0 1,2 1,0 0,1 0,2 0,0 1,1 0,-2 33,-5 48,7-69,-2 49,7-80,0-1,0 1,0 0,0-1,-1 1,0 0,1-1,-1 1,0-1,-1 1,1-1,-1 0,1 1,-1-1,0 0,0 0,-1 0,1-1,-1 1,1 0,-1-1,0 0,0 1,0-1,0 0,0-1,0 1,0 0,-1-1,1 0,-1 0,-6 1,1 1,-1-1,0 0,1-1,-1 0,0-1,0 0,-15-2,19 1,1 0,0 0,-1-1,1 0,0 0,0 0,0-1,0 0,1 0,-1 0,1 0,0-1,-1 0,-5-7,-7-11,-30-30,33 40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4.0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1,'-1'21,"0"24,1-43,0 1,1 0,-1-1,0 1,1-1,0 1,0-1,0 1,0-1,0 0,0 1,3 3,-3-6,-1 1,1-1,0 0,0 1,-1-1,1 1,0-1,0 0,0 0,-1 1,1-1,0 0,0 0,0 0,0 0,-1 0,1 0,0 0,0 0,0-1,0 1,0 0,-1 0,1-1,0 1,0 0,-1-1,1 1,1-2,28-20,-11 8,-16 12,1 0,-1 1,0 0,1 0,-1 0,1 0,0 0,-1 1,1-1,0 1,-1 0,1 0,0 1,-1-1,1 1,-1-1,1 1,-1 0,1 1,-1-1,1 1,-1-1,5 4,-3-1,-1-1,0 1,-1 0,1 0,-1 0,0 0,0 1,0-1,0 1,-1 0,1 0,-1 0,-1 0,1 0,1 10,5 27,-2-26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4.5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1,'2'22,"0"-1,2 1,0 0,10 28,-7-27,-1-1,-1 1,3 44,-9 253,0-303,-1 0,-1 0,-4 18,4-23,-2 10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4.8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1,'4'0,"5"0,6 0,5 4,2 2,3 3,0 1,1-2,-1-2,1 3,-5-1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5.8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125 1,'-5'0,"1"1,-1 0,0 0,0 0,0 1,0-1,1 1,-1 0,1 1,0-1,-1 1,1 0,0 0,0 0,1 0,-1 1,1 0,0-1,0 1,0 0,-3 7,1-4,1 1,0 0,1 0,-1 0,2 0,-1 1,1-1,0 1,1 0,0-1,1 13,0-18,0 1,1-1,-1 0,1 0,0 0,0 0,1 0,-1-1,0 1,1 0,0 0,-1-1,1 1,0-1,0 0,1 0,-1 1,0-1,1-1,-1 1,1 0,0 0,0-1,-1 0,1 0,6 2,4 1,-1-1,1-1,0 0,0-1,13 0,-2-1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6.3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1 179,'-1'14,"2"22,-1-35,0 1,0-1,0 1,1-1,-1 0,1 1,-1-1,1 1,-1-1,1 0,0 0,-1 1,1-1,0 0,0 0,0 0,0 0,0 0,2 1,-2-2,-1 1,1-1,0 0,0 0,-1 0,1 0,0 0,0 0,-1 0,1 0,0 0,0 0,0 0,-1-1,1 1,0 0,-1-1,1 1,0 0,-1-1,1 1,0-1,-1 1,1-1,-1 1,1-1,0 1,-1-1,0 0,1 1,-1-1,1 0,-1 1,0-1,1 0,-1 1,0-1,0 0,0 0,0 1,1-2,7-35,-8 36,4-46,-4 34,1 0,1 0,0 1,0-1,1 0,1 1,7-18,-10 28,1-1,0 1,0 0,-1 0,1 0,1 0,-1 0,0 0,0 0,1 1,-1-1,1 1,-1 0,1 0,0 0,-1 0,1 0,0 0,3 1,5-2,1 1,0 1,15 1,-18-1,13 2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7.6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43,'2'0,"0"0,0 0,-1 0,1 1,0-1,0 1,-1-1,1 1,0 0,-1-1,1 1,-1 0,1 0,-1 0,1 0,-1 0,1 1,-1-1,0 0,0 1,2 2,16 40,-4-7,-1-14,-9-13,0-1,1 1,0-1,1 0,0-1,11 11,-17-19,0 1,0-1,0 1,0-1,0 0,0 1,0-1,1 0,-1 0,0 0,0 0,0 0,0 0,0 0,0 0,0-1,0 1,0 0,0-1,0 1,0-1,0 1,0-1,0 1,0-1,0 0,0 1,0-1,0 0,-1 0,1 0,0 1,-1-1,1 0,-1 0,1 0,0-2,25-44,-23 39,9-15,0 1,1 0,2 1,0 1,30-32,-32 41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8.53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78 0,'-2'1,"0"0,0-1,0 1,0 0,1 0,-1 0,0 0,1 0,-1 1,1-1,-1 0,1 1,-1-1,1 1,-1 1,-19 27,17-22,0 0,0 0,0 1,1-1,0 1,1 0,0 0,1 0,-1 0,2 1,0 14,0-21,0 1,0-1,1 1,-1-1,1 1,0-1,0 0,1 1,-1-1,0 0,1 0,0 0,0 0,0 0,0-1,0 1,1-1,-1 1,1-1,0 0,-1 0,1 0,0 0,0 0,0-1,1 1,-1-1,0 0,0 0,1 0,-1 0,7 0,0 0,0 0,0-1,0 0,1-1,-1 0,0 0,0-1,-1-1,15-4,-20 5,0 0,0 0,-1 0,1-1,0 1,-1-1,1 0,-1 0,0 0,0 0,0-1,-1 1,1-1,-1 0,0 0,0 0,0 0,-1 0,1 0,-1 0,0-1,0 1,0-8,0 6,-1-1,0 1,0 0,-1 0,0-1,0 1,-4-10,4 13,0 0,0 0,0 0,-1 1,1-1,-1 0,0 1,1 0,-1-1,0 1,-1 0,1 0,0 0,0 0,-1 0,1 1,-5-3,6 4,0-1,0 1,0 0,1-1,-1 1,0 0,0 0,0 0,1 0,-1 0,0 0,0 0,0 0,1 0,-1 0,0 1,0-1,0 0,1 1,-1-1,0 0,0 1,1-1,-1 1,0-1,1 1,-1-1,1 1,-1-1,0 1,1 0,-1-1,1 1,0 0,-1 0,1-1,0 1,-1 0,1 0,0-1,0 1,0 0,-1 0,1 0,0-1,0 1,0 1,0 4,0-1,0 1,0-1,0 1,3 9,-1-4,2 6,1 1,8 20,-11-34,-1 0,1-1,0 1,0-1,0 1,1-1,-1 0,1 0,-1 0,1 0,0-1,0 1,0-1,1 1,-1-1,5 2,8 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8.9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0,'1'7,"0"1,1-1,0 0,5 13,0 2,2 8,-2 2,-2-1,0 0,0 45,-4-50,1-1,7 28,-4-26,2 41,-7 79,0-125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6:59.4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0 156,'1'6,"0"-1,0 0,1 0,0 0,0 0,0 0,0 0,1 0,0 0,0-1,0 0,0 0,1 1,0-2,0 1,0 0,7 4,0 1,1-1,0-1,0 0,1 0,22 7,-26-11,0 0,0-1,1-1,-1 1,0-1,1-1,-1 0,1 0,11-3,-15 2,0 0,0-1,0 0,0 0,0-1,0 0,-1 0,1 0,-1-1,0 1,0-1,0-1,0 1,5-7,-4 3,0 0,-1 0,1 0,-2 0,1-1,-1 0,-1 0,1 0,-2-1,1 1,-1-1,1-15,-3 20,0 0,0 1,-1-1,1 1,-1-1,0 1,-1-1,1 1,-1 0,0-1,0 1,0 0,0 0,-1 0,1 1,-1-1,0 1,0-1,-1 1,1 0,-1 0,0 0,1 1,-1-1,0 1,0 0,-1 0,-5-2,-5 0,-1 1,1 0,-1 0,1 2,-1 0,0 1,1 0,-1 2,1-1,-23 7,22-2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02.7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29 345,'-9'28,"-1"-4,6-2,2 0,0 0,1 0,1 0,0 0,8 37,-7-56,0 0,0 0,0 0,0 0,0-1,1 1,0 0,-1-1,1 0,0 1,0-1,0 0,1 0,-1 0,0 0,1 0,3 1,-1 0,1-1,-1 0,1 0,0 0,-1-1,1 0,0 0,10 0,-6-1,0 0,0-1,0 0,0 0,-1-1,1-1,-1 0,1 0,-1 0,17-11,-13 3,-1-1,0 0,-1-1,0 0,-1-1,-1 0,15-30,3-1,-1 3,-12 23,-1-1,0-1,-2 0,-1-1,-1 0,9-28,-10 20,-4 16,0 1,-1-1,-1 0,1-24,-3 34,0 0,-1 0,1 0,-1 0,0 0,0 1,0-1,-1 0,1 1,-1-1,0 1,0-1,0 1,0 0,-1 0,1 0,-1 0,0 0,0 1,0-1,-6-3,5 4,0-1,0 1,-1-1,1 1,-1 0,0 1,1-1,-1 1,0 0,0 0,0 1,0-1,0 1,0 0,0 0,0 1,0 0,0-1,0 2,1-1,-1 0,0 1,1 0,-1 0,1 1,-1-1,1 1,0 0,0 0,0 0,1 1,-1-1,1 1,-5 6,4-5,0 1,0 0,1 0,-1 0,1 1,1-1,-1 1,1 0,0-1,1 1,0 0,0 0,0 0,1 0,0 0,0 0,1 0,0 0,0 0,1 0,-1 0,1-1,1 1,4 8,4 6,-6-11,0-1,0 0,1-1,10 13,-6-11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03.58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0,'10'28,"-1"-4,-5 3,-2-1,-1 27,-1-28,1 0,7 40,-1-14,-2 0,-1 0,-5 56,0-48,1-57,1 15,-1-17,0 0,0 1,0-1,0 0,0 1,0-1,0 0,0 0,0 1,0-1,1 0,-1 1,0-1,0 0,0 0,0 1,0-1,1 0,-1 0,0 0,0 1,0-1,1 0,-1 0,0 0,0 1,1-1,-1 0,0 0,0 0,1 0,-1 0,0 0,0 0,1 1,-1-1,0 0,1 0,-1 0,0 0,0 0,1 0,-1 0,1-1,4-2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04.8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1,'0'494,"5"-436,-4-55,-1 1,1-1,0 0,0 0,0 0,0 0,1 0,-1 0,1 0,0 0,0-1,0 1,0 0,0-1,3 3,3-2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05.4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26,'1'-1,"-1"-1,1 1,-1 0,1 0,-1 0,1 0,0 0,0 0,-1 0,1 1,0-1,0 0,0 0,0 0,0 1,0-1,0 1,0-1,0 1,0-1,0 1,0-1,0 1,1 0,-1 0,0 0,2-1,38-3,-37 4,1-1,-1 1,0 0,1 0,-1 0,1 1,-1-1,1 1,-1 0,0 1,0-1,0 1,1 0,-1 0,-1 0,1 0,0 0,0 1,-1 0,0 0,4 4,-2-1,-1 0,0 1,-1 0,1-1,-1 2,0-1,-1 0,0 0,0 1,-1-1,1 10,1 18,-2 49,-2-59,1-3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05.92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29 190,'4'0,"0"-1,0 0,0 0,0 0,0-1,0 1,0-1,-1 0,1 0,5-4,33-28,-40 33,0-2,0 1,1 0,-1-1,0 0,0 1,0-1,-1 0,1 0,-1 0,0 0,0 0,0-1,0 1,0 0,0 0,-1-1,0 1,0 0,0-1,0 1,0 0,-1-1,1 1,-1 0,0 0,0-1,0 1,0 0,-1 0,1 0,-1 0,0 0,0 1,0-1,0 1,0-1,-1 1,1 0,-1-1,1 1,-1 0,0 1,0-1,0 1,0-1,0 1,0 0,0 0,0 0,-1 0,-3 0,5 1,0-1,0 1,0 0,0 0,-1 0,1 0,0 0,0 1,0-1,0 1,0-1,0 1,0 0,0-1,0 1,0 0,0 1,0-1,0 0,-2 3,1-1,0 1,1-1,-1 1,1-1,0 1,0 0,1 0,-1 0,1 0,-2 4,1 6,0-1,0 0,1 1,1-1,1 23,1-28,0 0,0-1,1 1,0-1,0 0,1 0,0 0,0 0,0-1,1 1,0-1,0 0,1-1,-1 1,1-1,1 0,-1-1,1 1,11 5,2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06.9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31 156,'0'5,"1"1,0-1,0 1,1-1,3 8,4 18,-5 14,-2 88,-3-86,2-46,-1 0,0 0,0 0,0 0,0 0,0 0,0 0,0 0,0 1,0-1,0 0,-1 0,1 0,0 0,-1 0,1 0,-1 0,1 0,-1 0,1 0,-2 1,1-2,0-1,0 1,0-1,0 1,0-1,1 0,-1 1,0-1,1 0,-1 1,0-1,1 0,-1 0,1 0,-1 0,1 1,-1-3,-20-50,15 30,2-1,1 0,1 1,1-1,1 0,1 0,7-40,-5 53,1 1,-1-1,2 1,-1 1,2-1,-1 0,1 1,0 0,14-14,-14 17,-1 0,1 1,0 0,0 0,1 0,0 1,0 0,0 0,0 0,0 1,1 0,-1 1,17-4,-9 4,-1 1,1 0,0 1,1 0,-2 2,1 0,22 5,-35-6,0 0,0 1,0-1,0 0,0 1,0 0,0-1,-1 1,1 0,-1 0,1 0,-1 0,0 0,0 0,0 0,0 1,0-1,0 0,0 1,-1-1,1 3,2 14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07.2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362 0,'-1'11,"-1"-1,-1 1,1-1,-1 0,-1 1,0-2,0 1,-1 0,-1-1,-10 15,-11 23,-126 228,110-210,17-27,-27 54,44-71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08.8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71 72,'-3'2,"0"0,0 0,0 0,0 1,1-1,-1 1,1 0,-1 0,1-1,0 2,1-1,-3 4,-5 7,6-11,0 1,0-1,1 1,0-1,-1 1,1 0,1 0,-1 0,1 0,-1 0,1 0,0 1,1-1,-1 0,1 1,0-1,0 0,0 1,0-1,1 0,0 0,0 1,0-1,0 0,1 0,2 6,-1-6,0 1,1-1,-1 0,0-1,1 1,0-1,0 1,0-1,0 0,1-1,-1 1,1-1,0 0,0 0,-1 0,1-1,0 1,1-1,-1 0,0-1,10 1,-10-2,1 1,-1-1,1 0,-1-1,0 1,0-1,0 0,0 0,0-1,0 1,0-1,-1 0,0-1,1 1,-1-1,0 1,-1-1,1-1,-1 1,1 0,-1-1,-1 0,1 1,-1-1,4-10,-3 7,0 0,0 0,-1-1,0 1,-1-1,1 0,-2 1,1-1,-1 0,-1 1,0-1,0 0,0 1,-1-1,-5-12,5 18,1 0,-1 0,-1 0,1 0,0 1,-1-1,1 1,-1 0,0 0,1 0,-1 0,0 0,0 0,-5-1,-46-14,37 13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09.2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1,'0'24,"2"0,0 0,9 35,-8-42,-1 0,-1 0,-1 0,0 0,-1 1,0-1,-7 25,3-13,0 24,2 1,4 57,0-33,4-34,0-28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09.7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0,'0'4,"4"2,2 3,-1 5,-1 4,4 0,-1 0,-1 1,-1 2,-2 1,-1 2,-2 0,1 1,-2-4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10.0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10,'0'-4,"0"-2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10.8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1 271,'4'0,"1"-4,0-6,0-5,-2-4,-1-3,3-3,1 0,-1-1,-1 0,3 5,1 1,2 5,0 0,3 3,3 3,-2 3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11.3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128 71,'-15'-16,"9"8,0 1,-1 0,0 1,0 0,-14-10,20 15,0 1,0-1,0 1,-1-1,1 1,0 0,0-1,-1 1,1 0,0 0,0 0,-1 0,1 0,0 0,-1 0,1 0,0 0,0 1,-3 0,3 0,-1 0,0 1,1-1,-1 1,1-1,-1 1,1 0,0-1,-1 1,1 0,0 0,0 0,0 0,1 0,-2 4,-1 1,1 1,1 0,-1 0,1 0,0 0,1 0,0 0,0 0,1 0,0 0,4 14,-1-8,1-1,1 0,0 0,0-1,16 21,-19-27,1 0,1 0,-1-1,1 0,-1 0,1 0,1-1,-1 0,1 0,0 0,-1 0,2-1,-1 0,0 0,1-1,8 3,3-2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11.6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0,'0'4,"5"2,0 3,0 5,0 4,2 4,0 1,-1 2,-1 0,-2 1,-1-1,-1-3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12.0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10,'0'-4,"0"-2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12.3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1,'7'8,"-1"0,1 1,-1 0,-1 1,1-1,-2 1,1 0,-2 0,4 11,-1 1,-2-1,0 1,1 32,-5-40,-2 1,0 0,-1-1,0 1,-1-1,-1 0,0 0,-1-1,-14 26,12-25,0 1,1 0,1 1,0 0,1 0,1 0,-4 30,9 76,0-100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12.7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0,'4'0,"6"4,5 2,4-1,3-1,3-1,0-1,1-1,-1 0,-3-1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13.7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102 0,'-3'1,"1"-1,0 1,0-1,-1 1,1 0,0 0,0 0,0 0,0 0,0 1,0-1,1 1,-1-1,0 1,1 0,-1-1,1 1,0 0,-2 2,-21 40,16-25,0-1,-10 39,17-50,0-1,0 1,0 0,0 0,1 0,0 0,1-1,0 1,0 0,0 0,1-1,3 11,-3-14,1 0,-1 0,1 0,-1 0,1-1,0 1,0-1,1 1,-1-1,0 0,1-1,-1 1,1 0,-1-1,1 0,0 0,0 0,0 0,-1-1,1 1,0-1,6 0,0 0,-1 0,1 0,0-1,0-1,-1 1,1-2,-1 1,10-5,-14 5,0-1,-1 0,0-1,0 1,0-1,0 0,0 1,-1-2,1 1,-1 0,0-1,-1 1,1-1,-1 0,0 0,0 0,0 0,-1 0,1-1,-2 1,2-6,-2 6,1-1,-1 0,0 1,0-1,0 0,-1 1,0-1,0 1,0-1,-1 1,0-1,0 1,0 0,-1 0,0 0,0 0,0 1,0-1,-9-7,12 11,-1 0,1 1,-1-1,1 0,-1 1,0-1,1 1,-1-1,0 1,0-1,1 1,-1-1,0 1,0 0,0 0,1-1,-1 1,0 0,0 0,0 0,0 0,1 0,-1 0,0 0,0 0,0 0,0 0,0 1,1-1,-1 0,0 0,0 1,0-1,1 1,-1-1,0 1,1-1,-1 1,0-1,1 1,-1 0,1-1,-1 1,1 0,-1-1,1 1,-1 0,1 0,0-1,-1 1,1 0,0 0,0 0,-1 0,1 1,-1 3,0 1,0-1,0 0,1 1,-1-1,2 1,0 9,1-7,0 0,0 0,1 0,0 0,0-1,1 1,0-1,1 0,-1 0,9 9,2-1,1-1,31 23,-35-29,54 40,-49-39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25.7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85 92,'-9'51,"7"-42,0 1,0-1,1 1,0-1,1 16,0-23,0 1,1-1,-1 0,1 0,0 0,0 0,0 1,0-1,0 0,0 0,0-1,1 1,-1 0,1 0,-1-1,1 1,0-1,-1 1,1-1,0 0,0 1,0-1,0 0,0 0,1-1,-1 1,4 1,0-1,0 0,0 0,0-1,-1 1,1-1,0-1,0 1,0-1,0 0,-1 0,1-1,0 1,-1-1,0 0,1-1,-1 0,0 0,0 0,6-5,-4 3,0-1,-1 0,0-1,0 0,0 0,-1 0,0-1,0 1,-1-1,0 0,-1-1,4-9,-6 15,0 1,-1-1,1 0,-1 0,1 0,-1 0,0 0,0 0,0 0,0 1,-1-1,1 0,-1 0,0 0,0 0,0 1,0-1,0 0,0 1,-1-1,0 1,1-1,-1 1,0 0,0 0,0 0,0 0,-4-3,-5-1,0-1,0 1,-1 1,0 0,-15-4,7 2,15 5,0 1,0-1,-1 1,1 0,0 1,0-1,-1 1,1 0,0 1,-1-1,1 1,0 0,0 0,-6 2,3 1,-1 0,1 0,0 1,0-1,1 2,-1-1,-7 9,-1 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27.1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61 28,'-1'6,"1"-1,-1 0,0 1,-1-1,-2 9,2-10,0 1,1-1,0 1,0 0,0-1,0 1,1 0,0 8,0-11,0 1,0-1,1 0,-1 1,1-1,-1 0,1 0,0 1,0-1,0 0,0 0,0 0,1 0,-1 0,1 0,-1 0,1-1,-1 1,1-1,0 1,0-1,0 1,0-1,0 0,4 2,-3-3,0 1,0-1,1 1,-1-1,0 0,0 0,1-1,-1 1,0-1,0 1,1-1,-1 0,0 0,0-1,0 1,4-3,-4 2,1-1,-1 1,1-1,-1 1,0-1,0 0,0 0,0-1,-1 1,1 0,-1-1,0 0,2-5,-3 7,0-1,0 0,0 1,-1-1,0 0,1 1,-1-1,0 0,0 0,-1 1,1-1,0 0,-1 1,0-1,0 0,1 1,-1-1,-1 1,1-1,0 1,-1 0,-2-4,-1 1,0 0,-1 1,1 0,-1 0,0 0,0 1,0 0,0 0,-1 0,1 1,-1 0,1 0,-1 1,0 0,0 0,0 0,0 1,0 0,0 0,1 1,-13 2,2 3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27.8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47,'1'8,"-1"-1,2 0,-1 1,1-1,0 0,0 0,1 0,0 0,0-1,1 1,0-1,0 0,0 0,1 0,10 10,-9-11,0 0,0 1,0-2,1 1,0-1,0 0,0 0,0-1,0 0,1 0,0-1,-1 0,1-1,15 2,-19-3,1-1,-1 0,1-1,-1 1,1-1,-1 0,0 0,0 0,0 0,0-1,0 1,-1-1,1 0,-1-1,1 1,-1 0,4-7,-1 3,-1-1,1 0,-1 0,-1 0,0 0,0-1,5-17,-8 20,0 0,0 0,0 0,-1 0,0 0,-1 0,-1-10,2 14,0 1,-1-1,1 0,-1 1,1-1,-1 1,0 0,0-1,1 1,-1-1,0 1,0 0,0 0,0 0,-1-1,1 1,0 0,0 0,-1 1,1-1,0 0,-1 0,1 1,-1-1,1 1,-1-1,1 1,-1-1,0 1,1 0,-1 0,1 0,-3 0,-10 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29.1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50 66,'2'28,"1"0,2-1,14 50,-3-14,-13-49,23 121,-15-85,-8-41,0 0,-1 0,0 0,-1 1,0-1,0 0,-1 1,0-1,-1 0,-3 16,4-24,0 1,0-1,-1 0,1 0,0 0,-1 0,1 0,-1 0,0 0,1 0,-1 0,0-1,1 1,-1 0,0 0,0 0,0-1,0 1,0 0,0-1,0 1,0-1,-1 1,1-1,0 0,0 0,0-1,0 1,-1 0,1-1,0 1,0 0,0-1,0 1,1-1,-1 0,0 1,0-1,0 0,0 0,1 1,-2-3,-3-3,1 0,0 0,0-1,0 1,-3-11,-15-54,-14-84,24 101,9 44,1-1,1 0,-1 1,2-1,-1 0,2-11,0 17,0 1,0-1,1 1,-1-1,1 1,0 0,0 0,0 0,1 0,-1 0,1 0,0 1,0-1,0 1,1 0,4-4,27-19,-22 17,-1 0,0-1,0 0,16-20,-26 27,0 1,0-1,0 1,0-1,1 1,-1 0,1 0,-1 0,1 0,0 0,0 0,0 1,0 0,0-1,0 1,0 0,0 0,5 0,-5 1,0 1,0-1,0 1,0 0,0 0,0 0,0 0,0 1,0-1,0 1,-1 0,1 0,-1 0,1 0,-1 0,0 0,0 1,4 4,13 25,-18-31,-1 1,1-1,-1 1,1-1,-1 1,0-1,0 1,0 0,0-1,0 1,0-1,0 1,0 0,-1-1,1 1,-1-1,1 1,-1-1,1 1,-2 1,-7 7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29.85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95 1,'-5'2,"0"0,1 0,-1 0,1 1,0 0,0 0,0 0,0 0,0 1,1-1,-7 9,-1-1,9-9,-1 1,1-1,-1 1,1 0,0 0,0-1,1 1,-1 0,0 1,1-1,0 0,0 0,0 1,0-1,0 5,0-5,2 0,-1-1,0 1,1 0,-1 0,1-1,0 1,0 0,0-1,0 1,0-1,1 1,-1-1,1 0,2 4,1-1,0-1,0 1,1-1,-1 0,1 0,0-1,0 0,0 0,0 0,1-1,-1 1,1-2,0 1,9 0,-12-1,1-1,0 0,-1 0,1 0,-1 0,1-1,-1 0,1 0,-1 0,1-1,-1 1,0-1,0 0,0 0,0 0,0-1,0 0,4-3,-6 4,0-1,0 1,0-1,-1 0,1 1,-1-1,1 0,-1 0,0 0,0 0,0 0,-1 0,1-1,-1 1,0 0,0 0,0 0,0-1,0 1,-1 0,1 0,-1 0,0 0,0 0,0 0,0 0,-2-3,1 2,-1 1,1-1,-1 1,1-1,-1 1,0 0,-1 0,1 0,0 1,-1-1,1 1,-1 0,0 0,0 0,0 0,0 1,0-1,0 1,-7-1,-6 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30.3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1 168,'2'0,"9"0,-1 0,1-1,0 0,16-4,-24 4,-1 1,1-1,0-1,-1 1,1 0,-1-1,1 1,-1-1,1 0,-1 1,0-1,0 0,0-1,0 1,0 0,-1-1,1 1,-1-1,0 1,1-1,1-5,2-13,-2 11,-1 0,1 0,1 0,0 0,9-16,-12 25,0 0,0-1,0 1,0 0,1 0,-1-1,0 1,1 0,-1 0,1 1,-1-1,1 0,-1 0,1 1,-1-1,1 1,2-1,-2 1,0 0,1 0,-1 0,0 1,1-1,-1 1,0 0,0-1,1 1,-1 0,0 0,0 0,0 1,0-1,3 3,-2-1,-1-1,0 1,1-1,-1 1,0 0,0 0,-1-1,1 2,-1-1,1 0,1 6,8 42,-2-6,18 26,-23-53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31.08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0,5 0,2 0,2 0,2 0,-1 0,1 0,0 0,-1 0,0 0,-4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31.4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0,'4'0,"6"0,1 4,2 2,4-1,3-1,3-1,0-1,2-1,0 0,1-1,-5-5,-6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32.3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0,'1'3,"-1"0,1 0,-1-1,1 1,0 0,0-1,0 1,0 0,0-1,1 0,-1 1,1-1,-1 0,1 1,4 2,38 31,-12-12,-4 5,40 54,4 4,-71-86,-1-1,0 1,1-1,-1 1,1-1,-1 1,1-1,-1 1,0-1,0 1,1 0,-1-1,0 1,0 0,1-1,-1 1,0 0,0-1,0 1,0 0,0-1,0 1,0 0,0-1,-1 1,1 0,0-1,0 1,-1 0,1-1,0 1,0-1,-1 1,1 0,-1-1,1 1,-1-1,1 1,0-1,-1 0,0 1,1-1,-1 1,1-1,-1 0,1 1,-1-1,0 0,0 1,-43 13,29-9,5 0,0 1,0 0,1 0,0 1,1 0,-13 14,7-7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33.3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1,'0'4,"0"6,0 5,0 4,0 4,0 1,0 1,0 1,0 0,0-1,0 1,0-1,0-5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33.9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166 0,'0'4,"-1"-1,1 0,-1 0,0 1,0-1,0 0,-1 0,1 0,-1 0,1-1,-1 1,0 0,0-1,0 1,0-1,-5 4,-6 5,-1 0,-16 9,-3 3,28-19,-1 1,1 0,0 0,1 1,-1-1,-6 12,10-16,1 1,-1-1,0 0,0 1,1-1,-1 1,1-1,0 0,-1 1,1-1,0 1,0 0,0-1,0 1,0-1,0 1,0-1,0 1,1-1,-1 1,1-1,-1 1,1-1,-1 0,1 1,0-1,0 0,0 1,0-1,0 0,0 0,0 0,0 0,0 0,0 0,1 0,1 1,6 2,0 0,1 0,-1-1,1 0,0-1,0 0,12 1,-11-2,-1 0,0 1,1 1,-1 0,0 0,11 5,-15-3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34.7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152 1,'0'3,"-1"0,1 0,-1 1,0-1,0 0,0 0,0 0,-1 0,1 0,-1-1,0 1,1 0,-1-1,0 1,-1-1,1 0,-5 5,-7 3,0 0,-20 10,-6 5,38-24,1 0,0-1,0 1,-1 0,1 0,0 0,0 0,0 0,0 0,0 1,0-1,1 0,-1 0,0 1,0-1,1 0,-1 1,1-1,-1 0,1 1,0-1,0 1,-1-1,1 1,0-1,0 1,0-1,1 1,-1-1,0 1,0-1,1 1,-1-1,2 3,0-2,0 0,0 1,0-1,1 0,-1 0,1 0,-1 0,1-1,0 1,0-1,0 1,0-1,0 0,0 0,0 0,3 0,22 4,-10-2,0 0,0 2,19 7,-21-4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35.3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 30,'0'9,"-1"0,-1 0,1 1,-6 13,5-16,-1-1,2 1,-1 0,1 0,0 0,0 1,1-1,0 0,2 12,-1-14,0 0,1 1,-1-1,1 0,0 0,1 0,-1-1,1 1,0 0,0-1,1 0,-1 0,1 0,0 0,0 0,9 5,-6-5,-1-1,1 0,0 0,0 0,0-1,1 0,-1-1,1 1,-1-2,1 1,9-1,-6 0,1-1,-1-1,1 0,-1 0,0-1,0 0,0-1,0 0,0-1,-1-1,0 1,0-1,-1-1,0 0,0 0,8-9,-14 13,0 0,-1 0,1 0,-1 0,0-1,0 1,0 0,0-1,-1 0,1 1,-1-1,0 0,0 0,-1 0,1 0,-1 0,1 1,-1-1,-1 0,1 0,0 0,-1 0,0 0,0 0,0 0,0 1,-1-1,0 0,1 1,-1-1,0 1,-1 0,1 0,-1 0,1 0,-1 0,0 0,0 1,0-1,0 1,-1 0,1 0,-1 0,1 0,-8-2,-14-6,-1 1,0 1,-32-5,47 11,-1 0,0 1,0 1,0 0,0 0,0 1,0 1,0 0,-18 5,14-1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21.9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70,'19'-4,"-18"3,-1 1,1 0,0-1,0 1,0 0,0 0,0-1,0 1,-1 0,1 0,0 0,0 0,0 0,0 0,0 0,0 0,0 1,0-1,0 0,0 1,-1-1,1 0,0 1,0-1,0 1,-1-1,1 1,0-1,-1 1,1 0,0-1,-1 1,2 1,7 9,-1 0,0 1,0-1,-2 1,1 1,-1-1,-1 1,0 0,4 19,6 13,9 46,-17-64,-2 24,-5-44,0 0,0 0,1-1,0 1,0 0,0-1,1 1,0 0,1-1,-1 0,1 0,4 7,-7-13,1 1,-1-1,1 1,0-1,-1 1,1-1,-1 0,1 1,0-1,-1 0,1 1,0-1,-1 0,1 0,0 1,0-1,-1 0,1 0,0 0,-1 0,1 0,0 0,0 0,-1-1,1 1,0 0,0 0,-1 0,1-1,0 1,-1 0,1-1,-1 1,1 0,0-1,-1 1,1-1,-1 1,1-1,-1 0,1 1,-1-1,1 1,-1-1,1-1,20-35,-17 30,27-54,-12 22,2 0,26-35,11 3,-42 55,-2 0,-1-1,0 0,-1-1,0-1,-2 1,10-26,-14 23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22.9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1 121,'0'2,"0"-1,0 1,0-1,0 1,0-1,1 1,-1-1,0 0,1 1,-1-1,1 1,-1-1,1 0,0 1,0-1,0 0,-1 0,1 0,0 1,0-1,1 0,-1 0,0-1,0 1,0 0,1 0,-1 0,0-1,1 1,-1-1,0 1,1-1,-1 0,1 1,-1-1,1 0,-1 0,1 0,-1 0,1 0,-1 0,1-1,-1 1,1 0,1-2,4 1,-1-1,1 0,-1 0,0-1,0 0,0 0,0 0,0-1,5-4,33-37,-41 42,0 0,-1-1,0 1,1-1,-1 1,0-1,-1 0,1 1,-1-1,1 0,-1 0,1-7,-2 10,0 0,0 0,0 0,0 0,0 0,0 0,0 1,-1-1,1 0,0 0,0 0,-1 0,1 0,-1 0,1 0,-1 1,1-1,-1 0,1 0,-1 1,0-1,1 0,-1 1,0-1,1 1,-1-1,0 1,0-1,0 1,0-1,0 1,1 0,-1 0,0-1,0 1,0 0,0 0,0 0,0 0,0 0,0 0,0 0,0 0,0 0,0 1,0-1,1 0,-1 1,-1 0,-2 0,0 0,-1 1,1 0,1 0,-1 0,0 0,0 1,1-1,-5 5,3 0,1-1,-1 1,2-1,-1 1,1 0,0 0,0 1,1-1,0 1,0-1,1 1,0 0,0-1,1 1,0 0,0 0,1-1,3 14,-3-15,0 0,1 0,0 0,0-1,0 1,0-1,1 1,0-1,0 0,1 0,-1 0,1-1,0 1,1-1,-1 0,1 0,-1-1,1 1,0-1,0 0,1 0,-1-1,1 1,9 2,17 3,-19-4,1 0,0-1,22 1,-33-4,1 0,-1 0,1 0,-1 0,1-1,-1 0,1 1,-1-1,0-1,1 1,-1 0,0-1,0 0,0 1,0-1,0-1,0 1,-1 0,4-3,8-14,-1 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23.9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54,'4'0,"1"4,5 2,0-5,2-2,0-6,2 0,-2-5,-2-3,0 0,0 7,1 9,-1 9,3 2,-2 4,-3-2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39.4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1,'0'4,"0"6,4 1,2 2,3 0,5-3,0 2,-3 2,2-1,2-3,-1-7,-3-8,-7-4,-10 1,-2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42.8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 0,'-5'0,"4"0,5 0,7 0,5 0,5 0,2 0,2 0,1 0,0 0,-1 0,1 0,-9 0,-8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44.4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59,'5'0,"5"0,1-4,3-1,3-1,3 2,2 1,2 1,0 1,2 1,-1 0,0 0,0 0,0-4,-4-5,-2-2,-4 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46.0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1 210,'2'0,"1"1,-1 0,0-1,1 1,-1 1,0-1,1 0,-1 1,0-1,0 1,0-1,0 1,-1 0,1 0,0 0,-1 0,1 0,1 4,23 44,-10-13,8 15,15 54,-39-104,0-1,1 1,-1-1,0 0,1 1,-1-1,1 1,0-1,-1 0,1 1,0-1,0 0,0 1,0-1,0 0,0 0,0 0,0 0,0 0,0 0,1 0,-1-1,0 1,1 0,-1-1,0 1,1-1,-1 1,1-1,-1 0,1 0,-1 1,3-1,-1-1,-1 0,0 0,0 0,0 0,1 0,-1-1,0 1,0-1,-1 1,1-1,0 0,0 0,-1 1,1-1,-1 0,0 0,0-1,1 1,-1 0,0-3,11-23,0 1,2 0,20-28,-4 13,-16 24,0-1,-2 0,0-1,-1 0,10-29,-19 44,4-16,2 0,0 0,1 1,24-38,-25 50,-1 5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46.8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100 99,'5'-1,"-1"0,0-1,0 0,1 0,-1 0,0 0,0 0,-1-1,1 0,0 1,-1-2,0 1,5-5,-7 7,0 0,0-1,0 1,-1 0,1 0,0-1,-1 1,1 0,-1-1,1 1,-1 0,1-1,-1 1,0-1,0 1,0-1,0 1,0-1,0 1,0-1,0 1,-1 0,1-1,0 1,-1-1,1 1,-1 0,0-1,1 1,-1 0,0 0,0 0,0-1,0 1,0 0,0 0,0 0,0 0,0 1,-1-1,1 0,0 0,-1 1,1-1,0 1,-1-1,-1 0,-1 0,0 0,0 0,0 0,0 1,0-1,0 1,0 0,0 0,0 1,0-1,0 1,0 0,0 0,0 0,0 0,1 1,-6 2,4 0,0 1,0-1,0 2,1-1,-1 0,1 1,0 0,1 0,-1 0,1 0,1 1,-1-1,1 1,0-1,-2 12,2-6,1-1,0 1,1-1,0 1,0-1,1 1,1-1,4 20,-4-26,0 0,0 1,0-1,1 0,0 0,0 0,0-1,0 1,1-1,0 1,0-1,0 0,0-1,8 6,-4-5,1 1,0-1,0 0,0-1,0 0,1-1,15 3,-6-2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7:47.7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15,'4'0,"1"-4,5-2,4 1,0 5,-2 7,0 2,-1 3,-2 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10.4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328 1,'-1'7,"1"0,-1 1,-1-1,1 1,-1-1,-1 0,1 0,-1 0,0-1,-1 1,-5 7,-6 8,-34 36,14-19,-17 27,-38 43,47-55,31-40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10.7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 1,'0'4,"-4"2,-2 3,-3 1,-1-2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12.5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198 1,'-2'3,"0"0,0 0,0 0,0-1,-1 1,1-1,-1 1,1-1,-1 0,0 0,0 0,-6 3,-5 4,-7 7,1 1,1 1,1 1,0 1,-27 39,41-52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14.0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493 0,'0'9,"-2"0,1 0,-1 0,0 0,-1 0,0-1,0 1,-1-1,0 0,0 0,-10 12,-7 8,-41 41,58-64,-124 110,20-20,64-48,27-27,-33 28,33-35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15.4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1,'7'5,"0"0,0 0,0 0,1-1,-1 0,1 0,0-1,11 3,69 16,-82-20,169 22,-2 0,-127-16,-18-4,-2 1,1 1,34 13,-49-15,1 0,-1-1,1 0,0-1,0-1,18 0,-11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17.0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1,'7'1,"-1"0,1 0,0 1,-1 0,0 1,1-1,-1 1,0 0,0 1,0-1,7 8,-6-6,1 0,-1-1,1 1,0-1,0-1,16 6,5-3,16 2,-2 2,0 1,50 22,-58-17,0-2,59 15,-57-20,-19-4,0-1,30 3,-27-7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2.0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0 128,'1'-5,"1"0,-1 0,1 0,0 1,0-1,1 1,-1 0,1-1,0 1,0 0,0 1,1-1,-1 0,8-4,17-23,-28 30,1-1,0 0,0 1,0-1,0 0,0 1,1-1,-1 1,0 0,1-1,-1 1,1 0,-1 0,1 0,0 0,-1 0,1 0,0 0,0 1,0-1,-1 1,1-1,0 1,0 0,0 0,0-1,0 1,0 1,0-1,0 0,0 0,-1 1,1-1,0 1,0 0,0-1,-1 1,1 0,3 2,10 5,-1 1,1 0,-1 1,-1 0,0 1,-1 1,13 15,-8-11,-17-15,0-1,1 1,-1-1,0 1,1-1,-1 1,0-1,1 0,-1 1,1-1,-1 1,1-1,-1 0,1 0,-1 1,1-1,-1 0,1 0,-1 0,1 0,0 1,-1-1,1 0,-1 0,1 0,-1 0,1 0,0-1,3-3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5.2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4.7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1,'0'4,"4"1,2 5,3-1,1 4,-2 3,-2 3,-2 2,-1 3,-2 1,-1 0,0 0,-5-4,-1-6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6.1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0,'9'5,"2"4,4 3,0 1,-4 5,-3 2,-3 2,2-3,0 0,-2 1,-1 1,-2 2,-1-4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6.6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0,'4'0,"2"4,-1 6,-1 5,-1 4,3-1,1 1,-2-7,0-11,-2-8,2-8,6-6,0 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7.0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0,'5'0,"4"0,7 0,3 0,-1 4,-3 6,-1 1,-2 2,-3 4,-4 3,-2 3,3-4,-1 1,0 0,-1-4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7.4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32 0,'2'25,"1"-1,0 1,2-1,1 0,12 30,-10-33,-1-1,-1 1,-1 1,-1-1,-1 1,-1-1,0 25,-3-41,1-1,-1 0,0 0,-1 1,1-1,-1 0,0-1,0 1,0 0,0 0,-1-1,1 1,-6 4,7-7,0 0,0 0,0 0,0 0,0-1,-1 1,1 0,0-1,0 1,-1-1,1 1,0-1,-1 0,1 1,0-1,-1 0,1 0,-2 0,1-1,0 1,0-1,1 0,-1 1,1-1,-1 0,0 0,1 0,0 0,-1 0,1-1,0 1,-1 0,1-1,0 1,0 0,0-1,-1-1,-2-5,1 0,0 0,0-1,0 1,1-1,0 1,1-1,0 0,0 0,1 1,0-1,2-11,2-13,15-59,-14 74,1 0,9-20,-5 17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7.7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0,'4'0,"1"4,5 2,4 3,0 5,-2 4,-4 3,-2 3,-8-4,-2 0,-2-4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8.2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212 1,'-7'1,"-1"0,1 0,0 1,0 0,0 0,1 0,-1 1,0 0,1 1,0-1,0 1,-6 5,-10 9,-32 32,49-45,0 0,0 1,1-1,0 1,0 0,1 0,0 0,-4 8,7-12,-1 0,1-1,-1 1,1 0,0-1,0 1,-1 0,1-1,1 1,-1 0,0-1,0 1,1 0,-1-1,0 1,1-1,0 1,-1-1,1 1,0-1,0 1,0-1,0 0,0 1,0-1,0 0,0 0,1 0,-1 0,0 0,1 0,-1 0,1 0,-1 0,1-1,-1 1,1-1,0 1,1 0,7 1,-1 0,1 0,0 0,0-2,-1 1,1-1,0 0,0-1,0 0,0-1,-1 0,1 0,10-5,-15 5,0 0,0 0,-1 0,1-1,-1 1,1-1,-1 0,0 0,0-1,-1 1,1-1,-1 0,1 0,-1 0,0 0,-1-1,1 1,-1-1,0 0,0 0,0 1,-1-1,0 0,1-1,-2 1,1-9,-1 12,0-1,0 1,-1 0,1 0,-1 0,1-1,-1 1,0 0,0 0,0 0,0 0,-1 0,1 1,0-1,-1 0,1 1,-1-1,1 0,-1 1,0 0,0-1,0 1,0 0,0 0,0 0,0 0,0 1,0-1,0 0,-3 0,-2 0,1 0,-1 0,1 1,0-1,-1 1,1 1,-1-1,1 1,-9 2,-3 4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8.5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0 152,'6'0,"13"0,38-4,-50 2,0 1,0-1,0 0,0-1,-1 0,1 0,-1 0,11-8,24-21,-23 17,1 1,35-20,-46 30,0 1,0 0,0 0,0 1,1-1,0 2,-1-1,1 2,0-1,-1 1,10 1,-12-1,-1 0,0 1,1 0,-1 0,0 1,0-1,0 1,0 0,0 1,-1-1,1 1,8 6,-10-6,0 0,-1 0,1 1,-1-1,1 1,-1 0,0 0,-1 0,1 0,-1 0,1 0,-1 0,0 0,-1 1,1-1,-1 6,1 6,-2 1,0-1,0 0,-2 0,0 0,-8 23,6-22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9.0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1,'5'0,"5"0,5 0,4 0,4 0,1 0,1 0,1 0,0 0,-1 0,1 0,-6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9.3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0,4 0,3 0,3 0,0 0,1 0,-5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29.74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1,'5'1,"0"0,0 1,0 0,0 0,0 1,7 4,-2-1,13 7,1 1,-2 2,0 0,27 26,-38-31,0 0,-1 0,-1 1,0 0,-1 1,0 0,0 1,-2-1,8 22,-13-32,0 1,0 0,0-1,0 1,-1 0,0-1,1 1,-1 0,-1 0,1 0,0-1,-1 1,0 0,0-1,0 1,-3 5,2-6,0 0,0-1,0 0,0 1,0-1,-1 0,1 0,-1 0,0-1,1 1,-1-1,0 1,0-1,0 0,0 0,0 0,0 0,0-1,0 1,-4-1,-16 2,1-2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30.3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 0,'0'5,"4"4,2 7,-1 3,-1 4,-1 1,-1 1,-1 1,0 0,-1-1,-1 1,1-1,0-1,-4-3,-2-2,-4-4,1-4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30.7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210 0,'0'2,"-1"-1,1 1,-1-1,1 0,-1 1,1-1,-1 0,0 1,0-1,0 0,0 0,0 0,0 0,0 0,0 0,0 0,0 0,0 0,-1 0,-1 0,-33 17,21-12,-14 9,10-6,0 1,0 1,-17 13,35-23,0 0,-1 0,1 0,0 0,0 0,0 0,0 0,0 0,0 1,0-1,1 0,-1 1,0-1,1 1,-1-1,1 0,-1 1,1-1,0 1,-1-1,1 1,0 0,0-1,0 1,0-1,0 1,1-1,-1 1,0-1,1 1,-1-1,1 1,0-1,-1 0,1 1,0-1,0 0,0 0,0 1,0-1,0 0,0 0,0 0,0 0,1 0,1 1,8 6,0-1,1 0,0 0,15 5,-20-9,105 56,-92-51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31.4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28 0,'0'3,"1"0,0-1,0 0,0 1,0-1,0 1,0-1,1 0,-1 0,1 0,0 0,-1 0,1 0,4 3,29 22,-23-19,0 0,0 0,-1 2,0-1,-1 1,0 1,0 0,-1 0,-1 1,8 13,-15-24,0 0,-1 1,1-1,0 0,0 0,-1 1,1-1,-1 0,0 1,1-1,-1 1,0-1,0 1,0-1,0 0,0 1,0-1,0 1,0-1,0 1,-1-1,1 0,-1 1,1-1,-1 0,0 1,1-1,-1 0,0 0,0 0,0 1,0-1,0 0,0 0,0 0,0 0,0-1,0 1,-1 0,1 0,0-1,0 1,-2 0,-8 2,1-1,-1 1,1-2,-1 0,-11 0,-9 2,-44 13,66-14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8:32.2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74 56,'-2'1,"-1"-1,0 1,1 0,-1 0,1 0,-1 1,1-1,0 0,0 1,-1 0,1-1,0 1,-3 4,-21 30,24-33,0 0,1 0,-1 1,1-1,0 0,0 1,1-1,-1 1,0-1,1 1,0-1,0 1,0 0,1-1,-1 1,1-1,-1 1,1-1,0 1,1-1,-1 0,1 0,-1 1,1-1,0 0,0 0,0-1,1 1,-1 0,1-1,-1 1,1-1,0 0,0 0,0 0,0 0,0-1,4 2,2 2,1-2,0 1,0-1,0-1,1 0,-1 0,0-1,1-1,-1 0,1 0,-1 0,12-4,-12 2,0-2,0 1,-1-1,1-1,-1 0,0 0,0-1,-1 0,0 0,0-1,9-10,-13 13,0 0,-1-1,0 1,0-1,0 0,0 0,-1 0,0-1,3-10,-4 13,-1-1,1 1,-1-1,0 0,0 1,0-1,-1 1,1-1,-1 0,0 1,0-1,0 1,-1 0,1-1,-1 1,-3-5,1 3,1 1,-1 0,-1 0,1 0,0 0,-1 1,0-1,0 1,0 1,0-1,0 1,-1-1,1 2,-1-1,1 0,-1 1,-8-1,-11 0,0 1,-43 3,47-1,-1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5:57.64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1 609,'8'-1,"1"0,-1-1,0 0,0 0,1-1,-1 0,-1 0,10-6,27-10,-21 12,0 0,1 2,-1 0,1 2,29-1,-31 2,-1 0,24-6,-23 4,41-4,-41 8,153 1,-109 11,-47-8,-1 0,27 1,295-4,-161-3,-161 3,1 1,32 8,-31-6,0 0,24 0,-32-3,198-3,-62-21,-67 10,-59 9,0 0,25-1,603 4,-313 3,132-2,-437-2,-1-1,1-2,36-10,-35 7,0 1,58-3,-49 9,-1-1,49-10,-59 8,0 1,55 1,12 0,26-21,-26 11,-64 6,56-2,-40 8,-1 1,-1-2,76-12,-67 5,0 3,1 3,57 5,-8-1,-28-1,89-3,-86-9,-51 5,53-2,1125 9,-1185 1,1 0,28 7,-26-4,41 2,-28-5,68 11,-74-9,1-1,51-2,-54-2,0 2,0 1,38 7,-33-3,0-2,0-1,47-3,41 2,-42 10,-52-7,52 3,559-9,-619 3,1 0,31 7,-30-4,45 3,28-9,-63 0,0 0,1 3,56 8,-33-1,1-2,0-3,92-7,-41 1,458 2,-550 1,-1 1,33 8,-31-6,0 0,24 0,378-3,-202-2,-199 0,0-1,31-7,26-3,14-1,-62 8,46-3,-51 6,-1-1,1-2,33-9,-29 6,55-8,6 1,-31 4,-9 0,-34 7,1 0,24-1,107-19,-49 11,-65 8,54-3,381 9,-451-2,-1-1,1-1,17-4,-16 2,1 2,25-2,80 6,46-2,-88-11,-53 7,55-3,531 9,-591-2,-1-2,29-6,-26 4,41-2,-32 4,34-7,-37 5,50-2,3 5,148 6,-216-2,0 2,0 0,26 11,31 7,-29-13,1-1,83 1,905-10,-1016 0,-1-1,1-1,-1-1,32-10,-27 7,0 1,29-4,120-17,-116 16,-36 7,1 0,30-1,6 4,-12 1,-1-2,58-9,-21 0,-48 7,35-7,-31 5,0 1,0 2,0 2,43 4,3-1,91-2,-193-4,1-1,0 0,0-2,-17-8,-43-14,48 19,1-1,-43-22,48 21,-4 5,27 7,1 0,-1-1,0 1,1 0,-1 0,1 0,-1 0,0 0,1 0,-1 0,0 1,1-1,-1 0,1 0,-1 0,1 1,-1-1,0 0,1 0,-1 1,1-1,-1 1,1-1,-1 0,1 1,0-1,-1 1,1-1,0 1,-1-1,1 1,0-1,-1 1,1 0,0-1,0 1,0-1,0 1,-1 0,1-1,0 1,0 1,1-1,-1-1,0 1,1 0,-1 0,1 0,-1 0,1 0,-1 0,1-1,-1 1,1 0,0-1,-1 1,1 0,0-1,0 1,0-1,-1 1,1-1,0 1,1-1,25 10,-15-6,75 23,-64-22,0 2,0 1,31 15,-36-14,0 1,-1 1,0 0,-1 1,24 24,-35-31,17 22,-21-26,-1-1,0 1,1 0,-1-1,0 1,0-1,0 1,0 0,1 0,-1-1,0 1,0 0,0-1,0 1,-1 0,1-1,0 1,0 0,0-1,0 1,-1-1,1 1,0 0,-1-1,1 1,0-1,-1 1,1-1,-1 1,1-1,-1 1,1-1,-1 1,1-1,-1 0,0 1,1-1,-1 0,1 1,-1-1,0 0,1 0,-1 0,0 0,0 1,-87 21,64-17,1 1,-1 1,1 1,-23 11,16-1,26-14,0-1,-1 1,0-1,1-1,-1 1,0-1,-1 0,1 0,0 0,0-1,-1 1,1-1,-10 0,14-1,-1-1,1 1,-1 0,1-1,0 1,-1-1,1 0,-1 1,1-1,0 0,0 0,-1 0,1 0,0 0,0 0,0 0,0 0,0-1,0 1,1 0,-1 0,0-1,1 1,-1-1,1 1,-1-1,1 1,0 0,-1-1,1 1,0-1,0 0,0 1,0-1,0 1,1-1,-1 1,0-1,1-1,1-4,-1 1,1 0,0 0,1 0,-1 0,1 1,0-1,5-6,17-15,-15 15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6:07.41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0 662,'988'0,"-969"-1,-1-1,34-8,-32 6,0 0,23 0,70 5,45-2,-134-3,-1 0,36-12,-39 9,1 2,-1 0,35-3,114 9,33-2,-180-2,0-2,41-12,-43 10,1 2,-1 0,34-3,44-4,-62 6,52-1,824 8,-887 0,-1 1,29 7,-26-4,41 3,-24-7,85 13,-73-7,0-2,1-2,62-6,-12 1,-13 4,108-5,-126-9,-51 7,46-3,482 6,-267 4,404-2,-669-1,1-1,29-7,28-3,20 0,-65 6,55-2,-44 8,1-1,60-11,-49 4,1 3,114 6,-65 1,263-2,-345-2,0 0,0-2,44-13,-42 10,0 0,47-3,-29 5,70-15,-77 11,1 2,69-3,-31 11,67-2,-77-11,-49 8,0 1,27-2,61-7,-73 6,51-1,-50 6,1-1,44-9,93-18,-101 21,31-5,-72 9,0 1,44 1,13 0,-19-9,-50 6,1 2,24-2,83-7,-79 6,52-1,493 8,-573 0,-1 1,33 8,-31-6,1 0,22 0,247-3,-135-2,-134 2,1 2,0 0,-1 1,30 11,-29-9,0 0,1-1,44 3,72-10,67 4,-124 9,-51-5,53 1,656-8,-708 3,0 2,-1 0,37 11,-35-7,0-1,59 3,337-9,-192-3,-226 1,0 0,0-1,0 0,-1-1,1-1,17-7,-15 6,0 0,0 1,27-6,43 5,-47 3,42-7,-18 2,1 2,106 6,-60 1,436-2,-526-1,1-1,0-1,17-4,-16 2,0 2,27-2,-16 2,37-6,-37 3,40-1,-35 5,36-8,-38 5,50-3,-56 7,48-10,-47 6,40-2,3 7,-38 1,-1-1,1-2,54-11,-61 8,48-3,-46 6,41-8,-41 6,1 0,-1 2,56 3,33-2,-50-11,-50 8,1 0,28-1,392 4,-210 2,-196 2,0 0,0 3,46 12,-54-12,5 3,0 2,29 13,12 6,-38-17,-21-8,-1-1,1 0,0 0,1-1,11 1,47 10,-59-10,0-1,1 0,-1-1,1-1,-1 1,1-2,0 0,-1 0,1-1,17-4,-28 5,0 0,0 0,0-1,0 1,0 0,0-1,0 1,-1-1,1 1,0-1,0 1,0-1,-1 0,1 1,0-1,-1 0,1 0,-1 1,1-1,-1 0,1 0,-1 0,1 0,-1 0,1-1,-1 0,-1 1,1-1,0 0,0 1,-1-1,1 1,-1-1,1 1,-1-1,0 1,1-1,-1 1,0 0,-1-2,-3-3,0 0,-1 0,0 1,0 0,-7-5,-30-19,-80-39,101 60,0 0,-37-7,-22-7,-31-7,90 24,77 26,-33-11,0-1,1-1,0-1,33 6,-28-10,-9-2,-1 0,0 2,1 0,-1 2,0-1,20 10,-15-4,-8-4,-1 0,1 1,-1 0,0 2,0-1,-1 2,14 12,-27-22,1 1,-1 0,1-1,-1 1,1 0,-1-1,1 1,-1 0,0-1,1 1,-1 0,0 0,0 0,1-1,-1 1,0 0,0 0,0 0,0 0,0-1,0 1,0 0,0 0,0 0,-1 1,0-1,0 1,0-1,0 1,0-1,0 0,-1 0,1 0,0 1,-1-1,1 0,0-1,-3 2,-6 3,0-1,-1 0,-13 2,16-3,-33 11,-68 36,-15 5,87-39,-39 21,25-11,51-25,-1-1,0 1,1-1,-1 1,0-1,0 0,1 1,-1-1,0 0,0 0,0 1,1-1,-1 0,0 0,0 0,0 0,1 0,-1 0,0 0,0 0,0 0,0-1,1 1,-1 0,0 0,0-1,1 1,-1 0,0-1,0 1,1-1,-1 1,-1-2,2 0,-1 0,0 0,1 0,-1 0,1 0,0 0,0 0,0 0,0 0,0 0,0 0,1-4,2-8,0 0,1 1,6-14,10-27,22-93,-39 136,5-31,-7 23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6:40.3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226 1,'0'1,"0"1,-1-1,1 1,0 0,-1-1,1 1,-1-1,1 1,-1-1,0 0,1 1,-1-1,0 0,0 1,0-1,0 0,0 0,-1 0,1 0,0 0,0 0,-1 0,-1 1,-42 15,39-16,-1 1,1 0,0 0,0 1,-6 3,2 3,2 0,-1 1,1-1,1 2,0-1,0 1,-8 19,-4 5,15-28,0 0,1 0,0 1,0 0,1-1,0 1,0 0,1 0,0 0,0 0,1 0,1 15,-1-18,1 0,0 0,0 0,1-1,-1 1,1 0,0-1,0 1,1-1,-1 0,1 0,0 0,0 0,0 0,1-1,-1 1,1-1,0 0,0 0,0-1,9 5,-6-3,23 10,0-1,39 10,-58-20,-1-1,1 0,0-1,0 0,0-1,0 0,0-1,0 0,0 0,17-6,-16 4,-6 1,1 1,-1-2,0 1,1-1,7-4,-12 5,1 0,-1 1,-1-1,1 0,0 0,0 0,-1-1,1 1,-1 0,0-1,1 1,-1-1,0 1,-1-1,1 1,0-1,0-3,2-27,-1 0,-2 0,-3-33,0-17,3 72,0-1,0 1,-1-1,-2-11,2 20,1 1,-1-1,0 0,0 0,0 1,0-1,-1 0,1 1,-1-1,1 1,-1 0,0-1,0 1,0 0,0 0,-5-3,-7-2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6:51.7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105 1,'17'0,"-2"0,0-1,0 2,-1 0,1 1,23 6,-35-7,-1 0,1 0,-1 0,1 0,-1 1,0-1,0 1,0-1,0 1,0 0,0 0,0 0,0 0,-1 0,3 4,-3-3,0 0,0 0,0 0,0 0,-1 0,0 1,1-1,-1 0,0 0,0 1,-1-1,1 0,-1 0,0 1,-2 4,1-2,0 0,-1-1,1 0,-2 1,1-1,0 0,-1-1,0 1,0-1,0 0,-7 5,-8 6,-33 18,34-23,2 1,-18 14,-42 37,76-62,-1 0,1 0,-1 1,1-1,-1 0,1 1,-1-1,1 1,-1-1,1 1,-1-1,1 1,0-1,-1 1,1-1,0 1,-1-1,1 1,0-1,0 1,0 0,0-1,-1 1,1-1,0 1,0 0,0-1,0 1,0 0,0-1,1 1,-1-1,0 1,0 0,0-1,0 1,1-1,-1 1,0-1,1 1,-1 0,0-1,1 0,-1 1,1-1,-1 1,1-1,-1 1,1-1,-1 0,1 1,-1-1,1 0,-1 0,1 1,0-1,-1 0,1 0,-1 0,1 0,1 0,46 6,-38-5,120 18,-108-17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6:59.5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150 56,'-9'-1,"0"2,-1-1,1 1,0 1,0-1,0 2,0-1,-15 7,20-7,0 0,1 1,0-1,-1 1,1 0,0 0,0 0,0 0,1 0,-1 0,1 1,0-1,0 1,0 0,0 0,1-1,-1 1,1 0,0 0,0 1,0 6,1-6,-1 0,1 0,1 0,-1 1,1-1,0 0,0 0,0 0,1-1,-1 1,1 0,0 0,1-1,-1 1,4 3,5 5,-1 0,2-1,16 14,-4-4,-17-16,1 0,-1 0,1-1,1 0,-1 0,1-1,0 0,0-1,0 0,1 0,-1-1,0 0,1-1,0 0,-1 0,1-1,0 0,-1-1,1 0,-1-1,1 0,-1 0,1-1,-1 0,0-1,0 0,8-5,-10 5,-1 1,-1-1,1 0,0 0,-1-1,0 0,0 0,-1 0,1 0,-1-1,6-9,-8 10,-1 0,1-1,-1 1,1 0,-2-1,1 1,0-1,-1 1,0-1,-1 1,1-1,-1 1,0 0,0-1,-3-6,0-2,-1 0,-1 1,0 0,0 0,-2 1,1-1,-2 2,1-1,-2 1,1 0,-2 1,-10-9,14 15,0 1,1 0,-1 0,0 0,-1 1,1 0,0 1,0 0,-1 0,1 0,-15 1,1 1,0 1,-41 10,54-10,0 0,0 0,0 1,1 0,-1 0,1 1,0 0,-11 8,7-1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12.8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1,'5'2,"0"0,-1 0,1 0,-1 1,1 0,-1 0,0 0,-1 0,1 1,0-1,5 9,2-1,8 7,0-2,1 0,0-2,33 18,-42-24,0-1,0 2,0 0,14 16,25 20,-46-43,1 1,0-1,-1 0,1 0,0 0,1 0,6 0,14 6,-10-2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13.8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219 0,'0'6,"-1"0,0 0,0 0,0-1,-1 1,0 0,0-1,0 0,-4 8,-34 46,5-7,-75 135,101-169,2-2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14.7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1,'-1'0,"1"0,0 0,0 0,-1 0,1 0,0 0,0-1,-1 1,1 0,0 0,0 0,-1 0,1 0,0 0,0 0,-1 0,1 0,0 0,0 0,-1 1,1-1,0 0,0 0,-1 0,1 0,0 0,0 0,-1 0,1 1,0-1,0 0,0 0,-1 0,1 1,0-1,0 0,0 0,0 0,0 1,-1-1,1 0,0 0,0 1,0-1,0 0,0 0,0 1,0-1,0 0,0 1,0-1,0 0,0 0,0 1,0-1,0 0,0 0,0 1,0-1,1 0,-1 0,0 1,16 9,13-5,1-1,0-2,0-1,41-5,4 2,6 3,84-3,-164 2,1 0,0 0,-1 0,1-1,0 1,0 0,-1-1,1 1,-1-1,1 0,-1 0,1 0,-1 1,1-1,-1 0,1-1,1-1,2-8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15.7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0,'0'590,"0"-591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17.7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 0,'14'0,"0"1,1 0,-1 1,0 1,14 4,-24-6,-1 0,0 0,0 1,0-1,0 1,0 0,-1 0,1 0,0 0,-1 0,1 0,1 4,-3-5,0 1,0 0,0 0,0 0,-1 0,1 0,-1 0,1 0,-1 0,0 0,0 0,1 0,-1 0,-1 0,1 0,0 0,-1 0,1 0,-1 0,1 0,-2 3,0-1,-1 0,1-1,0 1,-1-1,0 0,0 1,0-1,0 0,0-1,-1 1,-6 3,-48 25,40-22,11-6,0 1,0 0,1 0,-1 0,1 1,-8 8,13-12,1 0,-1 0,0 0,0 0,1 0,-1 0,1 0,-1 1,1-1,-1 0,1 0,-1 1,1-1,0 0,0 0,0 1,0-1,0 2,1-1,-1 0,1 0,0-1,0 1,0-1,0 1,0-1,0 1,0-1,1 0,-1 1,0-1,1 0,-1 0,1 0,-1 0,3 1,5 2,-1 0,1-1,0 0,0-1,14 2,12 4,-25-5,1 0,0 0,1-1,-1-1,0 0,0 0,1-1,-1-1,19-2,-14-3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22.2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49 53,'-1'3,"0"0,0 0,0 0,-1 0,1 0,-1 0,0 0,0 0,-3 3,-7 12,9-12,0 0,1 0,0 0,0 0,0 0,1 1,-1-1,2 0,-1 1,1-1,0 1,0-1,0 1,1-1,0 0,1 1,-1-1,1 0,0 0,1 0,0 0,0 0,0-1,0 1,1-1,0 0,0 0,0 0,1-1,-1 1,1-1,0 0,1 0,-1-1,12 6,4 0,0 0,1-2,24 6,-16-6,-8-2,0 0,0-2,1 0,27-1,-44-2,-1 0,0-1,1 1,-1-1,0-1,1 1,-1-1,0 0,0 0,0 0,0-1,-1 0,1 0,-1 0,1 0,-1-1,0 1,-1-1,1 0,0 0,-1-1,5-9,-4 5,0 0,-1 0,-1 0,1-1,-1 0,-1 1,0-1,-1-17,0 12,-1 1,0 0,-1-1,-1 1,-6-18,7 26,0 0,-1 1,0-1,0 1,-1 0,0 0,0 0,0 0,0 1,-1 0,1-1,-1 2,0-1,0 1,-1-1,1 1,-1 1,1-1,-1 1,0 0,-12-2,-8-1,0 2,0 1,-50 2,44 1,5-1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25.2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99 0,'-2'5,"0"0,0-1,-1 1,1-1,-1 0,0 0,0 0,-1 0,1 0,-1-1,1 1,-6 2,-2 5,6-8,2 1,-1 0,0 0,1 1,-1-1,1 1,1 0,-1-1,1 1,-1 0,1 1,1-1,-1 0,1 1,0-1,0 0,1 1,-1-1,1 1,0 0,1-1,-1 1,1-1,0 0,1 1,-1-1,1 0,0 0,0 0,1 0,0 0,-1 0,2-1,-1 1,7 6,19 21,38 46,-62-73,0-1,1 1,-1-1,1 0,0 0,0 0,0-1,0 0,1 0,-1-1,1 0,9 2,-1 0,-1-1,1-1,0-1,26 0,-28-3,1-1,-1 0,0-1,0 0,0-1,22-12,15-6,-44 22,-1-1,0 0,0-1,1 1,-1-1,-1 0,1 0,0-1,-1 1,0-1,0 0,0 0,0 0,-1-1,1 0,-1 1,0-1,-1 0,1 0,2-8,2-3,-2 5,0 0,-1 0,0-1,0 1,2-20,-6 28,1 0,-1 1,-1-1,1 0,0 1,-1-1,1 1,-1-1,1 1,-1-1,0 1,0-1,-1 1,1 0,0-1,-1 1,1 0,-1 0,0 0,0 0,0 0,0 1,0-1,0 0,0 1,0 0,-1-1,1 1,0 0,-1 0,-3-1,-25-6,-1 0,1 2,-50-3,64 7,-49-9,56 8,-1 0,0 1,0 0,1 1,-1 0,0 1,0 0,0 1,0 0,0 1,0 0,-16 6,-47 19,53-21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31.4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0,'1'5,"-1"0,1 0,0 0,1-1,-1 1,1-1,0 1,0-1,0 0,0 1,1-1,0 0,0 0,0-1,0 1,1-1,4 4,10 8,1-1,27 15,-18-12,-5 0,27 25,-36-28,2-1,0-1,0 0,25 12,-26-17,0 0,0-2,31 8,-28-8,-18-5,1 0,-1 0,1 0,-1 0,1 1,-1-1,1 0,-1 0,0 0,1 0,-1 1,1-1,-1 0,0 0,1 1,-1-1,0 0,1 1,-1-1,0 0,0 1,1-1,-1 0,0 1,0-1,0 1,1-1,-1 0,0 1,0-1,0 1,0-1,0 1,0-1,0 1,-4 3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32.5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479 1,'-2'5,"0"-1,-1 1,1 0,-1-1,0 0,0 0,0 0,0 0,-1 0,1 0,-9 5,1 1,-31 32,12-13,1 0,2 2,0 1,-25 43,36-51,-1-2,-1 0,0 0,-30 24,25-23,21-21,-1 1,1-1,-1 0,0 0,1 0,-1 0,0 0,0-1,0 0,-1 1,1-1,0 0,0 0,-1-1,1 1,0-1,-1 1,-6-2,-4-2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36.9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0,'21'1,"0"0,1 2,-1 0,40 12,-48-11,1 1,-1 1,0 0,-1 1,0 0,0 0,0 2,-1-1,12 13,-6-5,1-1,1-1,0-1,0 0,38 16,-1 1,-11-3,-25-14,1-1,0 0,32 10,-38-16,0 0,0 1,-1 1,0 0,0 1,18 14,-27-17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37.8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391 1,'-38'34,"28"-26,0 0,1 1,-1 1,2 0,-11 14,-41 78,28-47,-63 85,70-112,18-21,0 0,1 0,0 1,1-1,0 1,0 1,-4 8,-11 27,15-38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43.5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1,'0'0,"-1"0,1 0,-1 0,1 0,-1 0,1 0,0 0,-1 0,1 0,-1 0,1 0,0 0,-1 0,1 0,-1 1,1-1,0 0,-1 0,1 1,0-1,-1 0,1 0,0 1,-1-1,1 0,0 1,0-1,-1 0,1 1,0-1,0 0,0 1,0-1,-1 1,1-1,0 0,0 1,0-1,0 1,0-1,0 0,0 1,0-1,0 1,0-1,0 0,0 1,1-1,-1 1,0-1,0 0,0 1,0-1,1 1,-1-1,0 0,0 0,1 1,-1-1,1 1,16 20,192 152,-177-148,-25-20,0 0,-1 0,1 1,-1 0,0 0,-1 0,1 1,-1 0,5 9,-10-14,4 5,0 1,0-1,10 12,-13-18,0 0,-1 0,1 0,0 0,0-1,-1 1,1 0,0 0,0-1,0 1,0 0,0-1,0 1,0-1,0 1,1-1,-1 0,0 1,0-1,0 0,0 0,0 0,1 0,-1 0,0 0,0 0,0 0,0 0,1-1,-1 1,0 0,0-1,0 1,0-1,0 1,2-2,5-7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44.3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333 1,'-6'1,"0"0,0 0,0 1,0 0,1 1,-1-1,1 1,-1 0,1 0,0 1,0-1,-8 9,-16 10,21-16,1-1,-1 2,1-1,1 1,-1 0,1 0,-8 13,-32 63,10-17,29-53,-1-1,-1 0,0 0,0-1,-21 18,25-27,4-4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46.7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120 79,'-4'2,"-1"0,1 0,-1 1,1-1,0 1,0 0,0 0,1 1,-1-1,1 1,-5 5,6-7,-6 9,1 0,-1 0,2 1,-1-1,2 2,0-1,0 1,1-1,0 1,2 0,-3 15,6-25,-1 0,0 1,1-1,0 0,0 0,0 0,0 0,0 0,1 0,-1 0,1 0,0 0,0-1,0 1,0-1,0 1,1-1,-1 0,1 0,3 3,9 5,1 0,24 12,-17-10,-12-7,0 0,1 0,0-1,-1-1,2 0,-1-1,22 2,-6-3,1-1,35-4,-58 3,0 1,-1-2,1 1,0 0,-1-1,0 0,1-1,-1 1,0-1,0 0,0 0,-1 0,1-1,-1 0,1 0,-1 0,-1 0,1-1,-1 1,1-1,-1 0,0 0,-1 0,1 0,-1-1,0 1,-1-1,1 1,-1-1,0 0,-1 1,1-1,-1 0,-1-11,-2 2,-1 0,0 0,-1 0,0 0,-1 1,-1 0,-1 0,0 1,0 0,-1 0,-1 1,0 0,-1 1,0 0,-21-16,19 20,-1 0,1 1,-1 1,-1 0,1 0,0 2,-1 0,0 0,0 2,0-1,0 2,0 0,0 1,0 1,-16 3,-19 15,41-15,-9 4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49.6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 22,'-3'0,"0"0,0 0,0-1,0 1,0-1,0 0,0 1,0-1,0-1,0 1,0 0,1-1,-6-3,8 5,0 0,0 0,0 0,0 0,0 0,0 0,0-1,-1 1,1 0,0 0,0 0,0 0,0 0,0 0,0 0,0 0,0-1,0 1,0 0,0 0,0 0,0 0,0 0,0 0,0 0,0-1,0 1,0 0,0 0,0 0,0 0,0 0,1 0,-1 0,0 0,0-1,0 1,0 0,0 0,0 0,0 0,0 0,0 0,0 0,0 0,1 0,-1 0,0 0,0 0,0 0,0 0,0 0,0 0,0 0,1 0,11-2,11 2,18 8,61 5,-88-12,-4 1,-1-1,1 2,-1-1,1 1,-1 0,0 1,0 0,-1 1,1-1,13 12,2 4,-2 0,24 27,-33-31,1-1,1 0,0-1,1-1,1 0,31 18,-7-11,-15-7,34 13,-41-20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50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317 0,'0'8,"0"0,0-1,-1 1,0-1,0 1,-1-1,0 0,0 1,-1-1,0 0,0 0,-1-1,0 1,0-1,0 1,-6 5,-77 116,16-21,57-87,0 0,1 2,1 0,-16 42,27-60,-10 22,11-26,0 1,0-1,-1 1,1-1,0 1,0-1,0 1,-1-1,1 1,0-1,-1 1,1-1,0 1,-1-1,1 0,-1 1,1-1,0 0,-1 1,1-1,-1 0,1 0,-1 1,1-1,-1 0,1 0,-1 0,0 0,1 0,-1 0,1 0,-1 0,1 0,-1 0,1 0,-1 0,1 0,-2 0,-3-6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51.3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24,'-1'0,"1"0,-1 0,1 0,-1 0,1 0,-1 0,1 0,-1 0,1 1,-1-1,1 0,-1 0,1 0,-1 0,1 1,-1-1,1 0,-1 1,1-1,-1 0,1 1,0-1,-1 0,1 1,-1-1,1 1,0-1,0 1,-1-1,1 1,0-1,0 1,0-1,-1 1,1-1,0 1,0-1,0 1,0-1,0 1,0-1,0 1,0 0,0-1,0 1,0-1,1 1,-1-1,0 1,1 0,-1 0,1 1,-1-1,1 1,0-1,0 1,0-1,0 1,0-1,0 0,0 1,0-1,1 0,-1 0,0 0,4 1,0 0,0 0,1-1,-1 0,1 0,-1 0,1-1,0 0,-1 0,1-1,9-1,56-19,-55 15,0 0,29-4,55 3,-65 6,52-8,-39 1,-27 6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52.1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1,'-2'0,"0"0,1 1,-1-1,0 1,0 0,0 0,0 0,1-1,-1 2,0-1,1 0,-1 0,1 0,-1 1,1-1,0 1,0-1,-1 1,1 0,0-1,0 1,1 0,-1 0,0 0,1-1,-2 5,-1 4,1 1,0 0,-2 15,2-8,0 0,2 0,0 0,0 0,2 0,0 0,1 0,1-1,9 24,15 39,-21-58,0-1,1 0,15 27,-18-39,0 0,-1 1,0-1,-1 1,0-1,0 1,-1 0,0 0,-1 0,0 12,-1-12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53.2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4,'38'-2,"-26"1,0 0,0 1,0 0,0 1,0 1,19 4,-29-6,-1 1,1-1,-1 1,1-1,-1 1,1 0,-1-1,0 1,1 0,-1 0,0 0,0 0,0 0,0 1,0-1,0 0,0 0,0 1,0-1,0 1,-1-1,1 1,0 1,-1-1,0 0,0 0,0 0,-1 1,1-1,-1 0,1 0,-1-1,0 1,0 0,0 0,0 0,0 0,0-1,-2 3,-4 5,-1-1,1-1,-2 0,1 0,-15 9,7-7,-30 19,45-27,-1 0,1 0,-1 0,1 0,0 0,-1 1,1-1,0 1,0-1,0 1,0-1,0 1,0-1,1 1,-1 0,0-1,1 1,-1 0,1 0,0 0,0-1,0 4,0-3,1-1,0 1,0 0,0-1,0 1,0-1,0 1,0-1,1 1,-1-1,0 0,1 1,-1-1,1 0,0 0,-1 0,1 0,0-1,0 1,-1 0,1-1,0 1,0-1,0 0,3 1,54 3,-51-4,60-1,-57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55.7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228 26,'-11'0,"0"1,0-1,0 2,1-1,-1 1,0 1,1 0,-1 1,1 0,0 0,1 1,-1 1,1-1,0 1,0 1,0 0,1 0,0 1,-9 11,14-15,0 1,1 0,-1 0,1 0,0 0,0 0,1 0,-1 0,1 1,0-1,1 1,-1-1,1 1,0-1,1 0,-1 1,1-1,2 7,-1-3,1-1,0 0,0 0,1-1,0 1,0-1,1 0,0 0,0 0,12 11,1-1,1 0,1-2,0 0,1-1,23 11,-35-21,1 1,0-1,0-1,0 0,1 0,-1-1,1-1,0 0,-1 0,1-1,0 0,-1-1,1 0,14-3,-22 3,0 0,1-1,-1 1,0-1,0 0,0 1,0-1,0-1,-1 1,1 0,0-1,-1 1,0-1,1 0,-1 0,2-4,2-5,0 0,8-27,-2 5,-8 25,-1 0,0-1,0 1,-1 0,-1-1,0 0,0 1,0-1,-1 0,-1 1,0-1,0 0,-5-16,3 18,1 1,-2 0,1 0,-1 0,0 0,0 0,-1 1,0-1,0 1,0 1,-1-1,0 1,0 0,0 0,-1 0,0 1,-8-4,0 0,1 2,-1-1,0 2,-1 0,-30-6,26 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58.3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225 101,'-2'4,"1"0,0 0,-1-1,0 1,0 0,0-1,0 0,-1 1,1-1,-4 3,-7 11,3-3,0-1,-21 23,-9 12,31-35,2 1,0 0,0 0,-4 17,-17 36,24-58,0 0,0 0,1 1,0 0,0 0,1 0,1 0,0 0,0 17,2-6,1 1,0-1,10 32,-7-32,-2-5,2 0,10 26,-12-35,1-1,-1 0,2 1,-1-2,1 1,0 0,0-1,0 0,7 5,41 40,-44-39,2 0,-1-1,2-1,-1 0,20 12,10-2,60 19,-15-6,-72-27,0-1,0 0,1-1,-1-1,30 1,-6-3,41-5,-73 4,1-1,0 1,-1-1,1 0,-1-1,0 0,1 0,9-7,45-38,-38 28,-14 13,-1 0,0-1,-1 0,0 0,0 0,-1-1,0 0,0-1,-1 1,-1-1,1 0,-2 0,1-1,-1 1,-1-1,0 1,0-1,-1 0,-1-12,-1-251,0 262,-1-1,-1 0,0 1,-1-1,0 1,0 0,-1 0,-14-21,-11-30,21 38,-2 0,-24-42,31 60,-1 1,0-1,0 1,0 0,-1 0,0 1,0-1,-1 1,1 1,-1-1,0 1,0 0,-14-5,-54-18,54 17,-2 2,1 0,-1 1,0 2,-1 0,-33-2,36 7,0 0,0 2,0 0,0 1,0 1,0 1,1 1,0 0,-24 13,33-14,1 0,-1-1,0 0,0-1,-23 4,13-5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24.3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5,'46'-2,"-32"1,0 0,0 1,0 0,0 1,0 0,22 6,-33-6,-1 0,0 0,0 1,0-1,0 0,0 1,0-1,0 1,0 0,-1-1,1 1,-1 0,1 0,-1 0,0 0,1 0,-1 0,0 1,-1-1,1 0,0 1,-1-1,1 0,-1 1,1-1,-1 1,0-1,0 0,0 1,-1-1,1 1,-1-1,1 0,-2 4,0 2,-1-1,1 0,-1 1,-1-1,1 0,-1 0,-1-1,1 1,-8 7,-20 22,20-22,0-1,-17 15,14-16,-16 16,31-28,0 0,-1 0,1 0,0 0,0 0,0 1,0-1,0 0,0 0,0 0,0 1,-1-1,1 0,0 0,0 0,0 1,0-1,0 0,0 0,0 0,0 1,0-1,0 0,0 0,0 0,1 1,-1-1,0 0,0 0,0 0,0 1,0-1,0 0,0 0,0 0,1 0,-1 1,0-1,0 0,0 0,12 4,16-3,-26-1,23-1,1-1,34-9,-18 3,-20 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38.4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1,'1'0,"1"0,0 1,0 0,0-1,0 1,0 0,-1 0,1 0,0 0,-1 0,1 0,0 0,-1 1,0-1,1 0,-1 1,0 0,0-1,1 1,-1 0,-1-1,1 1,0 0,0 0,-1 0,2 3,1 6,-1 0,0-1,2 16,-2 17,-1-1,-5 50,4-91,0 1,0-1,0 1,0-1,-1 1,1-1,0 1,-1-1,1 0,-1 1,1-1,-1 0,0 1,0-1,1 0,-1 0,0 0,-1 1,-5-6,2-14,4 5,0 0,1 0,1 1,0-1,0 0,2 0,-1 1,1-1,9-20,-9 26,-1 1,1 0,1 1,-1-1,1 0,0 1,0 0,0 0,1 0,0 0,0 1,0 0,1 0,-1 0,1 1,0 0,0 0,0 0,0 1,11-3,-16 4,1 1,-1 0,0 0,1 0,-1 0,0 0,1 1,-1-1,1 0,-1 1,0-1,1 1,-1-1,0 1,0-1,0 1,1 0,-1 0,0 0,0-1,0 1,0 0,0 0,0 1,-1-1,1 0,0 0,0 0,-1 0,1 1,-1-1,1 2,3 7,-1-1,-1 1,3 17,-1-4,1 4,-1 1,-1-1,-2 53,-1-59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39.2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27,'5'0,"5"0,5 0,0-4,2-2,2 1,2 0,2 2,0 1,-2 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40.8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2 269,'-1'-46,"0"15,3-38,-1 60,1 0,-1 0,1 0,1 1,0-1,0 1,0-1,9-13,-11 20,0 0,0 0,0 0,0 1,1-1,-1 0,1 0,0 1,-1-1,1 1,0-1,0 1,0 0,0 0,0 0,0 0,0 0,0 0,1 1,-1-1,0 1,0-1,1 1,-1 0,0 0,0 0,1 0,-1 0,4 1,-2 1,0-1,-1 1,1 0,-1 0,0 1,1-1,-1 1,0-1,0 1,-1 0,1 0,-1 0,1 1,-1-1,0 1,2 3,2 6,0 1,0 0,5 25,-9-32,-1 0,0 0,0 0,-1 0,0 0,0 0,-1 0,0 0,-3 13,-2-9,4-16,4-22,4 14,1-1,0 1,0 1,1-1,1 1,12-13,7-11,-27 35,0-1,0 1,-1 0,1 0,0-1,1 1,-1 0,0 0,0 0,0 0,1 0,-1 1,0-1,1 0,-1 0,1 1,-1-1,1 1,-1 0,1-1,-1 1,1 0,-1 0,1 0,2 0,-1 1,-1 0,1 0,-1 0,1 0,-1 1,0-1,0 1,0 0,0-1,0 1,0 0,0 0,2 4,4 5,-2 0,1 0,-1 1,-1 0,4 13,-8-23,-1 0,1 0,-1 0,1 0,0 0,-1-1,1 1,0 0,0 0,0 0,1-1,-1 1,0-1,1 1,-1-1,1 1,-1-1,1 0,0 0,-1 0,1 0,0 0,0 0,0 0,2 0,-1-1,0 0,0-1,-1 1,1-1,0 0,-1 0,1 0,0 0,-1 0,1-1,-1 1,0-1,1 1,-1-1,0 0,0 0,3-3,-3 3,-2 1,1-1,0 1,0 0,0 0,0 1,0-1,0 0,0 0,0 0,0 0,0 1,0-1,0 1,1-1,-1 1,0-1,0 1,1 0,-1-1,0 1,1 0,-1 0,0 0,0 0,1 0,0 1,5 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42.0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1,'4'0,"6"0,5 0,5 0,2 0,2 0,2 0,0 0,-1 0,-3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42.6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0,'4'0,"5"0,6 0,5 0,2 0,2 0,2 0,-1 0,1 0,0 0,-1 0,-4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47.6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 61,'1'0,"0"0,0-1,0 1,0 0,0-1,0 1,-1-1,1 1,0-1,0 0,0 1,-1-1,1 0,0 1,-1-1,1 0,-1 0,1 0,-1 1,1-1,-1 0,1 0,-1 0,0 0,0 0,1 0,-1-1,5-32,-4 27,-3 42,3 48,1-17,-3-39,2-1,1 1,1-1,7 28,-7-42,-1 1,0 0,-1-1,-1 1,0 0,-3 22,2-27,0-1,-1 0,0 1,0-1,-1 0,1 0,-2-1,1 1,-1-1,0 1,0-1,-10 11,10-14,0 0,0-1,0 1,-1-1,1 1,-1-1,0-1,0 1,0-1,0 0,-7 1,85-23,-54 14,2 1,-1 0,1 2,37-4,-9 8,-28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55.4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6,'0'200,"0"-210,1 0,0 0,0 0,1 0,1 0,0 0,0 1,1-1,0 1,7-12,-7 14,1 1,-1 0,1-1,1 1,-1 1,1-1,0 1,0 0,0 0,1 1,0 0,-1 0,15-5,-18 8,0-1,0 1,1 0,-1 0,0 1,1-1,-1 1,0 0,1-1,-1 1,1 1,4 0,-6 0,1 0,-1 1,0-1,0 1,0-1,0 1,0 0,0 0,0 0,-1 0,1 0,-1 0,1 0,-1 1,0-1,0 1,1 2,2 8,0 0,-1 0,-1 0,0 1,0-1,-2 0,-1 24,1-27,-1 12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56.2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0,'4'0,"6"0,5 0,5 0,2 0,2 0,2 0,-1 0,1 0,0 0,-1 0,0 0,-8 0,-8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57.0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6,'0'-4,"0"3,0 5,4 7,2 6,-1 3,4 4,-1 1,-1 0,3 1,-1 0,-2 0,-2-9,-6-8,-3-4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57.7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67,'10'0,"0"0,-1 1,1 0,-1 0,1 1,-1 1,18 6,-22-7,0 1,0 0,-1 0,1 0,-1 1,0 0,0-1,0 1,0 1,-1-1,0 0,1 1,-2 0,1 0,2 6,-1 3,-6-12,2-3,-1-1,1 1,-1 0,1 0,0-1,-1 1,1 0,0-1,0 1,0 0,0 0,0-1,0 1,0 0,0-1,1-1,1-4,1 1,-1 0,1 0,0 0,0 0,1 0,-1 0,1 1,1 0,-1 0,1 0,0 0,10-7,0 2,0 0,1 1,33-14,-47 22,-1 0,1 1,0-1,0 0,0 1,0 0,0-1,0 1,0 0,0 0,0 0,0 0,0 0,0 0,0 1,0-1,-1 1,1-1,0 1,0 0,0 0,0 0,-1 0,1 0,0 0,-1 0,1 0,-1 1,0-1,1 1,-1-1,0 1,0-1,0 1,0 0,0 0,1 3,3 7,-1 0,0 1,-1 0,3 22,-3-15,10 58,-10-56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58.4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26,'4'0,"5"0,6 0,5 0,2-4,3-2,0 1,1 1,-1 1,1 1,-5 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59.0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0,'4'0,"5"0,6 0,5 0,2 0,3 0,0 0,1 0,-1 0,1 0,-1 0,-4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00.0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4,'55'-1,"-33"-1,0 2,-1 0,1 1,29 6,-46-6,0 1,0 0,0 0,0 0,-1 0,1 1,-1 0,1 0,-1 0,4 4,-7-6,0 0,1 0,-1 1,0-1,0 0,0 1,-1-1,1 1,0-1,0 1,-1 0,1-1,-1 1,1-1,-1 1,0 0,0-1,0 1,0 0,0 0,0-1,0 1,0 0,-1-1,1 1,-1 0,1-1,-1 1,0-1,1 1,-1-1,0 1,-2 1,-6 8,-1 0,0-1,-1 0,-1-1,-15 11,15-12,0 1,0 1,1 0,-15 16,25-25,1 0,-1-1,0 1,0 0,1 0,-1 0,0 0,1 0,-1 0,1 0,0 0,-1 0,1 0,0 1,-1-1,1 0,0 0,0 0,0 0,0 0,0 1,0-1,1 0,-1 0,0 0,1 2,0-2,0 0,0 1,1-1,-1 0,1 0,-1 0,0 0,1 0,0 0,-1 0,1-1,-1 1,1 0,0-1,1 1,10 1,1 0,-1-1,19 0,-29-1,265-2,-258 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04.9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 79,'-1'0,"0"1,0-1,0 0,0 1,0 0,0-1,0 1,0 0,0-1,0 1,0 0,0 0,0 0,1 0,-1 0,0 0,1 0,-1 0,1 0,-1 0,1 0,-1 0,1 0,0 0,-1 1,1-1,0 2,-5 38,5-37,0 4,-1 0,2-1,-1 1,1 0,0-1,1 1,-1-1,2 1,-1-1,1 0,3 7,-5-14,-1 0,0 1,0-1,0 0,1 0,-1 0,0 1,0-1,1 0,-1 0,0 0,0 0,1 0,-1 1,0-1,0 0,1 0,-1 0,0 0,1 0,-1 0,0 0,0 0,1 0,-1 0,0 0,1 0,-1 0,0-1,0 1,1 0,-1 0,0 0,0 0,1 0,-1-1,11-11,4-15,4-30,-14 41,0 0,1 0,1 1,10-18,-15 29,1 0,0 1,0-1,0 0,1 1,-1 0,1 0,0 0,0 0,0 0,0 1,0 0,1 0,-1 0,1 0,-1 1,1-1,-1 1,6 0,-1-1,0 2,0-1,0 1,-1 0,1 1,0 0,0 0,12 4,-17-4,-1 1,1-1,-1 1,0 0,0 0,0 0,0 0,0 1,0-1,-1 1,1 0,-1 0,0 0,0 0,0 0,0 0,0 0,-1 1,1-1,-1 0,0 1,1 6,4 46,2 4,-4-43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05.5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51,'5'0,"4"0,6 0,4 0,4-4,1-2,2-4,-1 0,1 2,0 1,-1 3,-4 2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07.2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 1,'-1'0,"0"1,0-1,0 1,0-1,0 1,0-1,0 1,0 0,0-1,0 1,0 0,0 0,1 0,-1-1,0 1,1 0,-1 0,1 0,-1 0,1 1,-1-1,1 0,-1 0,1 0,0 0,0 0,0 0,0 1,0 1,0 35,0-35,17 73,-15-69,0 1,1-1,0 0,0 0,1 0,0 0,7 9,-10-15,-1-1,0 0,1 1,-1-1,0 0,0 0,1 1,-1-1,0 0,1 0,-1 0,1 1,-1-1,0 0,1 0,-1 0,0 0,1 0,-1 0,1 0,-1 0,0 0,1 0,-1 0,1 0,-1 0,0 0,1 0,-1 0,1-1,-1 1,0 0,1 0,-1 0,0-1,1 1,-1 0,0 0,1-1,-1 1,0 0,0-1,1 1,-1 0,0-1,0 1,0 0,0-1,1 1,-1-1,0 1,0 0,0-1,0 1,0 0,0-1,0 1,0-1,8-34,-6 25,2-3,0 0,2 0,0 1,0-1,1 2,0-1,1 1,1 0,0 0,11-9,-18 18,0 0,-1 1,2-1,-1 1,0-1,0 1,0 0,0 0,1 0,-1 0,1 1,-1-1,0 0,1 1,-1 0,1 0,-1 0,1 0,-1 0,1 0,-1 0,1 1,-1-1,1 1,-1 0,1 0,-1 0,3 1,-1 1,0 0,0 1,-1-1,1 1,-1-1,0 1,0 0,0 0,0 1,-1-1,1 0,-1 1,2 6,-1-2,-2-5,1 1,-1-1,1 1,0-1,0 0,1 0,-1 0,4 4,-5-7,0 0,1 0,-1-1,0 1,0-1,1 1,-1-1,0 1,1-1,-1 0,0 0,1 1,-1-1,0 0,1 0,-1-1,1 1,-1 0,0 0,1-1,-1 1,0 0,1-1,-1 0,0 1,0-1,0 0,1 1,-1-1,0 0,0 0,0 0,1-1,40-32,-27 21,0 1,1 1,1 0,32-16,-46 26,0 0,0 0,0 0,1 0,-1 1,0-1,1 1,-1 0,0 0,1 0,-1 0,0 1,1-1,4 2,0 2,0-1,-1 1,1 0,7 6,14 7,-27-16,0-1,-1 0,1 1,0-1,0 0,0 0,0 0,0-1,0 1,0 0,-1-1,1 1,0-1,0 0,-1 0,1 1,0-1,-1 0,1 0,0-1,-1 1,0 0,1 0,-1-1,2-1,-1 1,0 0,0 0,0 1,0-1,1 0,-1 1,0 0,1-1,0 1,-1 0,1 0,0 1,-1-1,5 0,-5 1,-1 0,1 1,0-1,-1 0,1 1,0 0,-1-1,1 1,-1 0,1 0,-1 0,1 0,-1 0,0 0,0 0,1 0,-1 1,0-1,0 0,1 3,0 0,0 0,0 0,0 1,0-1,-1 0,1 7,2 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07.7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1,'4'0,"6"0,5 0,4 0,4 0,1 0,1 0,1 0,0 0,0 0,-5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08.1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26,'4'0,"6"0,1-4,2-2,4 1,3 1,3 1,1 1,0 1,1 0,1 1,-1 0,0 1,-4 3,-2 2,-3-1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09.0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194 106,'-2'1,"0"-1,1 1,-1 0,1 0,-1 0,1 0,0 0,-1 0,1 0,0 0,0 1,0-1,0 0,0 1,0-1,0 1,-1 2,-13 29,13-28,0 1,0-1,1 1,0-1,0 1,1 0,-1 0,1-1,0 1,1 0,0 0,0-1,0 1,0 0,1-1,4 11,-3-11,1 1,0-1,0 0,1 0,-1 0,1 0,0-1,0 0,1 0,-1 0,1-1,0 0,0 0,9 3,-5-2,1-1,0 0,0 0,1-1,-1-1,0 0,1-1,-1 0,0 0,1-1,-1-1,0 0,17-5,-24 5,1 1,-1-1,1 0,-1 0,0 0,0-1,0 1,0-1,-1 0,1 0,-1 0,1-1,-1 0,0 1,0-1,-1 0,1 0,-1 0,0-1,0 1,0 0,-1-1,0 1,1-1,-2 0,1 1,0-1,-1 0,0 0,0 1,0-1,-1 0,0 1,-1-7,-1 1,0 0,0 0,-1 1,-1-1,1 1,-2 0,1 0,-1 1,-9-11,3 5,-1 2,0-1,-1 1,-23-15,29 23,0 0,1 1,-1 0,-1 1,1 0,0 0,-1 1,1-1,0 2,-10 0,-16 0,-35 6,56-4,0 0,0 1,-22 8,29-9,0 0,1 1,-1 0,1 0,0 0,0 1,0 0,0 0,-8 8,4 3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19.5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0,'0'368,"0"-368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0.3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174 0,'-5'2,"1"0,0 0,-1 0,1 0,0 0,0 1,0 0,1 0,-1 0,1 0,0 1,-6 7,0-1,-6 3,-30 22,4-5,40-29,1-1,-1 0,1 1,-1-1,1 1,-1-1,1 1,0-1,-1 1,1-1,-1 1,1-1,0 1,0-1,-1 1,1 0,0-1,0 1,0-1,0 1,0 0,0-1,0 1,0 0,0-1,0 1,0 0,0-1,0 1,0-1,0 1,1 0,-1-1,0 1,0-1,1 1,-1-1,0 1,1-1,-1 1,1-1,-1 1,1-1,-1 1,1-1,-1 0,1 1,-1-1,1 0,-1 0,1 1,0-1,-1 0,2 0,42 16,-33-13,-4 0,0 0,0 0,-1 1,1-1,-1 1,0 1,0-1,5 6,-1 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1.6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1 256,'1'-3,"1"1,-1 0,0 0,1 0,0-1,-1 1,1 1,0-1,0 0,0 0,0 1,1-1,-1 1,5-3,13-10,-16 8,-1 0,1 0,-1 0,-1 0,1-1,-1 1,0-1,0 1,-1-1,0 0,0 0,0-10,-1 7,0 0,0 0,-1 0,-1 0,1 0,-2 0,-6-18,9 27,0 0,0 0,0 0,-1 0,1 0,0 1,-1-1,1 0,-1 0,1 0,-1 1,1-1,-1 0,0 1,1-1,-1 0,0 1,1-1,-1 1,0-1,0 1,1 0,-1-1,0 1,0 0,0-1,-1 1,1 1,0-1,0 1,0 0,1-1,-1 1,0 0,0 0,1 0,-1-1,0 1,1 0,-1 0,1 0,-1 0,1 0,-1 0,1 2,-13 53,12-44,-10 57,-1 105,12-121,2-1,12 68,-3-59,23 99,-33-156,0 0,0 0,0 0,-1 1,0-1,1 1,-2-1,1 0,-1 5,1-8,-1 1,1-1,0 0,-1 0,0 0,1 1,-1-1,0 0,1 0,-1 0,0 0,0 0,0 0,0-1,0 1,0 0,0 0,0-1,0 1,-1 0,1-1,0 1,0-1,-1 0,1 1,0-1,0 0,-1 0,1 0,0 0,-1 0,1 0,-3 0,-14-3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2.3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0,'0'5,"0"5,0 5,0 4,0 4,0 1,0 1,0 1,0 0,4-5,2-5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2.6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36,'4'-4,"1"-6,5-1,0 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3.4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0,'-1'31,"0"-19,1 0,0 0,1-1,0 1,3 13,-3-24,-1-1,0 1,0-1,0 1,0 0,0-1,0 1,1-1,-1 1,0-1,0 1,1-1,-1 1,0-1,1 0,-1 1,1-1,-1 1,0-1,1 0,-1 1,1-1,-1 0,1 1,-1-1,1 0,-1 0,2 1,11-11,12-32,-20 34,-4 5,1 0,0 1,0-1,0 1,0 0,0 0,0-1,1 2,-1-1,1 0,-1 0,1 1,0-1,4-1,-6 3,1 0,-1-1,0 1,1 0,-1 0,1 0,-1 0,1 0,-1 0,1 1,-1-1,1 0,-1 1,0-1,1 1,-1-1,0 1,1 0,-1-1,0 1,0 0,0 0,1 0,-1 0,0 0,0 0,0 0,-1 1,1-1,0 0,0 0,0 2,22 51,-17-37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3.7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1,'0'4,"0"6,5 1,1 3,-1 3,0 3,-2-2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4.1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10,'0'-4,"0"-1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4.4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0,'3'1,"-1"0,1-1,-1 1,1 0,-1 0,0 0,1 0,-1 1,0-1,0 0,0 1,0 0,0-1,2 4,22 30,-18-16,-1 0,-1 0,-1 0,0 1,-1 0,1 30,-5 127,-3-81,4-58,1-22,-2-1,0 1,-1-1,-5 28,1-28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4.8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1,'5'0,"4"0,6 4,5 1,-2 5,1 0,1 3,1-1,-2 1,-1 0,1-4,1 1,-2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5.2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1 102,'0'4,"0"-1,1 1,-1-1,1 1,0-1,0 1,0-1,0 1,1-1,0 0,-1 0,1 0,0 0,0 0,1 0,-1-1,1 1,-1 0,1-1,0 0,6 4,4 1,0 0,1-1,27 9,-26-10,-13-5,1 1,0 0,0 0,0-1,-1 0,1 1,0-1,0 0,0 0,0-1,0 1,-1-1,1 1,0-1,0 0,-1 0,1 0,0 0,-1-1,1 1,-1-1,3-2,-1 1,0-1,-1 0,1 0,-1 0,0 0,-1 0,1-1,-1 1,0-1,0 0,0 0,1-6,-1 5,-1 0,0 1,-1-1,1 0,-1 0,0 0,-1 0,1 0,-1 0,-3-10,3 12,0 1,-1 0,1 0,-1 0,0 0,1 0,-1 0,-1 0,1 1,0-1,-1 1,1-1,-1 1,0 0,1 0,-1 0,0 1,0-1,-4-1,-20-4,2 3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7.0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0,'4'4,"6"2,1 3,-1 5,2 5,-2 2,-2 2,-2 2,-3 0,-1 1,-1-5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7.5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109 1,'-4'4,"-6"1,-1 5,-3 0,-3-2,2 2,-2 0,3 1,8 4,8-1,9-2,2 0,4-2,2-1,3-4,1-2,2-1,-4-2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8.2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232 0,'-7'6,"0"-1,0-1,0 1,-1-2,0 1,-9 3,-19 9,-13 4,42-19,0 1,1 1,-1-1,1 1,0 0,0 1,0-1,0 1,0 0,1 1,-10 9,15-14,-1 1,1 0,0-1,-1 1,1 0,0-1,0 1,-1 0,1-1,0 1,0 0,0 0,0-1,0 1,0 0,0 0,0-1,0 1,1 0,-1-1,0 1,0 0,0 0,1-1,-1 1,1 0,-1-1,0 1,1-1,-1 1,1-1,-1 1,1-1,-1 1,1-1,0 1,-1-1,1 0,-1 1,1-1,0 0,0 1,-1-1,1 0,0 0,42 14,-32-12,55 11,-53-12,0 1,0 0,0 1,0 1,22 9,-2 2,-17-9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9:28.9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1 103,'1'5,"-1"0,1 0,1 0,-1 0,1 0,0 0,0 0,0-1,1 1,-1-1,1 1,0-1,1 0,-1 0,1-1,0 1,-1-1,2 1,4 2,3 3,0-2,1 0,0 0,0-1,25 8,-31-12,0 0,0 0,0 0,1-1,-1 0,0-1,1 0,-1 0,0 0,1-1,-1 0,0-1,0 1,0-1,0-1,0 1,0-1,0 0,-1-1,0 0,1 0,-2 0,1-1,0 1,-1-2,0 1,0 0,0-1,-1 0,6-9,-7 9,1 0,-1-1,0 1,0-1,-1 1,0-1,0 0,-1 0,1 0,-1-7,-1 11,0 0,-1-1,1 1,-1 0,0 0,0 0,0 0,0 0,-1 0,1 0,-1 0,1 1,-1-1,0 1,0-1,0 1,-1 0,1-1,-1 1,1 0,-1 0,1 1,-1-1,-4-1,-2-1,-1 0,0 1,0 0,0 1,-1 0,1 1,0 0,-1 0,1 1,-1 1,1-1,0 2,-1-1,1 2,0-1,0 1,-13 6,1 2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0:14.5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30,'716'0,"-697"1,0 1,32 8,-31-6,0 0,24 0,-27-3,12-1,0 2,54 10,-42-6,-1-1,1-3,82-4,-33 0,-87 2,29 1,0-2,0-1,52-11,-65 10,1 0,39 0,-40 3,0-1,0-1,28-5,-8-1,1 2,1 3,-1 0,66 6,-17-1,256-2,-340 0,0 0,0-1,0 0,0 1,0-2,-1 1,1-1,0 1,-1-1,1 0,6-5,5-4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0:18.5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27,'643'0,"-625"1,0 1,0 1,17 4,-16-2,0-2,26 3,476-5,-252-3,-247 0,0 0,0-1,0-2,27-8,-27 6,1 1,-1 1,44-3,659 7,-339 3,-313-2,-52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0:22.4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27,'0'3,"0"-1,1 0,-1 0,1 0,-1 0,1 0,0 0,-1 0,1 0,0 0,1 0,-1 0,0 0,0-1,1 1,-1 0,1-1,-1 1,1-1,0 0,0 1,0-1,0 0,-1 0,1 0,0-1,1 1,-1 0,0-1,0 1,4 0,8 1,1-1,-1 0,26-1,-24-1,38 1,0-2,63-12,16-13,-84 16,1 2,63-4,299 11,-207 4,313-2,-497 1,0 1,30 7,28 3,-56-10,35 9,-37-6,1-1,26 1,555-4,-297-3,-306 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0:39.7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1 169,'0'1,"1"1,-1-1,1 0,-1 0,1 0,-1 0,1 0,0 0,0-1,-1 1,1 0,0 0,0 0,0-1,0 1,0 0,0-1,0 1,0-1,0 1,0-1,0 0,0 1,1-1,-1 0,0 0,2 1,38 3,-37-4,364 3,-189-5,413 2,-568-2,1 0,28-7,-26 4,41-2,-18 6,-21 1,0-1,1-1,39-8,-43 5,0 2,0 1,0 1,28 2,49-2,-88-1,0-1,-1-1,1 0,14-7,-14 6,0 0,0 0,24-3,47 7,-68 2,1-1,-1-1,1 0,34-8,-16 1,1 2,-1 2,1 2,0 1,41 4,10-1,699-2,-768-1,0-2,0 0,-1-2,1 0,-1-1,24-11,27-8,-54 21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0:49.6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4,'3'0,"1"1,0 0,-1 0,1 0,0 1,-1-1,0 1,1 0,-1 0,0 0,4 3,24 13,-8-13,1 0,-1-2,1 0,0-2,0-1,35-4,11 2,-55 2,17 1,0-2,-1-1,1-1,-1-1,45-14,-52 11,1 1,1 2,-1 0,30-1,106 7,-61 0,320-2,-402 1,1 1,32 7,-31-4,0-2,24 2,263-4,-145-3,-154 3,0 0,0 1,0 0,0 0,0 0,-1 1,1 0,8 5,-7-3,0-1,0 0,1-1,0 0,12 2,4-2,-1-2,1 0,-1-2,1-1,-1-1,0-1,0-1,46-15,-46 12,50-8,-21 6,-27 5,0 2,0 1,0 1,52 4,-58 1,-5 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1:01.52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3,'24'1,"0"1,30 7,-28-4,43 3,485-7,-268-3,-268 1,1-1,32-7,-31 4,0 2,24-2,509 4,-267 3,182-2,-447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1:02.3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1:04.3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0,'765'0,"-749"1,0 1,-1 1,1 0,-1 1,23 9,-22-8,1 1,-1-2,1 0,23 2,-17-5,-2-1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1:24.88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26,'29'-2,"54"-9,-54 6,52-3,414 9,-471 1,1 0,28 7,-26-4,41 2,-32-6,-8-1,1 2,0 0,32 8,-35-6,1 0,1-2,47-2,-47-1,0 1,-1 1,44 8,-39-3,1-2,62 0,-8-1,-3 9,-53-7,51 2,501-8,-573 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1:28.6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1 217,'668'0,"-647"-1,0-1,30-7,28-3,21-1,-68 8,58-4,428 10,-511-1,1-1,-1 0,0 0,1-1,-1 0,0 0,0 0,0-1,9-6,14-5,-16 10,0 0,1 1,-1 1,1 0,-1 1,1 0,18 2,-13 0,1-1,38-7,-22 2,1 1,69 1,7 0,-76-2,56-14,-64 11,0 2,1 1,41-1,299 7,-353-2,0-1,-1-1,18-4,-16 2,1 2,25-2,278 4,-152 2,-170-1,37-1,-36 0,0 1,0 0,0 0,-1-1,1 1,0-1,0 1,0-1,0 0,0 0,-1 0,1 0,0 0,-1 0,3-2,-4-2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1:33.1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0 150,'12'1,"0"0,0 1,20 5,21 4,-33-9,-1-2,1 0,0-1,0 0,-1-2,25-6,-12 1,-4 0,0 1,1 2,41-3,-55 7,1-1,0-1,0 0,-1-2,16-5,-13 4,1 0,34-5,17-2,-46 8,-1 1,31-1,-33 3,1 0,21-6,-21 3,42-2,308 6,-176 2,-177-2,-1-1,34-7,-32 4,0 2,23-2,346 4,-185 3,-180-1,1 2,28 5,-26-3,41 3,501-7,-275-3,-243 2,105 3,-130-1,0 2,-1 0,0 2,26 9,-35-10,0-1,1 0,-1-2,31 2,71-5,-42-2,417 3,-474-1,-1-1,33-7,-30 4,-1 2,23-2,292 5,-161 1,-163-1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1:53.84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49,'4'1,"0"0,0 1,-1 0,1-1,0 1,-1 1,0-1,0 0,6 6,8 5,-7-7,1 0,1-1,-1 0,1-1,0-1,0 0,0 0,0-1,0-1,1 0,22-1,-2 0,-1-1,1-1,53-12,36-12,-92 20,0 3,0 0,0 2,0 1,33 4,2 8,-47-7,1-2,27 2,244-4,-136-2,-136 2,0 0,0 2,17 5,-16-4,0 0,26 1,252-6,-279 0,0-1,-1 0,18-6,-16 4,1 0,25-1,492 3,-260 5,611-3,-883-1,1 1,-1-1,0 0,0 0,0 0,0 0,0-1,0 0,0 0,-1-1,9-4,8-5,-14 9,0 0,0 1,0 0,15-2,-15 3,-1 0,1-1,0 0,12-5,-18 7,-1 0,0 0,1 0,-1-1,0 1,1 0,-1 0,0 0,1-1,-1 1,0 0,1 0,-1-1,0 1,0 0,1 0,-1-1,0 1,0 0,0-1,0 1,1 0,-1-1,0 1,0-1,0 1,0 0,0-1,0 1,0 0,0-1,0 1,0-1,0 1,0-1,-12-9,-18-2,11 9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1:57.56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27,'421'0,"-402"-2,-1 1,33-9,-30 6,-1 0,23-1,527 4,-276 3,298-2,-568 1,1 2,28 6,-26-4,41 2,501-5,-275-4,248 2,-521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2:01.26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1,'421'0,"-413"0,0 1,0 1,-1 0,1 0,0 0,-1 1,1 0,9 6,-8-4,0-1,0 0,0-1,1 0,13 3,13-4,60-2,-68-1,1 0,-1 2,51 8,-20 0,0-2,1-4,92-5,-38 0,527 2,-609-2,-1-1,1-2,36-10,-35 7,0 2,58-5,350 11,-201 1,-229-1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2:06.56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0 123,'8'0,"0"1,0 0,0 1,14 5,23 4,46-6,91-6,-59-1,1406 2,-1510-1,-1-1,34-7,-32 4,0 2,23-2,214 5,-119 1,-119-3,0 1,32-9,-31 6,0 0,23 0,90 5,55-3,-122-9,-47 6,-1 2,27-2,393 4,-210 3,-203-1,-1 1,30 7,-28-4,43 3,-29-7,68 12,-73-7,0-2,0-2,1-1,44-5,-50 0,0-2,33-12,13-2,99-27,-101 23,-56 21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2:23.34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2,'71'-1,"80"3,-84 9,-48-6,-1-2,27 2,508-4,-267-3,-207 1,88 3,-101 10,-47-8,-1-1,27 2,61-4,-54-2,-1 2,86 13,-88-8,0-2,94-4,-93-1,-50 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2:27.73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0 149,'72'1,"79"-2,-124-3,1-1,30-11,-35 10,-1 0,1 1,43-3,70 10,73-3,-142-11,-49 8,0 0,27-1,48 6,36-2,-53-13,-28 4,3 0,-31 5,1 1,34-2,103 8,80-4,-162-10,-51 7,46-3,-49 7,178 3,-76 23,-97-20,33 10,-54-12,-6-2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2:32.06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53,'0'1,"1"0,-1 0,1 0,-1 0,1 0,0 0,-1 0,1 0,0 0,0 0,-1 0,1 0,0-1,0 1,0 0,0-1,0 1,0 0,0-1,0 0,0 1,1-1,-1 0,0 1,0-1,0 0,2 0,38 5,-36-5,313 2,-164-4,-135 1,-1-1,34-7,-32 5,0 0,23-1,214 5,-118 1,-120-2,0-2,1 0,-1-1,31-10,-29 7,0 1,0 2,34-5,321 8,-184 3,178-2,-349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5:43.25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0 248,'471'0,"-453"1,1 1,32 7,-31-4,0-2,24 2,-24-6,1 0,0-2,-1 0,1-1,23-9,37-7,-52 16,1 2,-1 1,33 3,53-2,-48-12,-49 8,0 0,27 0,108 5,64-3,-151-9,-48 6,1 2,26-2,211 5,-117 1,-119-3,-1 0,38-9,-5 1,2 1,-20 2,1 2,39-1,567 8,-615-1,1 2,-1 1,45 13,-44-10,0 0,0-2,38 2,-39-7,1 2,0 0,26 8,-21-5,50 4,16 1,-38-2,0-4,107-4,-59-2,1199 2,-1282 1,-1 1,29 7,-26-4,41 3,-35-8,-1-1,1-2,42-9,-37 6,49-1,34-4,-71 4,-1 3,0 2,55 5,88-4,-126-10,-48 6,1 2,26-2,442 4,-234 3,-234-3,0-1,30-8,27-1,362 8,-225 5,-171-2,0-1,71-13,-58 6,0 3,0 3,67 4,-14 1,-82-4,1 2,-1 1,52 11,-31-2,0-2,96 6,-121-14,22-1,0 3,43 7,-29-2,1-3,112-6,-64-1,-69 2,0-2,59-11,-40 6,0 2,0 3,59 4,-9 1,756-3,-838-2,0 0,27-7,34-2,-55 10,0 1,0 2,59 11,-62-9,1-1,-1-1,1-2,-1 0,0-2,1-1,-1-2,0 0,37-13,-8 0,2 4,0 2,0 2,109-2,-77 13,107-2,-51-22,-66 10,-59 8,0 2,25-2,16 3,-1 3,1 3,-1 2,81 19,-31-4,-48-10,-18-5,1-3,82-3,-56-1,-54 0,0-1,31-7,-30 4,0 2,24-2,460 4,-243 3,-237-4,-1 0,31-7,-38 5,0 1,0 1,0 0,0 1,1 1,-1 0,17 3,145 39,-159-40,1-1,-1-1,1-1,-1 0,38-8,30-3,-7 0,-58 7,1 1,24-1,-13 3,38-8,-39 5,50-2,386 8,-450-2,-1-1,34-8,-32 6,0 0,23 0,511 2,-269 4,154-2,-439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5:45.7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7,'1'-1,"-1"0,1 1,0-1,-1 1,1-1,0 1,0-1,-1 1,1 0,0-1,0 1,-1 0,1 0,0 0,0-1,0 1,0 0,-1 0,1 0,0 0,0 0,0 0,0 1,-1-1,2 0,25 3,-15 0,-1 0,0 1,0 0,0 1,0 0,0 1,-1 0,0 1,12 10,11 11,34 40,-48-48,5 4,-12-13,0 0,14 21,-25-31,-1 0,0-1,1 1,-1 0,0 0,0-1,0 1,0 0,0 0,0-1,0 1,0 0,0 0,0-1,0 1,0 0,-1 0,1-1,0 1,0 0,-1 0,1-1,-1 1,1 0,0-1,-1 1,1-1,-1 1,0-1,1 1,-1-1,1 1,-1-1,0 1,1-1,-1 0,0 1,-1-1,-35 17,25-13,-34 16,16-7,1 1,-36 22,57-30,1 2,-1-1,1 1,0 0,1 1,-7 10,-19 23,32-42,0 1,0-1,-1 0,1 1,0-1,0 0,-1 1,1-1,0 0,0 1,-1-1,1 0,-1 0,1 0,0 1,-1-1,1 0,0 0,-1 0,1 0,-1 0,1 1,0-1,-1 0,1 0,-1 0,1 0,-1 0,1 0,0-1,-1 1,1 0,-1 0,1 0,-1 0,-5-16,4-30,3 41,0-21,2 0,6-26,-4 25,4-47,-10-98,1 151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6:45.3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0,'6'2,"1"1,0-1,-1 1,1 0,-1 1,0 0,7 5,-9-6,7 6,0 1,-1 0,1 0,-2 2,15 21,-11-16,24 27,200 191,-224-224,0 0,0-1,30 16,-36-23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6:46.5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445 1,'-2'1,"-1"0,1 1,0 0,0-1,0 1,0 0,0 0,0 0,0 1,1-1,-1 0,1 0,-2 5,-6 6,-39 45,28-37,2 1,0 0,1 2,2 0,0 1,-13 31,23-41,-2 1,0-1,0 0,-2-1,1 0,-2 0,0-1,-1 0,-14 13,19-19,1 1,-1-1,1 1,0 0,1 0,-1 0,2 1,-5 11,4-7,-1-1,-1-1,-8 15,-6 18,18-38,0 0,0 0,-1 0,0-1,0 1,-7 9,10-15,-1 0,1 0,0 0,0 0,0 0,-1 0,1 0,0 0,0 1,0-1,-1 0,1 0,0 0,0 0,-1-1,1 1,0 0,0 0,0 0,-1 0,1 0,0 0,0 0,0 0,0 0,-1 0,1-1,0 1,0 0,0 0,0 0,-1 0,1-1,0 1,0 0,0 0,0 0,0 0,0-1,0 1,0 0,0 0,-1 0,1-1,0 1,0 0,0 0,0-1,0 1,0 0,0 0,1 0,-1-1,0 1,0 0,0 0,0-1,-2-10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6:47.8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57 2,'-51'0,"45"0,33 0,-22 0,35-2,0 3,0 1,0 2,73 18,-77-14,1-1,0-2,0-2,0-1,44-4,-60 2,-21 0,-1 0,1-1,0 1,0 0,0 0,0 0,0 0,0 0,0 0,0-1,0 1,0 0,0 0,0 0,0 0,0 0,0-1,0 1,0 0,0 0,0 0,0 0,0 0,0 0,0-1,0 1,0 0,0 0,0 0,1 0,-1 0,0 0,0 0,0-1,0 1,0 0,0 0,0 0,0 0,1 0,-1 0,0 0,0 0,0 0,0 0,0 0,1 0,-1 0,0 0,0 0,0 0,0 0,0 0,1 0,-1 0,0 0,0 0,0 0,0 0,0 0,0 0,1 0,-1 0,0 0,0 0,0 0,0 0,0 1,-7-7,-4 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6:49.4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0,'0'372,"1"-347,2 0,6 29,-4-27,2 37,-7-42,0-22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03.2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102 78,'-2'0,"1"1,-1 0,0-1,1 1,-1 0,1 0,0 0,-1 0,1 0,0 1,0-1,-1 0,1 1,0-1,0 0,1 1,-1 0,-1 1,-13 30,1 6,2-5,1 2,-9 46,18-72,1 0,0 0,1 0,0 1,0-1,1 0,0 0,1 0,0 0,1 0,0 0,1-1,5 11,27 58,-26-53,0-2,28 44,-23-46,1 0,1-1,33 29,-42-42,0 0,1-1,-1 0,1 0,0-1,1 0,-1-1,1 0,0-1,0 0,0 0,11 1,53 8,-49-7,48 3,-63-8,1 0,-1-1,0 0,0 0,0-1,0-1,0 0,-1 0,1-1,-1 0,0 0,0-1,14-10,5-4,-7 6,-1 0,19-19,-33 26,0 0,0 0,-1-1,0 0,0 0,-1 0,0 0,0-1,5-15,2-4,22-45,-20 49,-2-1,14-43,-22 59,-1 0,0-1,0 1,-1-1,1 1,-2-1,0 0,0 1,0-1,-1 0,0 1,-1-1,0 1,0-1,-1 1,0 0,0 0,-6-9,-22-39,20 33,-2 0,0 2,-21-27,22 38,1 0,-1 1,-1 0,-21-11,29 17,-11-5,-2 1,1 0,-1 1,0 1,0 1,-1 1,1 0,-1 1,1 1,-1 1,-35 4,-4 8,42-8,1-1,-21 2,8-1,0 1,1 1,0 1,0 1,-30 15,11 4,34-19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05.7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1,'2'4,"0"0,0 0,1-1,0 1,0 0,0-1,0 0,0 1,1-1,-1-1,7 5,-3-1,21 15,58 34,-34-23,-9-2,-2 2,-1 1,48 52,-80-78,1-1,0 0,0 0,1-1,0-1,-1 1,13 2,-18-5,2-2,-4-2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7:06.7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291 0,'1'0,"-1"0,0 0,1 1,-1-1,0 0,1 0,-1 0,0 0,1 1,-1-1,0 0,0 0,1 1,-1-1,0 0,0 0,1 1,-1-1,0 0,0 1,0-1,0 0,0 1,1-1,-1 0,0 1,0-1,0 0,0 1,0-1,0 0,0 1,0-1,0 0,0 1,0-1,-1 0,1 1,0-1,0 0,0 1,0-1,0 0,-1 1,1-1,-9 22,7-18,-125 278,33-114,89-159,1 1,0 0,0 0,-4 19,5-16,0-1,-10 23,-6 9,19-41,3-5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21.4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0,'5'1,"-1"1,0-1,0 1,0 0,1 0,-2 0,1 0,0 1,0 0,-1 0,1 0,-1 0,4 5,-4-3,-1-1,0 1,1 0,-2 0,1 0,-1 0,1 1,-1-1,-1 0,1 0,-1 1,0 8,-2 7,-1-1,-6 22,4-23,2-1,-2 22,4-20,2-1,0 1,2-1,0 1,1-1,0 0,15 34,-8-15,-9-31,-1-1,1 1,0-1,1 1,0-1,0 0,0 0,1 0,4 5,1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08:22.6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0 123,'48'0,"-11"1,-1-1,1-2,63-12,-79 10,-1 2,1 0,27 1,-29 1,0 0,-1-1,1-1,23-6,-1-2,-22 6,35-12,-49 14,0 0,-1 0,1-1,-1 1,1-1,-1 0,0 0,0-1,-1 1,1-1,-1 0,4-4,1-7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08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0,'0'4,"0"6,4 5,1 4,1 3,-2 3,-1 0,-1 1,-1 0,-1-1,0 0,0 0,0 0,0 0,-1 0,1-9,0-7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09.3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240 1,'-7'0,"1"0,-1 1,1 0,-1 1,1-1,0 1,0 0,0 1,0 0,0 0,-5 4,-7 5,0 1,-14 17,15-16,-33 26,47-39,1 0,0 1,-1-1,1 1,0-1,0 1,0 0,0 0,-2 4,4-5,-1 0,1 0,0-1,1 1,-1 0,0 0,0 0,0 0,0 0,1 0,-1-1,0 1,1 0,-1 0,1 0,-1-1,1 1,-1 0,1-1,-1 1,1 0,0-1,-1 1,1-1,0 1,-1-1,1 1,0-1,0 1,0-1,1 1,91 67,-61-42,-20-16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09.8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1,'4'0,"6"0,5 0,4 0,4 0,1 0,1 0,1 0,0 0,0 0,-5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0.2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11,'5'0,"4"0,7 0,3 0,4 0,-3-4,-1-1,-3 4,0 6,-3 3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0.8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1,'5'0,"0"4,4 2,5-1,4-1,4-1,1-1,2-1,0-1,1 1,-1-2,0 1,-4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1.6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 19,'-2'0,"0"1,1-1,-1 1,0 0,1-1,-1 1,1 0,-1 0,1 0,0 1,-1-1,1 0,0 0,0 1,0-1,0 1,0-1,0 1,0-1,0 1,1-1,-2 3,-11 38,12-38,0-1,0 1,0 0,1-1,0 1,0 0,0-1,0 1,0 0,1-1,-1 1,1-1,0 1,0-1,1 1,-1-1,1 0,0 1,-1-1,5 4,-3-4,1 0,-1 0,1-1,0 1,0-1,0 0,0 0,0-1,0 1,1-1,-1 0,1 0,-1 0,0-1,1 1,5-1,0 0,0 0,0-1,-1 0,1-1,0 0,-1 0,0-1,1 0,10-6,-17 7,0 1,0 0,-1-1,1 0,-1 0,1 1,-1-2,0 1,0 0,0 0,0-1,0 1,-1-1,1 1,-1-1,1 0,-1 1,0-1,0 0,0 0,-1 0,1 0,-1 0,1 0,-1 0,0 0,0 0,0 0,-1 0,1 0,-1 0,0 0,-1-5,0 4,1 0,-1 1,0-1,0 1,0 0,0 0,0 0,-1 0,1 0,-1 0,0 1,0-1,0 1,0 0,-6-3,-2 0,0 0,0 1,-19-5,22 7,-13-4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2.3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55,'0'20,"-1"-6,1 1,1-1,0 1,1-1,4 17,-5-27,1 0,0 0,-1 0,1 0,1-1,-1 1,0-1,1 1,0-1,0 0,0 0,0 0,0 0,1-1,-1 1,1-1,-1 0,1 0,0 0,0 0,0-1,5 2,-3-1,0-1,0 1,0-1,1 0,-1-1,0 1,1-1,-1-1,0 1,0-1,1 0,-1 0,0-1,0 0,0 0,0 0,0-1,-1 0,1 0,-1 0,0-1,0 0,0 0,0 0,-1 0,1-1,-1 0,-1 0,1 0,0 0,-1-1,0 1,-1-1,1 0,-1 0,0 0,0 0,1-11,-2 12,-1-1,0 1,0-1,0 1,0 0,-1-1,0 1,0 0,0 0,-1-1,0 1,0 0,0 0,-5-7,4 9,0-1,0 1,0 0,-1 0,0 0,1 1,-1-1,0 1,0 0,0 0,-1 0,1 1,0-1,-1 1,1 0,-1 1,-7-2,-13 1,3 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5.1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0,'0'5,"0"5,0 5,0 4,0 4,0 1,0 1,0 1,0 0,0-1,0 1,0-1,0 0,0-1,0 1,0 0,0-5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5.7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214 1,'-2'3,"1"0,-1 1,0-1,0-1,0 1,-1 0,1 0,-1-1,1 1,-1-1,0 0,0 0,-6 3,-1 2,-19 14,-58 31,79-48,5-2,0 0,0 0,0 0,0 0,0 1,0-1,1 1,-1 0,1 0,0 0,0 0,0 0,-2 4,3-5,1-1,0 1,-1 0,1-1,0 1,0-1,-1 1,1 0,1-1,-1 1,0 0,0-1,1 1,-1-1,0 1,1 0,0-1,-1 0,1 1,0-1,0 1,0-1,0 0,0 1,0-1,0 0,0 0,0 0,1 0,-1 0,3 1,5 4,1-1,-1-1,1 0,0 0,0-1,1 0,-1-1,1 0,15 0,-4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6.1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1,'4'0,"6"0,5 0,5 0,2 0,2 0,2 0,-1 0,1 0,-4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6.5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0,'4'0,"6"0,5 0,5 0,2 0,2 0,2 0,-1 0,-3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6.9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0,'4'0,"6"0,5 0,4 0,4 0,1 0,2 0,-1 0,1 0,-5 9,-5 2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7.5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32,'0'16,"-1"-6,1 0,1 0,0-1,3 19,-3-25,1 0,-1 0,0 0,1 0,0 0,-1 0,1 0,0 0,1-1,-1 1,0-1,1 0,0 1,-1-1,1 0,0-1,6 4,0 0,1-1,0 0,0-1,0 0,0 0,1-1,-1 0,21 0,-28-2,1 0,0-1,-1 1,1-1,0 0,-1 0,1 0,-1 0,1 0,-1-1,0 0,0 1,1-1,-1-1,0 1,-1 0,1-1,0 1,-1-1,1 0,-1 0,0 0,0 0,0 0,0-1,-1 1,1 0,1-8,-1 5,-1 0,1 0,-1-1,0 1,-1-1,0 1,0 0,0-1,-2-10,1 14,0 1,1-1,-1 1,0-1,0 1,-1 0,1-1,0 1,-1 0,0 0,1 0,-1 0,0 0,0 0,0 1,0-1,0 1,0-1,-1 1,1 0,0 0,-1 0,1 0,-1 0,-4-1,-11 0,0 1,0 0,-29 3,24-1,1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18.1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77,'0'10,"0"1,0-1,1 1,4 17,-4-24,1-1,-1 0,0 0,1 0,0 0,0 0,0-1,0 1,0 0,0-1,1 0,-1 1,1-1,-1 0,1 0,0-1,0 1,4 2,6 1,-1-1,1 0,-1 0,1-1,0-1,0 0,0-1,0 0,1-1,-1-1,16-2,-25 3,1-1,0 0,-1 0,1-1,0 1,-1-1,0 0,1 0,-1-1,0 1,0-1,0 0,0 0,-1 0,1-1,-1 1,0-1,0 0,0 0,-1 0,1 0,-1 0,0 0,0-1,0 1,-1-1,0 0,1 1,-2-1,1 0,0 0,-1 1,-1-8,1 8,0 0,-1 1,0-1,0 0,0 0,0 1,-1-1,1 1,-1-1,0 1,0 0,0-1,-1 1,1 0,-1 0,0 1,1-1,-1 0,0 1,-1 0,1 0,0 0,-1 0,1 0,-8-2,-2 0,0 0,-1 0,1 1,-1 1,0 0,-14 0,7 2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39.3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0,'4'0,"2"5,-1 5,-1 5,-1 4,-1 4,-1 1,0 1,-1 1,0 0,-1-1,1 1,0-1,0 0,0-9,0-7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40.2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0,'4'0,"6"0,5 0,5 0,2 0,3 0,0 0,0 0,1 0,0 0,-1 0,0 0,-4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41.0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16,'4'0,"6"0,5 0,4 0,4 0,1 0,1 0,1 0,0 0,-5-4,-1-2,-4 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42.0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50,'-7'45,"5"-37,0 0,1 0,0 0,0 11,1-17,1 1,-1-1,0 0,1 1,0-1,-1 1,1-1,0 0,0 0,0 1,1-1,-1 0,0 0,1 0,0 0,-1-1,1 1,3 2,1 0,2 0,-1 0,1 0,-1-1,1 0,0-1,0 1,0-2,0 1,0-1,1 0,-1-1,0 0,1 0,-1-1,0 0,0 0,10-4,-11 4,-1-2,1 1,-1 0,0-1,0-1,0 1,0-1,-1 0,1 0,5-6,-8 7,0-1,0 1,0-1,-1 0,1 0,-1 0,0 0,0-1,-1 1,1 0,-1-1,0 1,0-1,0 0,0-8,-2 9,1 0,-1 0,1 0,-1 0,0 1,0-1,-1 0,1 0,-1 1,0-1,0 1,0-1,0 1,-1 0,1 0,-1 0,0 0,0 0,0 1,0-1,0 1,-1 0,1 0,-1 0,1 0,-1 1,-6-2,2 0,0 1,0 0,0 0,0 1,0 0,0 1,-1-1,1 2,0-1,0 1,0 0,-13 4,5 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42.7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32,'0'22,"-1"-6,1 1,1-1,0 0,6 25,-6-37,0-1,0 1,1 0,-1-1,1 1,0-1,0 0,0 0,0 1,1-1,-1-1,1 1,-1 0,1-1,0 1,0-1,1 0,-1 0,0 0,1 0,-1-1,1 1,-1-1,7 2,-3-2,0 1,0-1,1 0,-1-1,0 0,0 0,0-1,10-1,-15 1,1 1,0-1,-1-1,1 1,0 0,-1-1,0 1,1-1,-1 1,0-1,0 0,0 0,0 0,0-1,0 1,-1 0,1-1,-1 1,1-1,-1 1,0-1,0 0,1-3,2-6,13-55,-16 61,0 1,0-1,-1 0,0 0,0 0,0 1,-1-1,0 0,-2-7,2 11,-1-1,0 0,1 1,-1 0,0-1,0 1,-1 0,1 0,0 0,-1 1,1-1,-1 0,1 1,-1 0,0-1,0 1,0 0,0 1,1-1,-1 0,0 1,0 0,0-1,0 1,0 0,-4 1,-5-1,0 1,0 1,0-1,0 2,-15 4,11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45.4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1,'4'0,"2"4,-1 6,4 0,0 4,2-1,0 2,-2 2,-3 2,-2 3,-2 1,-1 1,-1 1,0 1,-1-1,1-9,-1-6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46.2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70,'45'0,"0"-2,62-11,-57 4,-23 5,0-1,0-1,31-12,-39 11,-2 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47.5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29,'4'0,"6"0,5 0,4 0,3 0,3 0,0 0,1 0,-1 0,1 0,-5-4,-2-2,-3-3,-5-1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48.5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66,'0'14,"0"0,1 0,0-1,1 1,5 17,-6-27,1 0,-1 0,1 0,1 0,-1 0,0-1,1 1,0-1,0 1,0-1,0 0,1 0,-1 0,1-1,-1 1,1-1,0 0,0 0,0 0,7 2,-5-3,-1 1,1 0,0-1,0 0,0-1,0 1,0-1,0-1,0 1,0-1,0 0,0 0,0 0,0-1,0 0,-1 0,1-1,-1 1,0-1,6-4,-8 4,1 0,-1 0,1-1,-1 1,0-1,0 0,-1 0,1 0,-1 0,0 0,0-1,0 1,-1-1,1 1,-1-1,0 1,-1-1,1 0,-1 0,0 1,0-1,0 0,0 1,-1-1,-2-9,1 9,0 0,0-1,0 1,0 0,-1 0,1 1,-1-1,-1 1,1-1,0 1,-1 0,0 0,0 0,-1 1,1-1,0 1,-1 0,0 1,0-1,0 1,0 0,0 0,0 0,-1 1,1-1,-1 2,1-1,-1 0,1 1,-9 1,-2 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49.3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95,'1'5,"-1"0,1 1,0-1,0 0,0 0,1 0,0 1,0-1,0-1,0 1,1 0,0-1,0 1,0-1,0 0,1 0,0 0,0 0,0-1,0 0,0 1,1-2,0 1,6 3,-5-3,1-1,0 1,-1-1,1 0,0 0,1-1,-1 0,0-1,0 1,0-1,0-1,1 1,-1-1,0 0,0-1,0 0,12-4,-16 4,-1 0,1 0,0 0,-1 0,1 0,-1 0,1-1,-1 1,0-1,0 0,0 1,0-1,-1 0,1 0,-1 0,0 0,0-1,0 1,0 0,0 0,-1-1,1 1,-1 0,0-1,0 1,0 0,-1-1,1 1,-1 0,-1-5,0 1,1 0,-2 0,1 0,-1 0,0 1,0-1,-1 1,0-1,0 1,0 1,-1-1,0 1,-5-6,-11-2,1 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51.8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 91,'-1'5,"0"-1,-1 1,1-1,-1 0,0 0,0 0,0 0,-6 7,-3 8,9-16,1-1,0 1,0-1,0 1,0-1,0 1,0 0,1-1,-1 1,1 0,0 0,-1-1,1 1,1 0,-1 0,0-1,1 1,-1 0,1 0,0-1,1 4,0-4,0 0,0 0,0 0,1 0,-1 0,1 0,-1-1,1 1,-1-1,1 0,0 1,0-1,0 0,-1-1,1 1,0-1,0 1,0-1,5 0,1 1,-1-1,0 0,1-1,-1 0,1 0,-1-1,0 0,0 0,0-1,0 0,11-6,-16 7,1 0,-1 0,-1 0,1-1,0 1,0-1,-1 0,0 1,1-1,-1 0,0 0,0-1,-1 1,1 0,-1-1,1 1,-1 0,0-1,-1 0,1 1,0-1,-1 0,0 1,0-1,0 0,0 1,-1-1,-1-6,0 2,0 0,-1 0,0 0,0 0,-1 0,0 1,-1 0,1 0,-8-9,9 13,0 0,0 0,0 0,-1 0,1 0,-1 1,1-1,-1 1,0 0,0 0,0 1,0-1,-1 1,1 0,0 0,0 0,-1 1,1-1,-7 1,-7 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54.1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4 199,'0'20,"-1"-11,1 0,0-1,1 1,0 0,2 11,-2-18,0 0,0 1,0-1,0 0,0 0,1 0,-1 0,0 0,1 0,0 0,-1 0,1-1,0 1,0-1,0 1,0-1,0 0,0 0,1 0,-1 0,0 0,0 0,5 0,0 1,0-1,0-1,0 1,1-1,-1-1,0 1,0-1,0 0,0-1,0 0,0 0,0 0,9-6,-11 6,-1 0,1-1,-1 0,0 0,0 0,0 0,0-1,-1 0,1 1,-1-1,0-1,0 1,0 0,-1-1,0 1,1-1,-2 0,1 0,2-7,-2-3,-1 1,0 0,0 0,-2-1,0 1,0 0,-1 0,-7-24,8 34,-1 0,1 0,0 0,-1 1,0-1,0 1,0-1,-1 1,1-1,-1 1,0 0,0 0,0 1,0-1,0 0,0 1,-1 0,1 0,-1 0,0 0,0 1,1-1,-1 1,0 0,0 0,0 0,0 1,0-1,-1 1,1 0,0 1,0-1,0 0,-5 2,4-1,0 0,0-1,1 2,-1-1,0 1,1-1,-1 1,1 0,-1 1,1-1,0 1,0 0,0 0,1 0,-1 1,1-1,-1 1,1 0,0 0,1 0,-1 0,1 0,-1 1,1-1,1 1,-1-1,1 1,-2 9,1 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3:57.9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77 3,'-1'3,"0"0,0 0,0 0,-1-1,1 1,-1-1,1 1,-1-1,0 1,0-1,-3 4,-12 17,10-7,-19 56,24-67,1 0,0 0,0 0,1 0,-1 1,1-1,0 0,1 0,-1 1,1-1,3 9,-3-11,1 0,0-1,0 1,0-1,0 0,0 0,1 0,-1 0,1 0,-1 0,1-1,-1 1,1-1,0 0,0 1,0-1,0-1,0 1,0 0,0-1,0 0,4 1,0 0,0-1,0 0,0 0,0 0,1-1,-1 0,0-1,11-3,-15 3,0 0,0 0,-1 0,1-1,0 1,-1-1,0 0,0 0,0 0,0 0,0 0,0 0,-1-1,0 1,1 0,-1-1,0 1,-1-1,1 1,-1-1,0 1,0-7,1-3,-1 1,-1-1,0 1,-1-1,-4-15,5 24,0 0,-1-1,1 1,-1 0,0 0,0 0,-1 0,1 1,-1-1,0 1,0-1,0 1,0 0,-1 0,-5-4,3 4,0 0,0 1,0 0,0 0,0 0,0 0,-1 1,1 0,-1 1,-6-1,-8 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4:01.0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38 102,'-1'2,"1"-1,-2 1,1 0,0 0,0-1,0 1,-1-1,1 1,-1-1,-2 2,-9 11,12-12,0 0,0-1,0 1,0 0,0 0,1-1,-1 1,0 0,1 0,0 0,-1 0,1 0,0 0,0 0,0-1,0 1,1 0,-1 0,0 0,1 0,-1 0,1 0,1 3,0-2,1-1,-1 1,0-1,1 0,-1 1,1-1,-1 0,1 0,0-1,0 1,0-1,6 3,-2-1,0-1,-1 0,1-1,0 0,0 0,0 0,1-1,-1 0,0 0,0 0,0-1,0-1,8-1,-11 1,0-1,1 1,-1-1,-1 0,1 0,0-1,-1 1,1-1,-1 1,0-1,-1 0,1 0,0-1,-1 1,0 0,0-1,-1 1,1-1,-1 0,0 1,0-1,0 0,-1 0,0 0,0 0,0-5,0 6,-1-1,1 1,-1-1,0 1,0-1,0 1,-1 0,0 0,1-1,-1 1,-1 0,1 1,-1-1,1 0,-1 1,0-1,0 1,-1 0,1 0,-1 0,1 1,-1-1,0 1,0 0,0 0,0 0,0 0,-6 0,4 0,1 1,-1 0,0 1,0-1,0 1,0 1,0-1,-11 3,0 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4:06.5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89,'-10'28,"0"-3,9-20,0 0,1 0,-1 0,1 0,0 0,0 0,1 1,-1-1,1 0,0 0,1 0,-1 0,4 5,-4-7,1 1,1-1,-1-1,0 1,1 0,-1 0,1-1,0 0,0 1,0-1,0 0,0 0,0-1,0 1,1-1,-1 1,1-1,-1 0,7 0,12 2,0-1,1-1,-1-1,35-4,-54 4,1-1,0 0,-1 0,1 0,-1 0,0-1,1 0,-1 1,0-1,0 0,0-1,0 1,0 0,0-1,-1 0,1 1,-1-1,0 0,0 0,0 0,0-1,0 1,-1 0,1-1,-1 1,0-1,0 0,0 1,0-8,0 4,-1 0,0 1,0-1,0 0,-1 1,0-1,0 0,0 1,-1-1,0 1,-1 0,1-1,-1 1,0 0,-8-10,3 6,0 1,-1 0,0 0,-12-8,19 15,0 1,0-1,-1 1,1-1,0 1,-1 0,1 0,-1 0,1 1,-1-1,1 0,-1 1,1 0,-1 0,0-1,1 2,-1-1,0 0,1 0,-1 1,1-1,-1 1,1 0,-1 0,1 0,-3 2,-9 6,1-1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4:13.3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 0,'0'4,"0"6,0 5,0 4,0 3,0 3,0 0,-8-3,-3-2,0 0,3 1,2-3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4:14.3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1,'4'0,"5"0,6 0,5 0,2 0,2 0,2 0,-1 0,1 0,0 0,-5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4:15.4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1,'0'4,"4"1,6 1,5-2,5-1,2-1,2-1,2-1,0 0,-1 0,1 0,-5-4,-6-2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4:17.0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37 178,'28'9,"-4"1,-19-9,1-1,-1 0,0 0,0 0,0-1,0 1,1-1,-1 0,0-1,0 1,-1-1,1 0,0 0,4-3,3-3,-1 1,0-2,-1 1,13-13,-22 19,1 1,0-1,-1 0,1 0,-1 0,1 0,-1 0,0 0,0 0,0 0,0-1,0 1,-1 0,1-1,-1 1,1 0,-1-1,0 1,0-1,0 1,0-1,0 1,-1 0,1-1,-1 1,1 0,-1-1,0 1,0 0,0 0,0 0,-1-1,1 1,0 0,-3-2,0 0,1 0,-1 0,-1 1,1-1,0 1,-1 0,0 0,0 1,0-1,0 1,0 0,0 0,0 1,-10-2,-1 1,-1 0,-30 2,43 1,0-1,-1 1,1 0,0 0,0 0,0 0,0 1,0-1,1 1,-1 0,0 0,1 1,-1-1,1 1,0 0,-5 4,-3 9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4:18.8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1 193,'0'2,"1"0,0-1,0 1,0-1,0 1,0-1,0 1,0-1,0 0,0 0,1 1,-1-1,0 0,1 0,-1 0,1 0,2 1,30 13,-12-6,-13-6,0 0,0 0,0 0,13 1,-19-4,0 0,0 0,1 0,-1 0,0-1,0 1,1-1,-1 0,0 0,0 0,0 0,0-1,0 1,-1-1,1 0,4-3,4-3,-1-1,0 0,0 0,-1-1,0 0,-1 0,0-1,9-17,-17 26,1 1,-1-1,0 0,0 0,0 1,0-1,0 0,0 0,0 1,0-1,-1 0,1 1,-1-1,1 0,-1 1,0-1,0 0,0 1,0-1,0 1,0 0,0-1,-2 0,-35-31,22 20,8 7,1 1,-1-1,0 1,-1 1,1-1,-1 1,0 1,-11-4,16 6,0 0,0 0,0 1,0-1,0 1,0 0,0 0,0 0,0 1,1-1,-1 1,0 0,0 0,0 0,0 0,1 1,-1 0,1 0,-1 0,1 0,-6 5,-18 25,17-16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5:24.8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15:26.2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3:50.70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76,'112'2,"122"-5,-167-8,-49 6,1 2,25-2,-4 2,0-2,47-12,-50 8,0 3,67-5,242 13,-328-1,0 0,0 2,17 5,-16-4,0 0,26 1,-30-5,-1 1,1 1,-1 0,0 0,0 2,0 0,0 0,13 8,-15-8,1 0,-1-1,0 0,1-1,-1 0,1-1,24-1,-20-1,-1 2,1 0,29 6,-4 1,1-2,0-2,0-2,68-5,-13 1,1850 2,-1929 1,-1 1,33 7,-31-5,1 0,22 1,511-4,-269-3,1639 2,-1900-1,1-2,28-5,-27 3,43-3,22 9,39-2,-63-11,-49 8,0 0,27 0,-17 3,1-2,-1 0,46-12,-69 13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00.01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153 0,'-1'32,"2"0,1 0,12 55,-5-50,0-3,-1 0,2 37,-9-60,0-1,-1 1,-1-1,0 0,0 1,-1-1,0 0,-1 0,0 0,-1 0,-6 13,5-12,0 0,1 0,0 0,1 1,0-1,1 1,-2 20,5 88,1-56,-2-44,0 0,-1 0,-2 0,0 0,-1 0,0-1,-13 30,12-35,1 0,0 1,1-1,1 1,-1 25,5 78,0-42,-2 195,-1-262,-1 1,0-1,0 0,-1 0,0-1,0 1,-1 0,-1-1,1 0,-1 0,-8 9,6-6,-1 0,2 0,0 1,0 0,-4 15,6-10,0 0,-1 21,5-31,-1 0,1 0,1 0,-1 0,1 0,0 0,1 0,2 8,-3-13,1 1,-1-1,1 0,0 1,0-1,0 0,0 0,0-1,0 1,0 0,1-1,-1 1,1-1,-1 0,1 1,-1-1,1-1,0 1,-1 0,1-1,0 1,0-1,3 0,-1 1,0 0,0 0,0 0,0 1,7 3,-10-4,0 1,0-1,0 0,-1 1,1-1,-1 1,1-1,-1 1,0 0,0 0,1-1,-1 1,0 0,-1 0,1 0,0 0,0 5,1 1,-1 0,0 0,-1 0,0 0,0 0,0 0,-4 14,-18 58,15-61,2 0,0 0,-5 37,10 150,1-122,-2-96,-1 0,0 0,-4-14,-5-28,6-255,7 169,-3 70,3-81,0 136,1-1,1 1,11-28,-10 28,0-1,0 1,3-25,4-31,-7 48,-1 0,1-30,-5 28,-2 1,-9-41,6 38,-3-54,10-18,-3-73,-11 105,8 49,0 0,-1-27,5-229,1 128,0 122,2 1,1 0,1 0,0 0,10-21,-8 22,-3 6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06.90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120 1,'0'445,"-1"-438,1 0,-1 1,-1-1,1 0,-1 0,0 0,-1 0,0 0,-5 9,-6 14,9-14,1 0,1 1,0-1,1 0,1 1,1-1,0 1,1-1,4 22,-1-24,0 0,11 26,-10-28,0 0,-1 1,0 0,3 18,-7-13,0 0,-1 0,-1 0,0 0,-2 0,0 0,-7 18,4-14,2 0,0 1,-3 43,7 460,3-238,-3-270,-1 0,-1 0,-4 17,2-16,2 0,-2 26,4-16,-1-1,-10 49,-13 95,24-167,0 0,0 1,0-1,1 0,0 0,0 1,0-1,1 0,-1 1,1-1,3 10,0-7,0 0,1-1,-1 1,2-1,-1 0,9 9,-4-5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09.82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1 165,'4'0,"6"0,0-4,4-1,-1-5,1 0,-1-2,1-4,-2-4,1 3,-1-1,1 3,-1 0,1 2,-1 4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15.42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77 2951,'0'1,"-1"1,0 0,0-1,0 1,0-1,0 1,0-1,0 0,0 1,0-1,-1 0,1 0,0 0,-1 0,1 0,-1 0,-2 1,-28 13,31-15,0 1,0-1,0 0,0 1,0-1,0 0,0 0,0 0,0 0,0 0,0 0,0 0,0 0,0 0,0 0,0-1,0 1,0 0,-1-1,2 0,0 1,0-1,0 1,0-1,0 1,0-1,0 1,0-1,0 1,0-1,0 1,0-1,1 1,-1-1,0 1,0-1,0 1,1-1,-1 1,0 0,1-1,-1 1,0-1,1 0,31-27,-8 14,0 2,42-15,-49 22,1-2,-1 0,-1-1,1-1,-1 0,-1-1,26-22,23-21,-20 19,-34 23,0-1,-1 0,0 0,-1-1,-1 0,0 0,8-22,-12 31,0 1,1 0,-1 0,1 0,0 0,0 1,0-1,0 1,0 0,6-2,5-3,128-86,-42 25,-29 15,-50 35,37-23,42-14,57-36,-141 80,93-59,-91 57,0 0,18-17,8-5,-15 13,1 1,1 2,55-25,-30 18,-1-2,-2-3,68-50,-52 39,-54 34,0-2,0 1,-1-2,22-19,-6 2,62-42,-77 58,-1 0,0 0,0-2,-1 0,23-31,29-40,-57 76,1 0,0 0,1 1,0 0,0 0,19-8,12-8,123-100,-141 105,0 1,47-26,-41 26,-1-1,-1-1,-1-2,39-40,-51 49,1 0,1 2,0 0,32-16,2-2,-34 21,0-1,20-6,21-9,174-99,-221 119,0-1,0 1,1 1,-1 0,18-2,-19 4,-1-1,0 1,1-2,-1 1,0-2,0 1,0-1,-1 0,13-8,-3-2,10-8,43-25,-32 23,61-51,-26 17,27-9,-59 40,0-1,61-56,-61 54,-35 26,-1 0,0 0,0 0,0-1,0 0,6-8,-12 11,-4 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16.34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1 391,'7'-1,"1"0,-1-1,1 0,-1 0,0-1,0 0,0 0,0-1,11-7,20-10,31-10,140-54,-158 66,0-3,66-39,-25 12,-68 35,0-1,25-20,-41 28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19.13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3666,'10'-9,"1"1,1 0,-1 1,1 0,20-8,7-4,305-180,-322 187,1 1,44-14,-41 16,0-2,26-14,28-19,156-99,-132 60,-60 52,-16 12,-1-1,26-24,-16 11,1 2,47-28,-50 35,-1 2,-1-1,-1-2,-2-1,0-1,29-36,-48 50,0 0,1 1,1 1,24-18,62-32,-80 49,149-92,-154 96,0 2,0 0,1 0,0 1,25-4,-28 6,1 1,-1-1,0-1,0 0,-1-1,1-1,-1 1,0-2,17-12,2-8,41-34,-13 17,-32 22,2 1,0 2,42-21,-4 7,-1-2,63-47,-62 42,-45 29,-1-2,28-21,-17 11,46-28,-18 13,-17 14,-34 20,1 0,-1-1,-1 0,1 0,-1-1,0 0,0 0,7-8,-4 3,1-1,0 2,1-1,1 1,20-12,-18 12,0 0,-1-1,0-1,14-16,-7 2,21-37,-16 23,-18 30,1 1,0-1,0 1,1 1,0 0,15-9,-9 6,26-23,-29 21,13-13,54-43,183-144,-165 129,-82 68,26-29,-30 30,0 1,2 1,21-18,-21 23,0 0,0 1,0 1,25-7,19-8,-13 1,-1-2,-1-2,-1-2,52-42,-65 47,1 1,1 1,1 2,46-18,-30 14,47-30,66-30,-70 38,-26 15,-40 17,-1 0,30-18,-44 20,-5 2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33.72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113 57,'0'0,"0"1,0-1,0 0,0 1,-1-1,1 0,0 1,0-1,0 0,0 0,-1 1,1-1,0 0,0 0,-1 0,1 1,0-1,0 0,-1 0,1 0,0 0,-1 1,1-1,0 0,0 0,-1 0,1 0,0 0,-1 0,1 0,0 0,-1 0,1 0,0 0,-1 0,1 0,0 0,-1 0,1-1,0 1,0 0,-1 0,1 0,0 0,-1 0,1-1,-25-10,10 4,8 5,4 2,0-1,0 0,0 1,0-1,0 0,0 0,0-1,0 1,0-1,1 1,-1-1,1 0,-1 0,1 0,0 0,0-1,0 1,-3-5,5 7,0-1,0 1,0 0,-1 0,1-1,0 1,0 0,1 0,-1-1,0 1,0 0,0-1,0 1,0 0,0 0,0 0,0-1,0 1,1 0,-1 0,0-1,0 1,0 0,0 0,1 0,-1-1,0 1,0 0,0 0,1 0,-1 0,0 0,0 0,1 0,-1-1,0 1,0 0,1 0,-1 0,0 0,0 0,1 0,-1 0,0 0,0 0,1 0,-1 0,0 0,0 1,1-1,-1 0,0 0,0 0,1 0,-1 0,0 0,0 1,1-1,-1 0,0 0,23 8,-19-6,55 22,65 37,-112-54,0 1,-1 1,-1 0,12 12,6 5,-8-8,-9-8,0 0,1 0,0-1,1 0,-1-1,2-1,27 12,-20-11,34 18,-13-5,-4-2,37 27,-14-10,-31-20,37 13,-42-19,0 1,42 25,-51-25,-2 2,20 19,-21-19,0-1,29 22,35 25,-15-10,-38-29,42 40,-45-38,49 37,-34-33,1-2,2-1,0-2,1-2,46 15,32 13,18 8,-60-22,-55-23,1 0,-2 2,0 0,0 1,-1 2,24 21,68 50,-45-32,3 4,-52-44,1 0,0-1,0-1,28 14,-26-16,-1 1,-1 1,1 0,23 24,-23-18,0-1,1 0,1-1,27 15,-24-15,-1 1,-1 1,22 21,39 32,-15-24,-21-16,57 50,-97-73,0 0,0 0,0 1,4 9,-6-10,0 0,1 0,-1-1,2 0,-1 0,11 9,46 28,-34-25,-1 1,47 44,-40-31,1-2,45 29,6-4,31 23,-107-71,7 8,1-1,1 0,0-2,1 0,1-2,28 12,-3-5,-1 2,-1 1,47 32,74 35,-139-77,0 2,-1 0,0 2,-1 0,-1 2,-1 1,23 22,-35-31,-1 0,1-1,0 0,21 11,-22-15,-2 1,1 0,0 1,-1 0,0 0,0 1,-1 0,0 0,11 16,-9-10,0-1,1 0,0 0,1-1,0-1,1 1,0-2,16 11,54 40,-48-33,66 38,-80-52,0 1,-1 0,31 31,-33-28,1-2,0 0,40 25,11-7,-48-24,1 1,-2 1,1 1,-1 1,30 25,36 37,12 11,-50-39,70 54,-75-72,1-2,1-2,49 20,-80-40,0-1,1 0,0-1,-1 0,18 0,29 6,-45-6,0 1,0 1,-1 0,0 1,0 1,18 11,71 35,-66-35,46 29,-52-22,-25-19,0 0,0-1,1 0,0 0,10 4,-7-4,-2 0,1 1,0 0,-1 1,0 0,-1 0,1 0,-1 1,-1 1,13 17,-15-20,10 9,1 0,0-1,1 0,0-2,37 21,32 22,-62-38,44 23,-40-25,35 26,-44-25,-1 1,-1 0,-1 2,20 27,32 36,-59-74,1 0,0-1,0 0,18 9,-15-9,-1 0,-1 0,17 15,42 45,38 34,-89-87,0-1,40 21,-1-2,-22-8,0 2,-2 2,32 33,-40-38,2-2,37 24,23 18,-50-35,2-1,44 23,-57-34,-1 1,-1 1,45 42,-55-47,1-2,0 0,1 0,0-2,23 10,21 11,-28-15,-26-12,-1-1,1 1,-1 0,0 1,0 0,10 7,-14-6,-5-2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37.32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1 425,'2'-5,"0"0,0 1,1-1,-1 1,1-1,0 1,0 0,1 0,-1 1,1-1,8-6,-2 1,-1 0,0 2,0-1,0 1,1 1,0-1,1 2,14-7,-15 6,1 0,-2 0,1-1,-1-1,0 0,0 0,-1 0,0-1,-1-1,0 1,9-16,-9 17,0 0,1 1,0 0,1 0,-1 1,1 0,0 0,1 1,0 0,11-4,-8 4,0-2,-1 1,1-2,-1 0,12-10,29-32,-39 38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38.08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0 373,'12'-10,"0"2,0 0,1 0,0 1,23-9,12-6,-23 9,0-1,-1-1,-1-2,33-28,-40 31,0 1,2 1,-1 1,1 0,27-11,-16 8,29-21,-25 16,-26 16,0-1,0 0,0 0,-1-1,10-8,-12 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45.22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5669,'2'-4,"0"-1,0 1,0 0,0 0,1 0,-1 0,1 0,0 0,0 1,1 0,-1-1,8-4,0-2,9-9,2 2,0 1,26-14,0-2,-3 2,1 2,54-24,-78 42,-1-2,0-1,-1 0,27-25,66-71,-101 97,1 1,21-14,19-17,15-25,-31 29,1 1,43-30,-21 19,-40 31,2 0,35-21,84-46,-120 70,-1-1,23-20,11-9,200-138,-246 177,1 0,0 0,0 1,1 0,-1 0,11-1,-11 3,-1-1,1 0,-1 0,0-1,0 0,0 0,0-1,10-8,4-7,1 1,46-29,23-3,35-21,-4 4,-75 43,49-34,0-14,-28 28,-47 33,0-2,-1-1,34-31,-34 27,1 0,39-24,-38 28,0-1,39-37,-33 25,35-25,23-23,-51 36,-25 26,2 0,18-16,60-55,-12 10,-48 51,55-33,-59 41,-1-1,0-1,38-35,-55 44,2 1,19-14,-20 16,0-1,-1 0,1-1,8-10,4-4,2 0,0 2,51-33,6-5,-70 49,0 1,1 0,0 1,0 0,0 1,1 0,0 1,20-6,-7 3,-1 0,1-2,41-24,-7 4,-36 17,-1 0,-1-2,27-23,24-15,123-70,-145 87,-36 25,-1 0,30-14,15-4,-3-2,0-3,-2-2,61-53,8-10,-72 59,-22 18,26-27,-44 39,-1 2,20-13,17-14,-2-2,-34 30,-1-1,0-1,0 1,-1-2,13-15,-14 14,1 1,-1 1,2 0,-1 0,1 0,17-10,74-38,-17 12,-21 7,-34 22,-1-1,-1-1,-1-2,36-33,-35 28,1 1,42-28,-38 29,57-50,-79 63,1 2,18-13,18-14,-41 31,0 0,0 0,0 0,0 1,0 0,1 0,0 0,-1 1,9-1,-7 1,0-1,0 1,-1-2,1 1,-1-1,12-7,82-55,-71 48,-1 0,47-40,-54 39,49-31,-45 33,38-33,55-48,84-49,-156 116,-21 15,0-1,-1-1,33-33,-40 35,1 1,0 1,1 0,30-15,14-10,-36 21,-5 3,-1 0,38-36,-34 34,-23 16,1-1,-1 0,0 0,0 0,0 0,-1 0,1 0,0-1,-1 1,0-1,3-3,-5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4:57.44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15,'0'-1,"0"0,1 0,-1 1,1-1,-1 0,1 0,-1 1,1-1,-1 0,1 0,0 1,-1-1,1 1,0-1,0 1,-1-1,1 1,0-1,0 1,0 0,0-1,-1 1,1 0,0 0,0-1,0 1,0 0,0 0,0 0,0 0,1 1,32 1,-18 4,-1 0,1 1,-1 1,-1 1,1 0,-1 0,18 18,16 9,-31-25,1-1,29 11,18 11,-41-20,32 13,-37-18,0 2,0-1,26 19,-29-17,-1-1,1-1,32 12,26 12,-37-11,-14-9,0 0,-1 2,-1 1,32 28,2 0,1 0,-39-26,2-1,0-2,1 1,0-2,1-1,24 11,-14-7,-1 2,28 22,21 13,-77-52,5 2,0 1,0-1,-1 1,0 1,0 0,0-1,0 2,-1-1,0 1,0-1,0 2,-1-1,6 11,-7-12,0-1,0 0,0 0,1 0,-1 0,1 0,0-1,0 0,0 1,0-2,1 1,-1 0,1-1,0 0,0 0,-1 0,7 0,-2 2,1 0,-1 0,15 10,18 16,44 31,83 75,-152-121,1-2,33 20,-33-22,1 1,-2 0,18 17,-15-13,0 0,1-1,37 20,-31-20,46 35,-36-22,1-3,2-1,48 22,10 5,17 8,27 16,87 44,-34-21,-186-92,0 0,-1 1,1-1,-2 2,1-1,-1 1,11 16,-17-23,14 16,1-1,1 0,1-1,33 22,-27-20,0 0,26 27,-31-26,1 0,35 24,-35-26,29 28,-35-30,0-1,1 0,31 20,14-2,-33-19,-2 2,41 28,-51-29,-8-7,0-1,0 1,1-1,0 0,12 5,-4-2,0 0,-1 0,0 2,0-1,-1 2,15 15,74 83,-28-28,-63-70,3 6,1-2,1 0,0 0,1-2,37 22,154 71,-141-67,-48-27,0 0,1-1,31 11,-17-9,0 3,-2 0,36 24,36 18,-101-55,0-1,-1 1,1 0,0 0,-1 1,0-1,0 1,0-1,0 1,-1 0,1 0,-1 0,2 6,-1-4,0 0,1 0,-1-1,1 1,0-1,7 6,6 4,2-1,0-1,1-1,22 11,91 34,-60-27,-33-14,-22-9,0 0,0 1,19 13,154 94,88 54,-244-148,-1 1,-1 2,35 33,20 8,5 5,8 4,-89-64,0-1,1 0,23 12,-23-14,1 1,-1 0,22 19,13 12,-36-30,0 0,-1 0,0 1,18 22,7 13,71 68,-90-96,-10-8,1 0,-2 1,1-1,-1 1,6 14,-7-11,2-1,0-1,13 18,-6-15,0 0,1-2,28 19,9 8,6 6,2-3,74 39,27 22,-85-51,1-4,127 56,-196-100,31 15,234 119,-191-85,-56-34,47 24,48 24,-53-27,-1-2,73 39,-132-72,0 1,-1 0,1 0,-1 0,0 1,-1 0,10 12,-9-9,1-1,1 0,17 14,133 102,-149-116,-14-11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5:26.7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1 100,'0'-1,"0"0,0 0,1 1,-1-1,0 0,1 0,-1 0,1 0,-1 1,1-1,-1 0,1 0,-1 1,1-1,0 0,-1 1,1-1,0 1,0-1,0 1,-1-1,1 1,0-1,0 1,0 0,0 0,0-1,0 1,-1 0,1 0,0 0,0 0,0 0,2 0,33 4,21 4,0-1,1-4,92-5,-39 0,-76 2,-1 1,1-1,0-2,57-12,-52 8,0 1,0 2,0 2,45 4,6 0,-62-2,53 10,-53-5,52 1,-18-6,121-4,-118-8,-47 6,-1 2,27-2,61-7,-73 6,50-1,263 8,-328 0,1 1,32 8,-31-6,0 0,24 0,509-2,-267-4,84 2,-346-2,1 0,28-7,-26 4,41-2,353 6,-201 2,-205-2,0 0,0-1,20-6,34-5,10 1,-57 7,1 1,24-1,26 5,-51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5:33.4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53,'8'0,"0"1,0 0,-1 1,16 5,21 4,47-6,91-6,-59-1,-104 1,-1-1,34-7,-32 4,0 2,23-2,64 5,-56 1,1-2,84-13,-79 6,0 4,1 1,57 6,-7-1,2456-2,-2546-1,0-1,0 0,17-6,-16 4,0 0,27-1,408 4,-218 3,-218-1,0 0,0 2,17 5,-16-4,0 0,27 1,67-5,-102-1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5:44.6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1,'19'31,"-15"-3,-1-1,-1 0,-1 1,-4 31,1-21,3 45,2-63,1 0,1 0,8 23,-7-27,-1 1,0 0,-2 0,4 34,-6-12,-4 169,-9-141,7-50,2 1,-2 28,3-25,-1 0,-1-1,-12 39,10-39,0 0,2 0,0 0,-1 26,4-23,2 0,0 0,2 0,0 0,2-1,0 1,13 30,-14-37,0 1,-1-1,0 1,-1-1,-1 1,-1 0,-3 24,2-26,0 0,0-1,2 1,0 0,0 0,1-1,1 1,1-1,8 23,-2-18,-1 1,-1 1,-1-1,-1 1,4 23,-9-34,0-1,0 0,-1 1,0-1,-1 0,0 1,0-1,-1 0,0 0,-1 0,0 0,0 0,-1-1,-6 12,-63 80,65-83,0 1,2 0,0 0,1 0,0 1,-2 26,6-136,4-92,1 154,2 0,9-32,-8 39,-2-1,0 0,-1 0,0-27,0 77,16 50,-11-45,31 98,-31-96,-6-25,-1 0,1 1,-1-1,-1 0,0 1,0-1,-1 1,0-1,-1 1,0-1,-3 13,-9 22,6-24,1 0,1 1,1 0,-3 36,7-24,2 156,10-123,-8-47,0-1,1 27,-5 5,0-20,1 0,2-1,7 40,-7-57,-1 0,0 1,0-1,-2 1,1 0,-2-1,0 1,0 0,-1-1,-1 0,0 1,0-1,-1 0,-10 18,10-20,1 0,0 0,0 0,-2 21,5-31,-1 3,1-6,0-10,0 12,1-14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5:45.6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1,'1'4,"0"0,1 1,-1-1,1 0,0 0,0 0,1 0,4 7,5 9,-7-7,-1 0,0 0,-1 0,-1 1,0 0,0 0,-2 15,1-13,0-1,0 1,2 0,-1-1,9 23,-6-28,-1 1,-1 0,1 0,-2 1,1-1,-1 1,-1-1,0 1,-1-1,0 1,-1-1,0 1,-1 0,0-1,-1 0,0 0,-1 0,-8 16,3-11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5:46.0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77 0,'-1'3,"1"0,-1 0,-1-1,1 1,0 0,-1-1,1 1,-1-1,0 0,1 1,-6 3,-9 17,7-1,2 0,1 1,0 0,2 0,0 0,2 1,1-1,2 32,-1-32,-1-12,1 1,1-1,0 0,3 15,1-10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5:58.42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30 126,'1'15,"0"0,1 0,6 19,4 35,-10-19,-2-23,2 1,10 51,-7-58,4 12,-2 0,-1 0,2 58,-9 526,1-606,-2-1,1 1,-1-1,-1 0,1 0,-2 0,-7 15,-3 12,10-23,1-1,1 1,0 0,0 0,2 24,1-21,-2-1,0 0,-6 29,-1-2,2 0,2 1,2-1,5 67,0-12,-3-88,1 1,1-1,0 0,0 0,1 0,1 0,7 15,3 12,-11-27,0 1,-1-1,0 0,-1 1,0-1,0 1,-2 11,-13 73,10-79,1 0,0 1,2-1,-1 1,2-1,0 1,1-1,1 1,4 20,-1-21,-2 1,0 0,-1-1,0 1,-2 0,0 0,-1 0,-1 0,0 0,-6 21,-19 121,24-142,0 1,1 0,1 0,1 0,1 0,0 0,1-1,1 1,5 18,-4-16,0 0,-1-1,0 35,-3-43,-1 0,0 1,0-1,-1 0,-1 0,0 0,0-1,-6 12,3-8,0 1,1 0,1 0,0 0,1 1,-1 22,2-7,2-1,4 42,8-8,-7-46,-2 1,2 28,-5 41,-1-166,2-82,2 143,0 0,1 0,11-28,-9 30,-1 0,-1-1,0 1,2-25,-4-304,-4 169,3 147,10-55,-5 54,1-52,-8-413,-1 475,0 1,-2-1,0 1,-1 0,0 0,-2 0,0 1,-11-19,14 28,-4-12,1-1,-7-35,10 38,1 5,0 1,2-1,-1-1,1 1,1-16,1 24,0 0,-1 0,1 0,1 0,-1 0,1 1,0-1,0 0,0 1,1-1,-1 1,1 0,0 0,0 0,1 0,4-4,-7 7,1 0,-1-1,1 1,-1 0,1 0,-1 0,1 0,-1 0,1 0,0 1,0-1,-1 1,1-1,2 0,-3 2,0-1,0 1,-1-1,1 1,0-1,0 1,-1 0,1-1,0 1,-1 0,1 0,-1 0,1-1,-1 1,1 0,-1 0,0 0,1 0,-1 0,0 0,0 0,1 0,-1 0,0 0,0 0,0 0,0-1,-1 3,2 1,0 14,0-1,2 1,0 0,1-1,11 30,-13-43,10 20,-12-24,0 0,0 0,0 1,0-1,0 0,0 0,0 0,0 0,0 0,0 0,1 0,-1 0,0 0,0 0,0 0,0 1,0-1,0 0,0 0,0 0,1 0,-1 0,0 0,0 0,0 0,0 0,0 0,0 0,0 0,1 0,-1 0,0 0,0 0,0 0,0 0,0 0,0 0,0 0,1 0,-1-1,0 1,0 0,0 0,0 0,0 0,0 0,0 0,0 0,0 0,0 0,0 0,1 0,-1-1,2-15,-3-234,0 231,-1 0,-8-32,6 31,0 0,0-23,3-13,2 31,-1 1,-2 0,0 0,-1 0,-13-46,2 32,6 20,1-1,1 0,1 0,0-1,2 0,-2-24,6 22,1 0,8-36,-5 34,3-43,-8 59,0 0,-1 0,0 0,0 0,0 1,-1-1,0 0,-1 1,-4-12,1 8,2 0,-1 0,1-1,1 0,0 0,1 0,0 0,0-1,2 1,0 0,0-1,1 1,0 0,1-1,1 1,0 0,0 0,7-14,-4 10,-1 0,0-1,-1 1,-1-1,1-24,-3-88,-3 66,1 49,0 0,-2 0,-6-25,8 37,-3-15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05.42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302 9,'0'0,"0"0,0-1,0 1,0 0,0-1,0 1,0 0,0-1,0 1,0 0,0-1,1 1,-1 0,0 0,0-1,0 1,0 0,1-1,-1 1,0 0,0 0,0-1,1 1,-1 0,0 0,0 0,1-1,-1 1,0 0,1 0,-1 0,0 0,1 0,-1-1,0 1,1 0,-1 1,1-1,-1 0,0 1,0-1,0 1,0-1,1 0,-1 1,0-1,0 1,0-1,0 1,0-1,0 0,0 1,0-1,0 1,0-1,0 1,0-1,-1 1,1-1,0 0,0 1,0-1,-1 1,1-1,0 0,0 1,-1-1,1 0,0 1,-1-1,1 0,0 0,-1 1,0-1,-13 17,0-1,-2-1,0 0,-35 24,26-20,-30 28,46-37,0 1,2 0,-1 0,1 0,-5 14,5-12,0 0,0-1,-1 0,-12 14,19-25,0 0,0 0,0 0,0 0,0 0,0 0,0 0,1 0,-1 0,0 0,1 0,-1 0,1 1,-1-1,1 0,0 0,0 1,-1-1,1 0,0 1,0-1,0 2,1-2,-1 0,1 0,0-1,0 1,-1 0,1 0,0 0,0-1,0 1,0 0,0-1,0 1,0-1,0 1,0-1,0 1,0-1,0 0,2 1,10 1,0-1,-1 0,21-2,-23 1,9 1,0 1,-1 1,1 0,-1 2,1 0,30 13,27 8,-56-22,0-1,-1-1,1-1,29-1,-38-1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06.5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2 102,'0'29,"-1"-15,0 1,2-1,0 0,0 0,1 1,5 13,-6-24,0-1,1 0,0 0,-1 0,1 0,0 0,0 0,1 0,-1 0,1-1,-1 1,1-1,0 0,0 0,0 0,0 0,0-1,0 1,1-1,-1 1,0-1,1 0,-1-1,1 1,-1-1,1 1,0-1,-1 0,7-1,-3 1,0-1,1 0,-1 0,0-1,0 1,0-2,0 1,0-1,-1 0,1 0,-1-1,1 0,-1 0,-1-1,1 1,0-1,-1-1,0 1,7-10,-7 7,0-1,0 1,-1-1,0 0,0 0,-1 0,0 0,-1-1,0 1,0-1,-1 0,0 0,-1 1,-1-14,1 20,-1-1,0 1,0-1,0 1,0-1,0 1,-1 0,0-1,1 1,-1 0,0 0,-1 0,1 1,0-1,-1 0,0 1,1 0,-1 0,0-1,0 2,0-1,-1 0,1 1,0-1,-1 1,1 0,0 0,-1 0,-5 0,-2-1,0 1,0 0,0 1,0 1,0-1,0 2,0 0,-16 4,-35 8,43-12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11.76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 1,'-18'3,"18"-3,0 0,-1 1,1-1,0 0,0 0,0 1,-1-1,1 0,0 0,0 1,0-1,-1 0,1 1,0-1,0 0,0 0,0 1,0-1,0 0,0 1,0-1,0 0,0 1,0-1,0 0,0 1,0-1,0 1,2 2,-1 0,1 0,0-1,-1 1,1 0,1-1,3 5,10 7,1-1,0 0,0-1,1-1,26 11,3 4,-36-21,1 0,-1-1,13 4,-14-5,-1 0,0 0,0 1,18 9,-27-12,1 0,0-1,0 1,0 0,-1 0,1 0,0 0,-1-1,1 1,0 0,-1 0,1 0,-1 0,0 0,1 0,-1 0,0 1,0-1,0 0,1 0,-1 0,0 0,0 0,-1 0,1 0,0 0,0 0,0 0,-1 1,1-1,-1 0,1 0,-1 0,1 0,-1-1,1 1,-1 0,0 0,1 0,-1 0,0-1,-1 2,-5 5,0-1,0 0,-14 9,19-13,-76 42,54-32,-30 20,46-26,0 0,1 0,0 0,0 1,1 0,0 1,-8 12,-8 22,-11 18,30-56,0 0,0 0,0 0,-1-1,1 1,-1-1,0 0,0 0,0 0,-8 4,-2-3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12.95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50 138,'-2'1,"0"-1,0 0,1 1,-1 0,0-1,0 1,0 0,0 0,1 0,-1 0,0 0,1 1,-1-1,1 0,0 1,-1-1,1 1,0 0,0-1,0 1,0 0,0 0,0-1,0 1,1 0,-1 0,0 2,-1 6,-1 0,1 1,-1 17,2-23,1 0,0 1,1-1,-1 0,1 0,0 1,0-1,0 0,1 0,0 0,0 0,0 0,0-1,1 1,0 0,0-1,5 6,-2-5,0 0,0 0,0 0,1-1,-1 0,1 0,0-1,0 0,1 0,-1-1,11 3,21 7,17 4,-52-15,0 0,0-1,1 1,-1-1,0 0,0 0,1 0,-1-1,0 0,5-1,-7 1,1 0,-1 0,0-1,0 1,0-1,0 1,-1-1,1 0,0 0,-1 0,1 0,-1 0,1 0,1-4,13-37,-9 25,-2 5,-1 0,0 1,-1-2,0 1,-1 0,1-23,-3 30,0 0,-1-1,0 1,0-1,-1 1,1 0,-1 0,-1 0,1 0,-1 0,0 0,-1 1,1 0,-1-1,-8-7,4 5,0 0,-1 0,0 1,0 1,-1 0,1 0,-22-9,3 5,-53-10,80 19,-3 0,0 1,0-1,1 1,-1 0,0 0,0 0,0 0,0 0,0 1,0 0,1 0,-1 0,0 0,-6 4,-6 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3.9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266 49,'-3'10,"-4"-13,-7-19,11 17,0 3,1-1,0 1,-1 0,0-1,1 1,-1 0,0 1,0-1,0 0,0 1,0 0,0-1,-1 1,1 1,0-1,-1 0,1 1,-1-1,1 1,0 0,-1 1,1-1,-1 0,1 1,0 0,-1 0,1 0,-4 2,2-2,0 1,0 1,0-1,0 1,0 0,1 0,0 0,-1 1,1 0,1-1,-1 1,0 1,1-1,0 0,0 1,0 0,-2 5,-13 41,-24 62,41-109,-1-1,1 0,0 0,-1 1,2-1,-1 0,0 1,1-1,-1 1,1-1,0 1,0-1,1 1,-1-1,1 1,-1-1,1 1,2 5,-1-7,0 1,0-1,0 1,0-1,0 0,0 1,1-1,-1 0,1-1,-1 1,1 0,0-1,0 1,0-1,0 0,0 0,0 0,0-1,0 1,0-1,4 1,18 1,0 0,28-3,-44 1,-1-1,1 0,-1 0,0-1,0 0,0-1,0 0,0 0,0 0,7-6,-14 9,-1 0,0 0,1-1,-1 1,1 0,-1 0,0-1,1 1,-1 0,0-1,1 1,-1 0,0-1,1 1,-1-1,0 1,0 0,1-1,-1 1,0-1,0 1,0-1,0 1,0-1,0 1,0-1,0 1,0-1,0 1,0-1,0 1,0 0,0-1,0 1,0-1,0 1,-1-1,-5-5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4.5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48 126,'1'0,"1"0,0 1,0-1,-1 1,1-1,0 1,-1 0,1-1,-1 1,1 0,-1 0,1 0,-1 1,0-1,1 0,0 2,22 28,-8-9,-14-20,-1-1,0 0,1 1,-1-1,0 0,1 0,0 0,-1 0,1 0,0 0,-1-1,1 1,0 0,0-1,0 0,-1 1,1-1,0 0,0 0,0 0,0 0,0 0,0 0,-1-1,1 1,0-1,0 1,0-1,-1 0,1 1,0-1,-1 0,1 0,-1 0,1 0,-1-1,1 1,-1 0,0-1,1 1,-1-1,1-1,6-7,-1-1,0 0,0 0,8-23,-14 32,0 0,-1 1,1-1,-1 0,1 0,-1 1,0-1,0 0,0 0,0 0,0 1,0-1,0 0,0 0,-1 0,1 1,-1-1,1 0,-1 1,-2-4,1 2,0 0,-1 0,0 0,1 0,-1 1,0-1,0 1,-1 0,-4-3,-6-2,-1 1,1 0,-30-6,25 8,1 1,-30-1,26 3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5.0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11,'0'-4,"4"-1,5 3,2 8,-1 6,-3 6,-2 3,-2 3,-2 1,0 1,-6 0,-1 0,-4-5,0-5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5.3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 16,'0'-4,"-4"-2,-2 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5.9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1,'2'11,"0"1,1-1,0 0,1 0,0 0,0-1,2 0,-1 1,10 12,-14-22,0 0,0 0,0-1,0 1,0 0,0-1,0 1,0-1,0 1,0-1,0 0,0 1,0-1,0 0,0 0,0 1,1-1,-1 0,0 0,0 0,0-1,0 1,0 0,0 0,1-1,-1 1,0 0,0-1,0 1,0-1,0 1,0-1,0 0,-1 1,3-2,33-31,-31 29,-3 1,0 1,0 0,1 0,-1 0,1 0,0 0,0 1,0-1,0 1,-1 0,2 0,-1 0,0 0,0 0,0 1,5-1,-6 1,-1 0,1 1,0-1,0 1,0-1,-1 1,1 0,0 0,-1 0,1 0,-1 0,1 0,-1 0,1 0,-1 0,0 1,1-1,-1 1,0-1,0 1,0-1,0 1,0 0,-1-1,1 1,0 0,-1 0,0 0,1 2,2 9,-2-1,1 1,-2 19,0-10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6.3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103 1,'-4'0,"0"0,0 0,0 1,0 0,0 0,1 0,-1 0,0 0,0 1,1-1,-1 1,1 0,0 0,-1 1,1-1,0 1,0-1,0 1,-2 3,2-1,-1 1,1-1,0 0,0 1,1-1,0 1,0 0,0 0,0 0,1 0,-1 11,2-11,0 1,0-1,0 1,1-1,0 1,0-1,1 1,0-1,0 0,0 0,4 6,-4-8,0 0,0-1,1 0,-1 0,1 1,0-2,0 1,0 0,0 0,0-1,1 0,-1 0,1 0,-1 0,1 0,0-1,0 1,4 0,-3-1,0 0,0 0,0 0,0-1,-1 0,1 0,0 0,0-1,0 0,0 1,-1-2,1 1,0 0,-1-1,8-4,5-5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6.7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0,'4'0,"6"0,1 4,2 6,4 5,-1 5,-4 2,1-1,-2-6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7.0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20,'0'-4,"-5"-2,-4 1,-3 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7.3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 0,'0'9,"-5"2,0 3,0 5,0 2,2 2,1 2,6 0,5-4,6-6,5-13,2-7,3-7,0-6,-3-4,-6 2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7.7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152 31,'-3'-3,"0"1,0-1,0 0,0 1,0 0,-1 0,1 0,-1 0,0 0,1 1,-1-1,0 1,0 0,0 0,0 1,-6-1,7 1,1 0,-1 1,0-1,0 1,1 0,-1 0,0 0,1 0,-1 1,1-1,-1 1,1-1,0 1,-1 0,1 0,0 0,0 0,0 0,1 0,-1 1,1-1,-1 0,0 4,-4 5,1 0,1 0,0 1,1 0,0 0,1 0,-1 18,3 90,2-62,-1-43,0-1,0 1,1 0,8 25,-9-36,0 0,1 1,-1-1,1-1,0 1,0 0,1 0,-1-1,1 1,-1-1,1 0,0 0,0 0,1 0,-1 0,0-1,1 1,0-1,0 0,6 3,7-2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8.0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129 117,'3'0,"0"-1,-1 0,1 0,-1 0,1 0,-1 0,1-1,-1 1,0-1,0 1,1-1,-1 0,3-4,0 1,-1 1,0-1,0-1,5-10,-8 15,0 0,0-1,0 1,-1-1,1 0,-1 1,1-1,-1 0,1 1,-1-1,0 0,0 1,0-1,0 0,0 1,0-1,-1 0,1 1,0-1,-1 0,0 1,1-1,-1 1,0-1,0 1,1-1,-1 1,0 0,-3-3,2 3,0-1,0 1,0 0,-1 0,1 1,0-1,0 0,-1 1,1-1,-1 1,1 0,0 0,-1 0,1 0,-1 0,1 1,0-1,-1 1,1-1,-4 3,-5 1,2 0,-1 1,0 1,1-1,0 1,0 1,1 0,0 0,0 1,-8 10,13-15,0 1,0 0,1-1,-1 1,1 0,0 0,0 0,1 1,-1-1,1 0,0 1,0-1,0 1,1-1,-1 1,1-1,0 1,0-1,1 1,0-1,-1 1,2-1,-1 1,0-1,1 0,0 0,2 5,0-3,1-1,-1 1,1-1,0 0,1 0,-1 0,1-1,0 0,0 0,0 0,1-1,-1 0,1 0,10 2,1 0,1 0,-1-2,1 0,23 0,-18-3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8.5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173 36,'1'0,"0"-1,-1 1,1 0,0-1,-1 1,1-1,-1 0,1 1,-1-1,1 1,-1-1,1 0,-1 1,1-1,-1 0,0 0,1 1,-1-1,0 0,0 0,0 1,0-1,1 0,-1 0,0 0,0 1,-1-1,1 0,0 0,0 0,0 1,0-1,-1 0,1 0,0 1,-1-1,1 0,0 0,-1 1,1-1,-2-1,0 2,1-1,-1 0,1 0,-1 1,0-1,0 1,1-1,-1 1,0 0,0 0,1-1,-1 1,0 1,0-1,0 0,1 0,-1 1,-2 0,-5 2,0 1,0 0,0 0,0 1,1 0,0 1,0 0,0 0,-8 10,11-11,0 0,0 1,1-1,0 1,0 0,0 0,1 1,0-1,0 1,1 0,0 0,0-1,-1 11,3-14,0 0,0 0,0 0,0 0,0-1,1 1,0 0,-1 0,1-1,0 1,0-1,1 1,-1-1,0 1,1-1,0 1,-1-1,4 3,-1-1,1 0,0-1,0 1,0-1,1 0,-1 0,1-1,6 3,6 0,-1 0,1-1,0-1,34 1,-28-4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8.8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410 0,'0'2,"-1"1,0-1,0 0,0 0,0-1,0 1,-1 0,1 0,-1 0,1-1,-1 1,0-1,-2 3,-4 3,-9 12,-134 155,104-109,3 2,-69 142,104-189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6:59.3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4,'1'7,"0"-1,0 1,1-1,0 1,0-1,0 1,1-1,0 0,0 0,1 0,0-1,0 1,0-1,0 0,7 6,1 0,0 0,0-1,1 0,1-1,19 10,-8-8,0 0,36 10,-58-20,0-1,1 0,-1 1,0-1,1 0,-1-1,0 1,1 0,-1-1,0 0,0 0,1 0,-1 0,0 0,0-1,0 1,0-1,-1 0,1 0,0 0,-1 0,1-1,-1 1,0-1,0 1,0-1,0 0,2-4,0 1,0-1,0-1,-1 1,0 0,-1-1,1 0,-2 1,1-1,-1 0,1-16,-2 22,0-1,-1 0,1 1,-1-1,1 0,-1 1,0-1,0 1,0 0,0-1,-1 1,1 0,-1-1,1 1,-1 0,0 0,-2-2,0 1,0 0,0 0,-1 1,1-1,-1 1,0 0,0 0,-6-1,-6-1,0 1,0 1,0 0,-21 2,-37 2,53-2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2.7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30 0,'2'112,"-5"122,3-226,-1 0,-1-1,1 1,-1-1,-1 0,1 1,-6 8,-2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3.5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0 114,'1'-3,"-1"0,0 0,1 0,-1 0,1 1,0-1,0 0,0 0,0 1,0-1,1 1,-1-1,1 1,0 0,0 0,0-1,0 1,0 0,0 1,0-1,0 0,1 1,-1-1,1 1,0 0,5-2,7-2,0 0,0 2,30-4,-11 2,7-2,34-9,-73 15,1 0,-1 1,0-1,1 1,-1 0,1-1,-1 1,0 0,1 0,-1 1,1-1,-1 0,0 1,1 0,-1-1,0 1,1 0,-1 0,0 0,0 0,0 1,0-1,0 1,0-1,0 1,0 0,1 2,-1-2,-1 1,0-1,1 1,-1-1,0 1,-1-1,1 1,0 0,-1 0,0-1,1 1,-1 0,0 0,0-1,-1 1,1 0,0 0,-1-1,0 1,0 0,0-1,0 1,0-1,-2 3,0 1,-1-1,0 0,0 0,0 0,-1-1,1 1,-1-1,0 0,-1 0,1-1,-1 0,-11 5,-4 0,0-1,-30 7,46-13,0 0,1-1,-1 1,0-1,0 0,0-1,0 1,1-1,-9-2,-2-2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4.2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148 1,'-4'1,"0"1,1-1,-1 1,0 0,1 0,0 0,-1 0,1 1,0-1,-3 4,-11 7,7-6,-1 0,1 0,0 1,0 0,-10 12,18-18,0 0,1 0,-1 0,1 0,-1 0,1 0,0 0,0 0,0 0,0 1,0-1,0 0,1 1,-1-1,1 1,0-1,0 1,0-1,0 0,0 1,0-1,1 1,-1-1,1 1,-1-1,1 0,0 1,0-1,0 0,0 0,1 0,-1 0,0 0,4 3,-1-2,-1 0,1 0,0 0,1-1,-1 0,0 0,1 0,-1 0,1-1,0 0,-1 0,1 0,0 0,8-1,-3 1,1-1,-1-1,1 0,-1 0,19-5,-22 3,0 0,-1 0,1 0,-1-1,1 0,-1 0,0-1,0 0,-1 0,8-10,-10 13,0-1,-1 0,0-1,0 1,0 0,0-1,0 1,-1-1,1 1,-1-1,0 0,0 1,-1-1,1 0,-1 0,0 0,1 0,-2 0,1 1,0-1,-1 0,-1-4,1 6,0-1,-1 1,1 0,-1 0,1 1,-1-1,0 0,1 0,-1 1,0-1,0 1,0 0,0 0,-1-1,1 1,0 1,0-1,-1 0,1 0,0 1,-1-1,1 1,-1 0,1 0,0 0,-1 0,1 0,-1 1,-2 0,-10 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5.0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1,'0'14,"-1"-1,1-1,0 1,3 16,-3-28,0 0,0 1,1-1,-1 0,0 1,0-1,1 0,-1 1,1-1,-1 0,1 0,-1 0,1 1,0-1,0 0,-1 0,1 0,0 0,0 0,0 0,0 0,0-1,1 1,-1 0,0 0,0-1,0 1,1-1,-1 1,0-1,1 0,-1 1,0-1,1 0,-1 0,0 0,1 0,1 0,1-2,0 0,0 0,0 0,-1 0,1-1,-1 1,0-1,0 0,0 0,0 0,2-4,28-23,-32 29,1 0,-1 0,0 0,1 1,-1-1,1 1,-1-1,1 1,-1 0,1-1,-1 1,1 0,-1 0,1 0,0 0,-1 0,1 1,-1-1,1 0,-1 1,1-1,-1 1,3 0,-1 1,0 1,-1-1,1 0,0 1,-1 0,1-1,-1 1,0 0,0 0,3 7,17 40,-13-28,0-5,0-3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5.3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0,'1'25,"2"0,6 31,1-1,-5-16,6 34,0 89,-10-112,-4 84,3-130,-1 1,0-1,0 1,0-1,0 0,-1 1,0-1,-2 4,-7 8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5.7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0,'4'0,"5"0,10 0,6 0,3 0,1 5,-1 1,0-1,-2 0,0 2,0 0,-5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6.1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1 104,'0'4,"0"-1,0 1,0-1,0 1,0-1,1 1,0-1,-1 1,1-1,1 0,-1 1,0-1,1 0,0 0,-1 0,1 0,0 0,1 0,-1-1,0 1,1-1,0 1,-1-1,1 0,0 0,0 0,0 0,0-1,1 1,-1-1,0 0,5 1,-1 1,1-1,0-1,0 1,-1-1,1 0,0-1,0 0,0 0,0 0,0-1,0-1,-1 1,10-4,-13 3,0 1,0-1,0-1,0 1,-1 0,1-1,-1 0,1 0,-1 0,0 0,0-1,0 1,-1-1,1 0,-1 1,0-1,0 0,0-1,-1 1,1 0,-1 0,0-1,0 1,0-6,0 7,-1-1,0 1,0 0,0-1,0 1,0 0,0-1,-1 1,0 0,0-1,0 1,0 0,0 0,0 0,-1 0,0 0,1 0,-1 1,0-1,-1 0,1 1,0 0,-1-1,-3-1,0 0,-1 0,0 1,0 0,0 0,0 1,0 0,-1 0,1 1,-14-1,-4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6.9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97 26,'-8'0,"1"0,0 1,0 0,0 1,0-1,0 1,-10 5,16-7,-1 1,0 0,0-1,1 1,-1 0,1 0,-1 0,1 0,-1 1,1-1,0 0,0 1,-1-1,1 1,0-1,0 1,1-1,-1 1,0 0,0-1,1 1,-1 0,1 0,-1-1,1 1,0 0,0 0,0 0,0 0,0-1,0 1,0 0,1 0,0 3,1-2,0 1,0-1,1 0,-1 1,1-1,-1 0,1 0,0-1,0 1,1-1,-1 1,0-1,1 0,-1 0,1-1,0 1,0-1,-1 0,1 0,5 1,0 0,0 0,0-1,0 0,0 0,0-1,1 0,17-3,-21 1,0 0,-1 0,1-1,0 0,-1 0,0 0,0-1,0 1,0-1,0-1,-1 1,7-9,-3 3,0-1,-1 1,-1-1,0-1,5-13,-4 7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7.2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1,'-1'31,"0"-5,1 0,1-1,1 1,1 0,1-1,1 0,12 32,8 14,-3 1,15 87,-29-90,3 8,-6-55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7.6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189 98,'3'-1,"0"1,0-1,1 1,-1-1,0 0,0 0,0 0,0-1,0 1,-1-1,1 0,0 1,-1-1,1 0,-1-1,0 1,1 0,-1-1,0 1,2-5,-3 6,0-1,0 1,-1-1,1 1,-1 0,1-1,-1 1,1-1,-1 1,0-1,0 1,0-1,0 0,0 1,0-1,0 1,0-1,-1 1,1-1,0 1,-1-1,0 1,1 0,-1-1,0 1,1 0,-1-1,0 1,0 0,0 0,0 0,0 0,-1 0,1 0,0 0,0 0,-1 0,1 0,-1 1,1-1,0 1,-1-1,-1 0,-3 0,-1-1,1 1,0 0,0 1,0-1,-1 1,1 0,0 1,0 0,-1 0,1 0,0 1,0-1,0 2,0-1,1 0,-1 1,1 0,-7 5,3-2,-1 1,1 0,1 1,-1 0,1 0,0 1,1 0,0 0,-10 19,16-25,0-1,0 0,0 1,0 0,0-1,1 1,0 0,-1-1,1 1,0 0,0-1,0 1,1 0,-1-1,1 1,-1-1,1 1,0 0,0-1,0 0,0 1,1-1,-1 0,1 1,-1-1,1 0,0 0,-1 0,1 0,4 2,0 1,1 0,-1-1,1 0,0 0,0-1,0 0,0 0,1 0,11 1,4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8.6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 55,'-9'28,"-1"-4,10-21,-1 0,1 0,0 0,0 1,0-1,0 0,0 0,1 1,0-1,-1 0,1 0,0 0,1 0,-1 0,0 0,1 0,0 0,-1-1,1 1,0-1,0 1,1-1,-1 0,0 1,1-1,0-1,-1 1,1 0,0-1,0 1,0-1,0 0,6 2,-4-2,0 1,0-1,0-1,0 1,0-1,0 0,0 0,0 0,0-1,0 1,0-1,0 0,-1-1,1 1,0-1,-1 0,1 0,-1-1,1 0,-1 1,7-7,-5 3,-1-1,0 0,0 0,-1 0,0 0,0-1,0 1,-1-1,0 0,2-13,-4 19,-1 0,1-1,-1 1,1-1,-1 1,0-1,0 1,0-1,0 1,0 0,-1-1,1 1,-1-1,0 1,0 0,0-1,0 1,0 0,0 0,0 0,-1 0,1 0,-1 0,1 0,-1 0,0 0,0 1,0-1,0 1,0-1,0 1,0 0,0 0,-1 0,1 0,0 0,-1 1,-4-2,-40-1,25 4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9.0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 1,'1'0,"0"1,0-1,0 1,0-1,0 1,0 0,0-1,0 1,0 0,0 0,0-1,0 1,-1 0,1 0,0 0,-1 0,1 0,0 0,-1 0,0 0,1 0,-1 1,0-1,1 0,-1 0,0 0,0 2,5 38,-5-37,3 65,-6 89,-9-77,7-50,-3 54,6-61,0 1,-9 31,5-23,4-22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9.4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1,'0'54,"1"63,-1-114,1 1,-1-1,1 0,0 1,0-1,0 0,0 0,0 0,1 0,-1 0,1 0,0 0,0 0,0-1,0 1,0-1,1 1,4 3,-2-3,0-1,0 1,0-1,0 0,0 0,1 0,-1-1,1 0,-1 0,11 0,-6-1,1 0,-1 0,1-2,-1 1,0-1,0-1,1 1,-1-2,-1 0,1 0,18-11,-21 10,0-1,-1 0,1-1,-1 1,-1-1,1 0,-1-1,0 1,-1-1,0 0,6-16,-5 8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09.7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75 192,'1'-4,"0"-1,1 1,0 0,-1-1,1 1,0 0,1 0,4-6,5-10,-8 11,-1 1,0-1,-1 0,0 0,2-18,-4 24,0-1,0 1,0-1,0 0,-1 1,1-1,-1 1,-2-5,3 7,-1-1,1 1,-1 0,0 0,0-1,0 1,0 0,0 0,0 0,0 0,0 0,0 0,0 0,0 1,-1-1,1 0,0 1,-1-1,1 1,-2-1,0 0,0 1,1 1,-1-1,1 0,-1 1,1-1,-1 1,1-1,0 1,-1 0,1 0,0 1,0-1,-1 0,1 1,0-1,0 1,0-1,1 1,-1 0,0 0,1 0,-3 4,-2 2,1 0,0 0,1 0,0 1,-4 9,6-11,0-1,0 1,1 0,0-1,0 1,0 0,1 0,0 0,0-1,1 1,0 0,0 0,0-1,1 1,4 9,-2-9,0-1,0 1,0-1,1 0,0 0,0 0,1-1,-1 0,1 0,1 0,-1-1,0 0,11 5,-5-4,0 1,1-2,16 5,-2-3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0.2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0,'0'8,"1"0,0-1,0 0,1 1,0-1,1 0,-1 0,1 0,1 0,-1 0,1-1,0 0,1 1,-1-1,1-1,0 1,1-1,0 0,-1 0,1-1,1 1,8 3,-8-4,0 0,0-1,0 0,0 0,1-1,-1 0,1-1,-1 1,1-1,0-1,-1 0,1 0,0 0,-1-1,1 0,0 0,-1-1,1 0,-1 0,0-1,14-7,-8 2,-1-1,1 0,-2-1,1 0,16-20,-12 10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0.6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55 0,'-1'22,"-1"0,-1 0,-1-1,0 0,-12 31,8-15,1 1,2-1,2 1,1 0,6 58,-3-18,0-49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1.2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0 267,'0'-4,"0"-5,0-6,0-5,0-2,0-3,0 0,0-1,0 1,0-1,4 5,2 1,3 5,5 4,0 9,2 4,-3 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1.7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147 31,'-6'0,"0"1,1 0,-1 0,1 1,-1 0,1 0,-1 0,1 1,0 0,0 0,0 0,-7 7,5-4,0 0,0 1,0 0,1 0,0 0,-9 16,13-19,0 0,0 1,0-1,0 1,1-1,0 1,0-1,0 1,1 0,-1-1,1 1,0 0,0 0,2 8,-1-10,0-1,0 1,0 0,1-1,-1 1,1-1,-1 1,1-1,0 0,0 0,0 0,0 0,0 0,1 0,-1 0,0-1,1 1,0-1,-1 0,1 0,0 0,-1 0,1 0,5 1,4 0,0 0,0-1,0 0,0-1,0-1,0 1,0-2,0 0,-1 0,1-1,0-1,-1 1,14-8,-19 8,-1 0,1-1,0 0,-1 0,0 0,0-1,0 0,-1 0,1 0,-1 0,-1-1,1 1,-1-1,1 0,-2 0,1 0,-1-1,0 1,0-1,-1 1,1-1,-2 1,1-1,-1 0,0-7,0 10,-1 0,0 0,0 0,0 0,0 0,-1 0,1 0,-1 1,0-1,0 1,-1-1,1 1,-1 0,1 0,-1 0,0 0,-5-4,6 6,1 0,-1-1,0 1,0 0,0 0,0 0,0 0,0 0,0 1,-1-1,1 1,0-1,0 1,0 0,-1 0,1 0,0 0,0 0,0 0,-1 1,1-1,0 1,0-1,0 1,0 0,0 0,0 0,0 0,0 0,0 1,0-1,1 0,-3 3,3-3,-1 0,1 1,0-1,0 0,0 1,0-1,0 1,0 0,1-1,-1 1,0-1,1 1,-1 0,1 0,0-1,-1 1,1 0,0 0,0-1,0 1,0 0,1 2,0-1,0 1,0-1,1 0,0 1,-1-1,1 0,0 0,1 0,-1 0,3 3,7 4,-1 0,1 0,1-1,13 7,37 18,-36-22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8.9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127 1,'-5'0,"0"0,0 0,0 1,0-1,0 1,0 1,0-1,0 1,0 0,0 0,1 0,-1 0,1 1,0 0,0 0,-7 6,7-4,0 0,0 0,1 0,-1 1,1 0,0-1,1 1,0 0,0 0,0 0,0 1,1-1,-1 7,2-6,-1 1,1-1,0 0,0 0,1 0,0 1,0-1,1 0,0 0,0-1,5 11,-6-15,0 0,1 0,-1 0,1 0,-1 0,1 0,0-1,0 1,0 0,0-1,0 0,0 1,0-1,0 0,1 0,-1 0,0 0,1-1,-1 1,0 0,1-1,-1 0,1 0,-1 0,1 0,-1 0,1 0,-1 0,1-1,-1 1,0-1,1 0,-1 0,0 0,0 0,4-2,-1 1,0-1,-1 0,1 0,-1 0,1 0,-1-1,0 1,0-1,-1 0,1 0,4-7,-1-2,0 0,9-25,1-2,-17 39,0 1,0 0,1-1,-1 1,1 0,-1-1,0 1,1 0,-1 0,1-1,-1 1,1 0,-1 0,0 0,1 0,-1-1,1 1,-1 0,1 0,-1 0,1 0,-1 0,1 0,-1 0,1 1,-1-1,1 0,-1 0,1 0,-1 0,0 0,1 1,-1-1,1 0,-1 1,0-1,1 0,-1 0,0 1,1-1,-1 1,0-1,1 0,-1 1,0-1,0 1,1-1,-1 1,21 26,-18-22,83 92,-77-85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9.2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105 35,'-4'0,"-2"-4,-3-1,-5-1,0-2,-1-1,1 6,-1 4,2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15.4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45 248,'20'0,"-11"1,-1-1,1 0,0 0,-1-1,13-3,-19 3,0 0,0 0,1 0,-1 0,0 0,0 0,0-1,0 1,0-1,0 1,-1-1,1 0,0 0,-1 1,0-1,1-1,-1 1,0 0,0 0,0 0,0 0,0-1,0-4,1-3,0 1,-1-1,0-1,-1 1,0 0,-1 0,0 0,0 0,-1 0,0 1,-7-20,7 26,0-1,0 0,0 1,0-1,0 1,0-1,-1 1,0 0,0 0,0 0,0 1,0-1,0 1,-1-1,1 1,-1 0,0 1,0-1,1 0,-1 1,0 0,0 0,0 0,0 1,-1-1,1 1,0 0,0 0,0 1,0-1,-6 2,-6 1</inkml:trace>
  <inkml:trace contextRef="#ctx0" brushRef="#br0" timeOffset="1">15 10,'-14'4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5.87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0,'2'5,"-1"-1,0 1,1-1,0 0,0 0,0 0,0 0,5 6,5 10,-4-3,-1 1,-1 0,-1 1,0-1,3 34,-4 96,-5-130,1 203,0-200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6.3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149 97,'1'-3,"0"1,-1-1,2 0,-1 1,0-1,0 0,1 1,0 0,-1-1,1 1,3-3,-2 2,-1 0,1 0,-1 0,0-1,0 1,0-1,2-5,-4 8,0 0,1 0,-1 0,0 0,-1 0,1 0,0 0,0 0,0 0,-1 0,1 0,0 0,-1 0,1 0,-1 0,1 0,-1 0,0 0,1 1,-1-1,0 0,1 0,-1 1,0-1,0 0,0 1,0-1,0 1,0-1,0 1,0 0,1-1,-3 1,-2-1,1 0,0 0,-1 0,1 1,-1 0,1 0,-1 0,1 0,-1 1,1 0,0 0,-1 0,1 0,0 1,0 0,0 0,0 0,0 0,0 0,1 1,-1 0,-5 6,2-4,1 1,0 0,0 0,0 1,1-1,0 1,1 0,-1 1,1-1,1 1,-5 11,8-16,-1 1,1-1,-1 0,1 0,0 1,0-1,1 0,-1 1,0-1,1 0,0 0,0 0,0 0,0 0,4 6,-2-4,0 0,1-1,0 1,0-1,0 0,0 0,1-1,6 6,1-3,0 1,0-1,1-1,0 0,0-1,26 6,-15-7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6.7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 62,'-1'43,"-1"-20,2 1,3 33,-2-52,-1 0,1 0,0 0,1 0,0 0,-1 0,1 0,1 0,-1-1,1 1,0-1,0 0,0 1,0-2,1 1,5 5,-7-8,0 1,1-1,-1 0,0 0,1 0,-1 0,0-1,1 1,-1-1,1 1,-1-1,1 0,-1 0,1 0,-1 0,1 0,-1-1,1 1,-1-1,0 0,1 1,-1-1,0 0,1 0,-1-1,0 1,0 0,0-1,0 1,0-1,0 0,-1 0,3-2,8-9,-1 0,0-1,15-26,-14 20,2 0,29-49,-40 64,-1-1,1 1,-1-1,-1 1,1-1,-1 0,0 1,0-1,0 0,-1 0,0-6,-3-4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7.1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0,'4'0,"6"0,0 4,4 6,-1 6,-3 3,-3 3,-2 3,-3 0,-1 1,-1 0,-1-1,1 0,-1 0,1-4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7.4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 0,'-4'0,"-6"0,-1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7.8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126 0,'-8'0,"-8"4,-4 2,1 3,-1 1,4 3,3 2,5 5,4 1,2 3,6-4,6-4,6-6,8-4,5-3,1-7,-4-2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7:18.1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73 16,'0'-1,"0"0,0 0,0 1,-1-1,1 0,0 0,-1 1,1-1,-1 0,1 1,-1-1,1 0,-1 1,1-1,-1 1,0-1,1 1,-1-1,0 1,1 0,-1-1,0 1,1 0,-1-1,0 1,0 0,0 0,1 0,-1-1,0 1,0 0,0 0,1 0,-1 1,0-1,0 0,0 0,1 0,-1 1,0-1,0 0,1 1,-1-1,0 0,0 1,1-1,-1 1,1-1,-1 1,0-1,1 1,-1 1,-6 11,1 0,1 1,0 0,1 0,0 1,1-1,1 1,-1 24,3-27,1-1,1 0,0 1,1-1,0 0,1-1,0 1,0-1,1 1,1-1,-1-1,2 1,-1-1,1 0,1 0,0-1,0 0,0-1,1 0,14 9,-15-13,0 0,0-1,1 0,-1-1,0 0,1 0,-1-1,0 0,1 0,-1-1,1 0,-1 0,15-5,-15 3,1 1,0 0,1 1,-1 0,0 0,0 1,0 0,1 1,-1 0,0 0,15 5,-8 1,0 1,-1 1,19 13,-19-12,-1 0,2-1,21 9,-31-16,0 1,0-1,0-1,0 1,0-1,0 0,1-1,-1 0,0 0,0 0,8-1,-11 0,-1 0,0 0,1 0,-1 0,0 0,0-1,1 1,-1-1,0 1,0-1,-1 0,1 1,0-1,0 0,-1 0,0-1,1 1,-1 0,0 0,0-1,0 1,0 0,0-1,-1 1,1-1,-1 0,0 1,1-1,-1-3,0 1,0 0,0 0,-1 0,0 0,1 0,-1 0,-1 0,1 0,-1 1,0-1,0 0,0 1,-1-1,0 1,1 0,-2 0,1 0,0 0,-1 1,1-1,-1 1,0 0,0 0,-1 1,1-1,-8-3,4 3,0 0,1 0,-1 0,-1 1,1 1,0-1,0 1,-1 1,1-1,0 1,-1 1,1 0,0 0,-1 0,-10 4,3 2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15.4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20 157,'-4'7,"0"1,1 0,-3 13,5-18,1 0,-1 0,1 1,0-1,0 0,0 0,1 0,-1 1,1-1,-1 0,1 0,0 0,1 0,-1 0,0 0,1 0,0 0,-1-1,1 1,0-1,0 1,1-1,-1 0,0 1,6 2,39 23,-32-20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8:54.4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129 79,'-1'4,"0"0,0 1,-1-1,0 0,0 0,0 0,0 0,-5 6,-5 10,-18 58,22-55,-1-1,-16 34,21-49,0 1,1 1,0-1,0 0,1 1,0 0,0-1,1 1,0 0,1 0,0-1,0 1,1 0,3 15,3 2,1 0,0 0,18 34,41 68,-64-124,0 0,1 1,-1-1,1 0,0-1,0 1,1-1,-1 0,0 0,1 0,0 0,0-1,0 0,0 0,0 0,0-1,7 2,-6-2,0 0,0 0,1 0,-1 0,0-1,1 0,-1-1,0 1,0-1,1 0,-1-1,0 0,0 0,8-4,-4-1,-2-1,1 0,-1 0,0-1,0 0,-1-1,-1 0,0 0,10-21,23-34,-22 41,-1-1,-2 0,-1-1,0-1,-2 0,12-47,-20 63,6-20,-2-1,-1 0,-1-1,-2 1,-1-42,-3 68,0 0,0 0,-1 0,0 1,0-1,0 0,-1 1,1 0,-1-1,-1 1,1 0,-1 1,0-1,0 1,0-1,0 1,-1 1,0-1,0 0,0 1,0 0,0 0,-1 1,-10-4,10 4,-1 0,1 0,-1 1,0 0,1 0,-1 1,0 0,0 0,1 0,-1 1,0 0,1 1,-1-1,1 1,-1 0,1 1,0 0,0 0,0 0,0 0,-10 9,2 0,6-5,1-1,-1 1,-11 16,16-19,1 0,0 1,-1-1,2 1,-1-1,0 1,1 0,0-1,0 1,1 0,-1 5,1 9,1 1,0-1,1 0,2 0,0 0,0 0,2-1,1 0,9 19,-16-35,1 0,0 0,0 0,0 0,0-1,0 1,0 0,0-1,0 1,1-1,-1 1,1-1,-1 0,1 0,0 1,-1-1,1 0,0 0,0-1,0 1,3 1,5-3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8:56.1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196 78,'7'0,"2"0,0 0,0 0,0-1,13-3,-21 4,1-1,-1 1,0 0,1-1,-1 1,0-1,1 0,-1 1,0-1,0 0,1 0,-1 0,0 0,0 0,0 0,0 0,0 0,0 0,-1 0,1 0,0-1,-1 1,1 0,0-1,-1 1,0 0,1-1,-1 1,0-1,0 1,1-1,-1 1,0 0,-1-1,1-1,-1 1,1 1,-1-1,0 1,1-1,-1 1,0-1,0 1,0-1,0 1,0 0,-1 0,1 0,0 0,0 0,-1 0,1 0,-1 0,1 0,-1 0,1 1,-1-1,0 1,1-1,-1 1,-2-1,-45-4,45 5,-2 0,0 0,1 0,-1 0,0 1,0 0,1 0,-1 1,1 0,-1 0,1 0,0 0,-1 1,1 0,0 0,1 0,-1 1,1-1,-1 1,-3 5,-2 4,1 0,0 0,1 1,0 1,-8 24,13-32,-3 5,1 1,0 0,1 0,1 0,-3 16,6-27,0 1,0 0,-1-1,2 1,-1-1,0 1,0 0,1-1,-1 1,1-1,0 1,0-1,0 0,0 1,0-1,1 0,-1 0,1 0,-1 0,1 0,0 0,0 0,0 0,0-1,0 1,0-1,0 1,1-1,-1 0,0 0,1 0,-1 0,1 0,2 0,26 7,0-1,0-1,47 2,-57-8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8:57.3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69 124,'3'2,"0"1,0-1,0 0,0 0,0 0,0 0,1-1,-1 1,1-1,-1 0,1 0,-1 0,1-1,0 1,-1-1,1 0,0 0,-1 0,1-1,0 1,-1-1,1 0,0 0,-1 0,1 0,-1 0,0-1,6-3,-6 3,0 1,-1-1,1 0,-1 0,1 0,-1 0,1-1,-1 1,0-1,0 0,0 1,-1-1,1 0,-1 0,1 0,-1 0,0 0,0 0,0 0,-1-1,1 1,-1 0,0 0,1-1,-2 1,1 0,0-1,-1 1,1 0,-1 0,0 0,-1-4,1 5,0 0,-1-1,1 1,0 0,-1 0,1 0,-1 0,0 0,0 0,0 1,0-1,0 0,0 1,0 0,0-1,-1 1,1 0,0 0,-1 0,1 1,-1-1,1 0,-1 1,1 0,-1-1,1 1,-5 1,3-1,1 0,-1 1,1 0,-1 0,1 0,0 0,-1 0,1 1,0-1,0 1,0 0,0 0,0 0,0 1,0-1,1 1,-1-1,1 1,-3 4,-11 21,8-14,0-1,-1 0,-10 12,17-23,0 1,0-1,0 0,0 1,0 0,0-1,1 1,-1 0,1 0,0 0,0 0,0 0,0 0,0 0,1 1,0-1,-1 0,1 0,0 0,1 0,-1 1,0-1,1 0,0 0,1 5,1-3,0 1,1-1,-1 0,1 0,0-1,0 1,1-1,-1 0,1 0,0 0,0 0,7 3,-2-2,-4 0,0-1,1 0,-1-1,1 0,0 0,0 0,0-1,1 0,-1 0,11 1,-3-5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8:58.4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 1,'0'0,"-1"0,1 0,-1 0,1 0,-1 0,1 0,-1 0,1 0,-1 1,1-1,0 0,-1 0,1 0,-1 1,1-1,-1 0,1 0,0 1,-1-1,1 0,0 1,-1-1,1 0,0 1,-1-1,1 1,0-1,0 0,0 1,-1-1,1 1,1 19,16 20,-16-37,13 22,29 39,-23-35,-20-28,1-1,-1 1,0-1,1 1,-1-1,0 0,1 1,-1-1,1 1,-1-1,1 0,-1 1,1-1,-1 0,1 0,-1 0,1 1,-1-1,1 0,-1 0,1 0,-1 0,1 0,-1 0,1 0,0 0,-1 0,1 0,-1 0,1 0,-1 0,1 0,-1-1,1 1,-1 0,1 0,-1-1,1 1,-1 0,1-1,-1 1,1 0,-1-1,0 1,1-1,-1 1,0-1,1 1,-1 0,0-1,0 0,1 0,18-37,-13 25,-1 5,0 0,0 0,1 1,0-1,1 1,-1 0,9-5,-13 9,1 1,0 0,0 0,0 0,0 0,0 0,1 1,-1 0,0-1,1 1,-1 0,1 1,-1-1,1 1,-1-1,1 1,0 0,-1 1,1-1,-1 0,6 2,-6 0,-1-1,0 0,0 1,0 0,0-1,0 1,0 0,0 0,0 0,-1 0,1 0,-1 0,0 1,1-1,-1 0,0 1,0-1,-1 1,1-1,0 1,-1-1,0 1,1 2,0 11,0 0,-3 26,1-24,-2 108,3-105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8:58.9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 1,'0'33,"1"18,-3 0,-13 86,8-84,2-1,3 1,4 62,0-17,-2-90,1 1,-1 0,2-1,-1 1,1-1,0 1,1-1,0 0,7 14,-1-9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8:59.3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0,'4'0,"6"0,5 0,4 0,4 0,1 0,-3 4,-1 2,-3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9:00.1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1 259,'1'4,"0"0,1 0,-1-1,1 1,0 0,0 0,1-1,3 5,2 4,4 3,-9-23,-12-37,6 33,-1-13,1 1,0-49,3 63,1 0,0 0,1 0,0 0,0 1,1-1,0 1,1 0,0-1,6-9,-9 17,0 1,0-1,-1 1,1 0,0 0,0 0,1-1,-1 1,0 0,0 0,0 0,1 1,-1-1,0 0,1 0,-1 1,1-1,-1 1,1-1,-1 1,1 0,-1-1,4 1,-2 1,1 0,0 0,0 0,0 0,-1 1,1 0,5 3,3 1,3 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9:00.8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 47,'-9'62,"6"-51,1 1,0 0,0 0,1 0,2 16,-1-25,1 1,-1-1,1 0,0 0,0 0,0 0,1 0,-1 0,1 0,0 0,0 0,0-1,0 1,0-1,0 1,1-1,-1 0,1 0,0 0,-1 0,1 0,0-1,0 1,4 0,-2 0,1 0,0 0,0-1,0 0,0 0,0 0,0-1,0 0,0 0,0-1,0 1,0-1,0 0,9-4,-11 4,0-1,0 0,-1 0,1 0,0 0,-1 0,0-1,1 1,-1-1,0 0,0 0,-1 0,1-1,-1 1,1-1,-1 1,0-1,0 0,-1 0,1 1,1-9,4-15,-4 17,-1 1,0-1,0 0,-1 0,0-17,-1 24,0 1,-1-1,1 0,-1 0,0 1,0-1,0 0,0 1,-1-1,1 1,-1-1,1 1,-1 0,0 0,0-1,0 1,0 1,0-1,0 0,-1 0,1 1,0-1,-1 1,-4-2,-11-3,1 1,-1 1,-25-4,20 4,1 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9:01.1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44,'5'-4,"4"-6,2-5,-1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9:01.7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1,'0'4,"0"6,0 5,0 4,0 4,0 1,0 1,0 1,0 0,0-1,0 1,0-5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9:02.0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15,'0'-4,"4"-2,2 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9:02.8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72 12,'-1'0,"-1"1,1-1,0 1,-1-1,1 1,0 0,0-1,-1 1,1 0,0 0,0 0,0 0,0 0,0 0,0 0,0 0,0 0,0 0,0 3,-17 30,12-20,2-7,0-1,1 1,0 0,1 0,0 0,0 0,0 1,1-1,0 0,0 1,1-1,0 1,0-1,1 1,2 11,-1-15,-1 1,1-1,0 0,1 0,-1 0,1 0,-1 0,1 0,0-1,1 1,-1-1,0 0,1 0,0 0,0 0,0-1,0 0,0 1,0-1,1-1,-1 1,1-1,-1 0,1 0,7 1,0 0,1 0,-1-1,1-1,-1 0,17-2,-25 1,0 0,0 1,0-2,0 1,-1 0,1-1,0 0,-1 0,1 0,-1 0,0 0,0-1,1 1,-2-1,1 0,0 0,-1 0,1 0,-1-1,3-4,0-2,-1 1,1-2,-2 1,1 0,-1-1,2-20,-4 26,-1 1,0-1,0 0,-1 0,1 1,-1-1,0 0,0 1,-1-1,1 1,-1-1,0 1,0 0,-1 0,1 0,-1 0,0 0,-4-4,0 2,0-1,-1 1,0 1,0-1,-1 1,-12-6,2 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9:03.2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1,'1'3,"0"0,0 0,0 0,1 1,-1-1,1 0,-1-1,1 1,3 4,7 11,-4 1,0 0,-1 1,-2 0,0 0,0 1,-2-1,-1 1,-1 0,0-1,-1 1,-2 0,-5 31,-12 62,6-31,10-69,1 0,0 1,1-1,1 0,0 1,3 22,2-16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49:04.1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128 78,'4'-1,"0"-1,0 0,-1 0,1 0,-1 0,1-1,-1 1,0-1,0 0,0 0,0 0,0 0,-1-1,1 1,-1-1,0 1,2-5,-4 7,-1-1,1 1,0 0,-1 0,1 0,-1 0,1 0,-1 1,1-1,-1 0,0 0,1 0,-1 0,0 1,0-1,0 0,0 1,1-1,-1 0,0 1,0-1,0 1,0 0,0-1,0 1,0 0,-1-1,1 1,0 0,0 0,-2 0,-41-3,39 3,0 0,-1 0,1 0,0 0,0 1,-1 0,1 0,0 0,0 1,0 0,0 0,0 0,1 0,-1 1,-4 3,6-4,1 1,-1 0,1 0,-1 0,1 0,0 0,0 0,1 1,-1-1,1 1,0-1,0 1,0 0,0-1,0 1,1 0,-1 0,1-1,0 1,1 5,0-3,-1 0,1 0,0 0,1 0,0 0,0-1,0 1,0-1,1 1,0-1,0 0,0 0,7 8,-3-7,0 1,0-1,0 0,1-1,0 0,0 0,0 0,9 2,6 2,-1-2,2-1,-1-1,0-1,1 0,25-1,-28-3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39.5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80 3,'12'2,"-23"3,-16 8,21-6,1 0,-1 0,1 1,1 0,-1 0,2 1,-1-1,1 1,0-1,0 1,1 0,1 0,-1 0,2 0,-1 1,1-1,0 0,3 15,-3-22,1 1,0-1,-1 1,1 0,0-1,0 1,0-1,1 0,-1 1,0-1,1 0,0 0,-1 0,1 0,0 0,0 0,0 0,0-1,1 1,-1-1,0 0,1 1,-1-1,1 0,-1 0,1-1,-1 1,1 0,5-1,5 2,0-1,0-1,0 0,24-4,-33 4,0-1,0 0,-1 0,1-1,0 1,-1-1,1 0,-1 0,1 0,-1 0,0 0,0-1,0 0,0 1,0-1,-1 0,1 0,-1-1,0 1,0 0,0-1,0 1,-1-1,1 0,-1 0,0 1,1-8,0-5,0 1,-1 0,0-1,-1 1,-4-29,3 42,1-1,-1 1,1-1,-1 1,0 0,0-1,0 1,0 0,0 0,-1-1,1 1,-1 0,1 0,-1 1,0-1,0 0,0 0,0 1,0-1,0 1,0 0,0 0,0 0,-1 0,1 0,-1 0,1 0,0 1,-1-1,1 1,-1 0,1 0,-1 0,1 0,-1 0,1 0,-5 2,-14 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42.38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0 292,'9'0,"0"0,-1 0,1-1,0 0,-1 0,1-1,-1 0,0-1,1 0,-1 0,0-1,-1 0,1 0,-1-1,0 0,0 0,0-1,-1 0,1 0,-2 0,1-1,-1 0,0 0,6-11,-5 7,0-1,-1 0,0-1,5-24,-9 33,0-1,-1 1,1 0,-1 0,0 0,0-1,-1 1,1 0,-1 0,0 0,0 0,0 0,0 0,-1 0,0 0,0 0,0 1,0-1,-4-4,5 6,0 1,0 0,0 0,0 0,0 0,0 0,0 0,0 0,0 0,-1 1,1-1,0 0,-1 1,1-1,0 1,-1-1,1 1,-1 0,1 0,-1-1,1 1,-1 0,1 0,-1 0,1 1,0-1,-1 0,1 0,-1 1,1-1,0 1,-1-1,1 1,0 0,-1 0,1-1,0 1,0 0,-2 2,0 0,0 1,0-1,1 1,-1 0,1-1,0 1,0 0,0 0,1 1,0-1,-1 0,0 6,2-3,0 1,0 0,0 0,1-1,0 1,1-1,-1 1,1-1,6 13,-1-4,1 0,0-1,14 18,-16-26,2 0,-1 0,1-1,0 0,0-1,0 0,1 0,0-1,16 6,18 10,-39-18,0 1,0-1,1 0,-1 0,1 0,0-1,-1 1,1-1,0 0,0-1,0 1,0-1,6 0,2-4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42.8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1,'0'4,"0"6,0 5,0 5,0 2,0 2,0 2,0 0,0-1,4-3,2-7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43.2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21,'0'-4,"5"-2,0-3,0 7,0 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44.0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1,'0'1,"1"0,-1 1,1-1,0 0,-1 0,1 0,0 0,0 0,0 0,-1 0,1 0,0 0,0 0,1 0,-1-1,0 1,2 0,25 15,-21-13,5 5,0 0,0 1,12 13,4 2,3 4,38 41,0 2,-54-57,-4-1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44.6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316 0,'-68'85,"39"-59,0-2,-37 22,36-26,1 2,-36 33,66-55,-1 0,1 0,-1-1,0 1,1 0,-1 0,1 0,-1 0,1 1,-1-1,0 0,1 0,-1 0,1 0,-1 0,0 0,1 1,-1-1,1 0,-1 0,0 1,1-1,-1 0,0 0,1 1,-1-1,0 0,0 1,1-1,-1 1,0-1,0 0,0 1,0-1,1 0,-1 1,0-1,0 1,0-1,0 1,0-1,0 0,0 1,0-1,0 1,0-1,0 1,0-1,-1 0,1 1,0-1,0 1,0-1,0 0,-1 1,1-1,0 0,0 1,-1-1,1 0,0 1,-1-1,1 0,0 0,-1 1,1-1,-1 0,1 0,-1 1,34-4,-13-2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45.2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 79,'-10'28,"1"-4,7-15,0 0,1 0,0 0,1 0,0 0,1 0,0 0,2 13,-2-19,0 0,1 0,-1 0,0 0,1-1,-1 1,1 0,0-1,0 1,0-1,0 0,1 1,-1-1,1 0,-1 0,1-1,-1 1,1 0,0-1,0 0,0 0,0 0,0 0,0 0,0 0,0-1,4 1,11 1,1-1,-1 0,34-4,-47 3,-1-1,1 0,-1 0,1 0,-1 0,0-1,1 0,-1 0,0 0,0 0,0-1,0 1,-1-1,1 0,-1 0,0 0,0-1,0 1,0-1,3-6,-1 1,0-1,-1 0,0 0,-1 0,0-1,-1 1,3-21,-5 27,0 0,0 0,-1 0,1 0,-1-1,0 1,0 0,0 0,-1 1,1-1,-1 0,0 0,0 1,0-1,-1 1,1-1,-1 1,0 0,0 0,0 1,0-1,0 0,-4-1,-4-2,0 0,-1 1,0 1,0 0,0 0,0 1,0 1,-1 0,1 1,-17 0,5 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46.2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139 81,'-6'1,"1"0,-1 0,1 0,0 1,0-1,-1 1,1 0,0 1,1-1,-1 1,0 0,-7 7,3-2,-1 0,2 1,-1 0,-11 17,19-25,0 0,0 1,0-1,1 0,-1 1,0-1,1 1,-1-1,1 1,-1-1,1 1,0 0,0-1,0 1,0-1,0 1,0 0,0-1,0 1,0-1,1 1,-1-1,2 4,0-2,0-1,0 1,0 0,0-1,0 0,1 1,-1-1,1 0,0 0,-1 0,4 1,8 4,-1-2,1 1,0-1,18 3,-21-6,0 1,0-2,1 1,-1-1,1-1,-1 0,0-1,1 0,19-5,-26 4,-1 0,1 1,-1-1,0-1,1 1,-1-1,0 0,-1 0,1 0,0 0,-1 0,0-1,0 0,0 0,0 1,0-2,-1 1,0 0,0 0,0-1,0 1,-1-1,0 0,0 0,1-6,0-4,0-1,-1 1,0-1,-2 0,0 1,0-1,-1 1,-6-21,2 20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46.6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55 1,'1'8,"0"0,0 0,1 0,4 14,5 22,-9-21,0-1,-2 1,-1-1,0 0,-2 1,0-1,-2 0,0 0,-2-1,-13 31,13-35,0 1,1 0,-4 21,8-35,1 1,0-1,1 1,-1 0,1-1,0 1,0 0,0-1,1 1,0 0,0-1,0 1,0-1,1 1,-1-1,1 0,0 0,3 5,6 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47.28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114 102,'6'-1,"1"-1,-1 0,1 0,-1-1,0 0,0 0,0 0,0-1,0 0,-1 0,0 0,0-1,7-7,-12 12,1-1,0 0,-1 1,1-1,-1 0,1 0,0 0,-1 0,0 0,1 0,-1 0,0 0,1 0,-1 0,0 0,0 0,0 0,0 0,0 0,0 0,0 0,0 0,0 0,0 0,-1 0,1 0,-1-1,0 1,0 0,0-1,-1 1,1 0,-1 0,1 0,-1 0,1 0,-1 0,1 0,-1 0,0 1,-3-2,-3 0,-1 0,1 1,-1 0,0 0,-10 1,13 1,-1-1,1 2,0-1,-1 1,1 0,0 1,0-1,1 1,-1 0,0 0,1 1,0 0,0 0,0 0,-6 7,9-9,0 1,-1 0,1-1,0 1,1 0,-1 0,0 1,1-1,0 0,-1 0,1 1,1-1,-1 1,0-1,1 0,0 1,0-1,0 1,0 0,0-1,1 0,0 1,-1-1,1 1,0-1,1 0,-1 1,4 5,4 3,0 0,1 0,0-1,1 0,0-1,1 0,0-1,23 14,-11-10,0 0,1-2,1-1,26 7,-37-16,-5-4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49.5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269 0,'-21'0,"0"1,-1 2,1 0,-31 8,43-9,0 1,0 0,1 1,-1 0,1 0,0 1,0 0,1 1,-1-1,1 1,1 1,-1-1,-5 9,10-13,0 0,1 0,-1 0,1 1,-1-1,1 0,0 1,0-1,0 1,1 0,-1-1,0 1,1 0,0-1,0 1,0 0,0-1,0 1,0 0,1-1,-1 1,1 0,0-1,-1 1,1-1,1 1,-1-1,0 1,1-1,-1 0,1 0,-1 0,1 0,0 0,4 3,0 0,0-1,0 1,1-2,-1 1,1-1,0 0,0 0,1 0,-1-1,1-1,11 3,6-2,-1 2,0 1,0 0,38 16,-52-17,0 0,0 1,-1 0,0 0,0 1,-1 0,1 1,-1 0,-1 0,1 1,-1 0,0 0,7 13,-13-20,0 1,0-1,0 1,0 0,-1-1,1 1,0 0,-1 0,1 0,-1-1,0 1,1 0,-1 0,0 0,0 0,0 0,-1 0,1-1,0 1,-1 0,1 0,-1 0,1-1,-1 1,0 0,0 0,0-1,0 1,0-1,0 1,0-1,-1 0,1 1,-1-1,1 0,0 0,-1 0,0 0,1 0,-1 0,0 0,1 0,-1-1,-3 1,-9 4,0-2,-1 1,1-2,-23 1,26-2,-27 7,-11 1,46-9,0 0,1 0,-1 0,1-1,-1 1,1-1,-1 1,1-1,0 0,-1 0,1 0,0 0,-1 0,1-1,0 1,-2-2,-3-7,5 2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0.0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 1,'1'8,"0"-1,0 1,1 0,5 14,3 23,-9-35,-1 1,0 0,-1 0,-1 0,1 0,-2-1,1 1,-2-1,-7 19,-2 5,11-27,0-1,0 0,1 1,0-1,0 1,1-1,-1 1,1-1,1 1,1 10,3-1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0.4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0,'5'0,"4"0,2 4,-1 2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1.1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 0,'-2'39,"1"-28,0 0,1 0,0 1,1-1,0 0,1 0,3 13,-5-23,0 0,1 0,-1-1,0 1,1 0,-1-1,0 1,1 0,-1-1,1 1,-1 0,1-1,-1 1,1-1,0 1,-1-1,1 1,0-1,-1 0,1 1,0-1,-1 0,1 0,0 1,0-1,-1 0,1 0,0 0,0 0,0 0,0 0,2 0,-1-1,0 0,0 0,0 0,0 0,0 0,0 0,0-1,0 1,3-3,2-3,0-1,0 0,10-16,25-38,-34 49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1.4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0,'4'0,"1"4,5 2,0 3,-2 5,-2-4,-2-8,-2-9,4-7,-1-1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1.7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0,'4'4,"1"6,5 1,0 3,2-1,0 2,1-3,3-2,-1 1,-3-2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2.5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0,4 0,4 0,-3 4,0 1,0 1,1-2,-2 3,-1 0,1 0,-3 2,-4 4,0-1,-2 3,-3-2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3.1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0,4 0,3 0,-2 4,0 2,0-1,2 4,0-1,-2 4,-6 3,-1 4,2-2,-1-4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4.2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1 151,'16'0,"0"-1,0 0,0-1,30-7,-41 8,0-1,-1 0,1 0,0 0,-1-1,1 0,-1 1,1-2,-1 1,0 0,-1-1,1 0,-1 0,1 0,-1 0,0 0,-1-1,1 1,2-7,-4 9,-1 0,1 1,0-1,-1 0,1 0,-1 0,1 1,-1-1,0 0,0 0,0 0,0 0,0 0,0 0,-1 0,1 0,0 1,-1-1,0 0,1 0,-1 0,0 1,-2-4,1 3,0 0,0 1,0-1,-1 0,1 1,0 0,-1-1,1 1,-1 0,0 0,1 1,-1-1,0 0,-4 1,-1-1,1 0,-1 1,1 1,-1-1,1 1,-1 0,1 1,-1 0,1 0,0 1,-11 5,14-6,1 0,0 1,-1-1,1 1,0 0,1 0,-1 0,1 0,-1 0,1 0,0 1,-3 5,5-7,-1 0,1 0,-1 0,1 0,0 0,0 0,0 0,0 0,0 0,0 0,0 0,1 0,-1 0,1 0,0-1,-1 1,1 0,0 0,0 0,0-1,0 1,0 0,1-1,-1 1,0-1,3 3,11 8,0-1,0 0,25 13,-19-12,30 23,-48-32,0-1,1 1,-1-1,0 0,1 0,0 0,-1 0,1-1,0 1,0-1,0 0,0 0,0-1,0 1,0-1,7 0,8-3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4.84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0,'1'27,"2"1,6 29,-4-29,3 55,-7-48,2 0,7 44,-4-33,-2 0,-3 77,-2-68,1-33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5.1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0,'0'4,"5"2,4-1,6-1,5 4,2-1,3 0,0-2,-4 2,-1 0,1-1,0-1,-3-2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5.9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1 146,'1'6,"2"0,-1 1,0-2,1 1,0 0,0 0,6 6,-4-4,-4-7,-1-1,0 1,0-1,0 0,0 1,0-1,0 1,1-1,-1 0,0 1,0-1,1 0,-1 1,0-1,0 0,1 0,-1 1,0-1,1 0,-1 0,0 1,1-1,-1 0,1 0,-1 0,0 0,1 0,-1 0,1 1,-1-1,0 0,1 0,-1 0,1 0,0-1,4-14,-3-30,-2 42,-1-26,-1 13,2 0,1-24,-1 37,0 1,1 0,-1-1,1 1,-1 0,1-1,-1 1,1 0,0-1,0 1,1 0,-1 0,0 0,0 0,1 0,0 0,-1 1,1-1,0 0,0 1,0-1,0 1,2-2,-2 3,-1 0,0-1,1 1,-1 0,1 0,-1 0,0 0,1 0,-1 0,1 0,-1 0,1 1,-1-1,0 0,1 1,-1-1,0 1,1 0,-1-1,2 3,22 20,-19-16,8 7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6.2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1,'4'4,"1"5,5 2,0 3,-2 3,-2 3,-2 2,-2 2,-1 1,0 0,-2 0,1 1,-1-5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6.5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 0,'-4'0,"-1"0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7.4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99 0,'-1'3,"-1"1,1-1,-1 0,0 0,0 0,0 0,-1 0,1-1,-1 1,1-1,-5 3,-8 10,8-7,1 1,0 1,0-1,0 1,2 0,-1 0,1 0,-3 12,6-19,1 0,-1 0,0 0,1 0,0 0,0 0,0 0,0 0,0 0,0 0,1 0,0 0,-1 0,1 0,0 0,1-1,-1 1,0 0,1 0,-1-1,1 1,0-1,0 0,0 1,0-1,0 0,1 0,-1 0,1-1,-1 1,1-1,0 1,4 1,-2-1,0 0,-1 0,1 0,0-1,0 1,0-1,0-1,0 1,0-1,0 0,0 0,0 0,1-1,-1 1,0-1,0 0,-1-1,1 1,0-1,0 0,-1-1,1 1,-1-1,0 1,0-1,0-1,0 1,0 0,-1-1,1 0,-1 0,0 0,0 0,-1-1,1 1,-1-1,0 1,0-1,0 0,-1 0,0 0,1-5,-1 5,-1 0,0 1,0-1,0 0,-1 0,0 1,0-1,0 0,0 1,-1-1,-3-7,4 11,1-1,-1 0,0 1,1-1,-1 1,0-1,0 1,0 0,0-1,-1 1,1 0,0 0,0 0,-1-1,1 2,-1-1,1 0,-1 0,1 0,-1 1,1-1,-1 0,0 1,1 0,-1-1,0 1,1 0,-1 0,0 0,0 0,1 0,-1 0,0 1,1-1,-3 1,3-1,-1 1,1 0,0-1,-1 1,1 0,0-1,-1 1,1 0,0 0,0 0,0 0,0 0,0 0,0 1,0-1,0 0,0 0,1 1,-1-1,0 0,1 1,-1-1,1 1,0-1,-1 3,1-1,1 0,-1 0,0 0,1 0,0-1,0 1,0 0,0 0,0 0,1-1,2 6,2 1,1-1,0 1,0-1,1-1,0 1,11 7,32 18,59 43,-97-67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3:59.7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0 135,'1'7,"1"1,0-1,0 1,0-1,1 0,0 0,1 0,0 0,0-1,0 1,9 8,6 14,77 113,-96-141,1 0,-1 0,1 0,-1 0,1-1,0 1,-1 0,1 0,0-1,0 1,0 0,-1-1,1 1,0-1,0 1,0-1,0 1,0-1,0 1,0-1,0 0,0 0,0 0,0 0,0 0,2 0,-2 0,0-1,1 0,-1 1,0-1,0 0,0 0,1 0,-1 0,0 0,0 0,-1-1,1 1,0 0,0 0,0-1,0-1,3-6,-1-1,1 0,-2 0,3-14,-3 6,1 1,1-1,0 0,1 1,1 0,0 1,2-1,0 1,16-25,72-71,-94 110,-1 0,1-1,0 1,0 0,0 0,0 0,0 0,3-1,3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0.1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145 121,'2'-1,"0"1,0-1,0 1,0-1,0 0,0 0,-1 0,1 0,0 0,0 0,-1-1,1 1,-1 0,1-1,-1 1,0-1,1 0,-1 1,0-1,0 0,0 0,0 0,-1 0,1 0,0-2,1 0,-1 0,0 0,0 0,0 0,0 0,-1-1,1 1,-1 0,0 0,-1-1,0-4,1 8,0-1,-1 1,1-1,-1 1,0-1,1 1,-1-1,0 1,0 0,0 0,0-1,0 1,0 0,0 0,0 0,0 0,0 0,-1 0,1 1,0-1,-1 0,1 1,-1-1,-1 0,0 1,0 0,0 0,0 0,1 0,-1 1,0-1,0 1,1-1,-1 1,0 0,1 0,-4 3,-5 2,1 1,0 0,1 1,-1 0,-7 9,10-9,1 0,0 1,1 0,0 0,0 0,1 0,0 1,1-1,0 1,0 0,1 0,-1 16,3-22,1 0,0 0,0 0,1-1,-1 1,1 0,0-1,0 1,0-1,0 0,0 0,1 0,0 0,-1 0,1 0,0-1,0 1,4 1,5 4,1 0,0-1,19 7,-9-5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0.6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1 238,'15'4,"-15"-3,1-1,-1 0,1 1,-1-1,1 0,-1 1,1-1,-1 0,1 0,-1 0,1 0,0 0,-1 1,1-1,-1 0,1 0,0-1,-1 1,1 0,-1 0,1 0,-1 0,1 0,0-1,-1 1,1 0,-1 0,1-1,-1 1,1 0,-1-1,0 1,1-1,-1 1,1 0,-1-1,0 1,1-1,-1 1,0-1,1 1,-1-1,0 0,0 1,0-1,0 1,1-2,6-16,0 0,-2-1,0 0,-1 0,3-33,-4-34,-3 86,0 0,0 0,0 0,0 1,1-1,-1 0,0 0,0 0,0 0,0 0,0 1,0-1,0 0,1 0,-1 0,0 0,0 0,0 0,0 0,1 1,-1-1,0 0,0 0,0 0,0 0,1 0,-1 0,0 0,0 0,0 0,1 0,-1 0,0 0,0 0,0 0,0 0,1 0,-1 0,0 0,0-1,0 1,1 0,-1 0,0 0,0 0,0 0,0 0,0 0,1-1,-1 1,0 0,0 0,0 0,0 0,0-1,0 1,0 0,0 0,0 0,0 0,0-1,0 1,1 0,-1 0,5 9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1.0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1,'3'3,"-1"0,1 1,-1-1,0 1,0-1,-1 1,1 0,-1 0,1 0,-1 0,0 0,0 7,2 55,-3-47,13 128,-1 12,-14-54,4 87,2-168,1-3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1.3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0,'4'0,"6"0,5 0,4 0,4 0,1 0,1 0,1 5,0 0,-1 1,1-2,-5 4,-2-1,1-1,-4-1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1.7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1,'0'4,"0"6,0 5,0 4,0 3,4-2,2 0,-1 0,-1 2,-1 0,-1 2,-1 0,0 0,-1-3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2.07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 0,'-4'0,"-1"0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2.4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125 0,'-4'0,"0"1,0-1,0 1,0-1,0 1,0 0,1 1,-1-1,0 1,1-1,-1 1,1 0,-1 0,1 1,-4 2,2 0,1 1,-1-1,1 0,0 1,0 0,0 0,1 0,-3 8,1-1,1 0,0 1,1-1,0 1,2-1,-1 1,1 0,2 17,0-27,-1 0,1 0,0 0,1 0,-1 0,1 0,-1 0,1-1,0 1,1-1,-1 0,1 1,-1-1,1 0,0 0,0-1,0 1,0-1,1 1,-1-1,1 0,0 0,-1-1,6 3,5 1,1-1,0 0,0-1,0-1,18 1,-11-1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2.9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77,'0'4,"1"-1,0 1,0-1,0 0,1 1,-1-1,1 0,0 0,0 0,0 0,0 0,0 0,6 4,39 35,-39-35,2 2,0-2,1 1,0-2,0 1,0-1,1-1,0 0,0-1,0 0,0-1,1 0,14 1,-23-4,-1-1,1 1,-1-1,1 0,-1 0,0 0,1-1,-1 1,0-1,0 0,0 0,0 0,0 0,-1 0,1-1,-1 1,1-1,-1 1,0-1,0 0,0 0,0 0,-1 0,1 0,-1-1,0 1,0 0,0-1,0 1,0-1,-1-3,2 1,-2-1,1 1,-1-1,0 1,0 0,0-1,-1 1,0 0,-1-1,1 1,-1 0,0 0,-1 0,1 0,-1 1,-6-9,4 8,0 1,-1 0,0 0,0 0,0 1,-1 0,0 0,-11-4,14 6,-1 0,0 0,0 1,0 0,0 0,0 0,0 1,0-1,0 1,0 0,0 1,0-1,-9 3,13-3,-1 0,1 1,0-1,0 1,0-1,0 1,-1-1,1 1,0 0,0-1,0 1,0 0,0 0,0 0,1 0,-1 0,0 0,0 0,1 0,-1 0,0 0,1 0,-1 0,1 0,0 1,-1-1,1 0,0 0,0 1,0-1,0 0,0 0,0 1,0-1,0 0,0 1,0-1,1 0,-1 0,1 0,-1 1,1-1,-1 0,1 0,0 0,-1 0,1 0,0 0,1 1,3 5,0-1,0 0,1 0,0 0,0-1,10 7,37 22,77 37,-109-61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3.3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0,'1'4,"0"-1,1 0,-1 0,1 1,0-1,0 0,0 0,4 4,5 9,6 18,-2 0,-2 1,-1 1,-2 0,-1 1,4 41,-8-31,-3 1,-6 87,3-124,-1 0,0 0,-1-1,-8 20,2-8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4.06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77 0,'-3'1,"0"-1,0 0,0 1,0 0,0 0,0 0,0 0,0 0,0 1,0-1,0 1,1 0,-1 0,1 0,-1 0,1 0,0 0,0 1,0-1,0 1,0-1,0 1,1 0,0 0,-1 0,1 0,0 0,0 0,1 0,-2 4,0 6,-1 1,2 0,0 0,0 0,3 23,-2-34,0 1,1-1,-1 1,1-1,0 1,0-1,0 0,1 1,-1-1,1 0,-1 0,1 0,0 0,0 0,1-1,-1 1,1-1,2 4,0-4,-1 1,1-1,0 0,-1 0,1-1,0 1,0-1,0 0,0-1,0 1,9-1,7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4.3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0,'-1'88,"3"97,0-163,1 1,1-1,12 35,-13-47,0-1,1 0,1 1,0-2,0 1,0-1,1 0,0 0,1 0,11 10,-6-9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4.7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1 160,'0'2,"1"0,-1 1,1-1,0 0,0 0,0 0,0-1,0 1,0 0,1 0,-1-1,1 1,-1 0,1-1,-1 0,1 1,0-1,0 0,3 2,40 18,-35-16,1-2,0 0,0 0,1-1,-1 0,1-1,-1 0,17-1,-25 0,1-1,0 1,-1-1,1 1,-1-1,1 0,-1-1,0 1,1-1,-1 1,0-1,0 0,0 0,0 0,0-1,0 1,-1-1,1 1,-1-1,0 0,0 0,0 0,0 0,0 0,-1-1,1 1,-1-1,0 1,1-6,-1 5,0 0,-1-1,1 1,-1 0,0 0,0 0,0-1,-1 1,0 0,1 0,-1 0,-1 0,1 0,-1 0,1 0,-1 1,0-1,-1 0,1 1,0-1,-1 1,-4-4,-4-2,-1 0,1 1,-1 1,-1 0,-15-7,11 6,-4-3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5.07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0,'0'6,"1"-1,0 0,0 1,1-1,0 0,0 0,0 0,0 0,1 0,0 0,0-1,6 9,9 7,26 24,-24-25,8 7,40 27,3 3,-69-55,0 0,0 0,-1 1,1-1,-1 1,1-1,-1 1,1-1,-1 1,0 0,0-1,0 1,0 0,0 0,0 0,-1 0,1 0,-1 0,1 0,-1 0,0 0,1 0,-1 0,0 0,-1 3,0-2,-1 0,0-1,0 1,0-1,0 0,0 1,0-1,-1 0,1 0,-1-1,0 1,1 0,-1-1,0 0,0 0,-5 2,-25 7,26-8,1-1,-1 1,1 0,0 1,-1 0,1 0,-8 6,1 2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6.4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117 9,'-16'-5,"15"5,0-1,1 1,-1-1,1 1,-1 0,0-1,1 1,-1 0,0 0,1 0,-1-1,0 1,1 0,-1 0,0 0,1 0,-1 0,0 0,1 0,-1 1,0-1,1 0,-1 0,0 0,1 1,-1-1,0 0,1 1,-1-1,1 0,-1 1,1-1,-1 1,1-1,-1 1,1-1,-1 1,1-1,0 1,-1 0,1-1,0 1,-1-1,1 1,0 0,0-1,0 1,0 0,-1-1,1 1,0 1,-4 16,1 1,1 0,0 0,1 0,1 0,4 26,-2 12,0 13,-4 107,2-176,0 1,0-1,0 1,-1-1,1 1,0 0,-1-1,1 1,-1-1,1 1,-1-1,0 0,0 1,0-1,1 0,-3 3,2-4,0 0,1 1,-1-1,0 0,1 0,-1 0,0 0,1 0,-1 1,0-1,1 0,-1-1,0 1,1 0,-1 0,0 0,1 0,-1 0,0-1,1 1,-1 0,1 0,-1-1,0 1,0-1,-3-2,1 0,0-1,0 1,0 0,0-1,0 1,1-1,-1 0,-2-8,-3-9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06.8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4,'54'-2,"-18"1,38 3,-65-2,1 2,-1-1,0 1,0 1,0-1,0 2,0-1,0 1,8 5,-12-5,0 1,-1-1,1 1,-1-1,0 2,0-1,0 0,-1 1,0-1,0 1,0 0,-1 0,0 0,0 0,1 11,-1-9,-1 0,0 0,0 0,-1 1,0-1,0 0,-1 1,0-1,-1 0,0 0,-5 13,6-18,-1 0,0-1,0 1,0-1,0 0,0 1,0-1,-1 0,1 0,-1 0,0-1,1 1,-1-1,0 1,0-1,0 0,0 0,0 0,0-1,0 1,0-1,-4 1,-13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0.7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1 128,'0'9,"0"0,0 1,1-1,0 0,1 1,4 14,-4-21,-1 0,1 0,-1-1,1 1,0 0,0-1,0 0,0 1,0-1,1 0,-1 0,1 0,-1-1,1 1,0-1,-1 1,1-1,0 0,0 0,0 0,0 0,0-1,6 1,-4 0,1-1,-1-1,1 1,-1-1,0 1,1-2,-1 1,0 0,0-1,0 0,0 0,0-1,0 1,-1-1,1 0,-1-1,0 1,0-1,0 1,0-1,5-7,-5 5,1 0,-1 0,0 0,-1-1,0 1,0-1,0 0,-1 1,0-1,0-1,-1 1,0 0,0 0,0 0,-1-1,-1-7,0 12,1-1,-1 1,0 0,0 0,-1-1,1 1,-1 0,0 0,1 0,-1 0,-1 1,1-1,0 0,-1 1,1 0,-1-1,0 1,1 0,-1 0,0 1,0-1,-1 1,-5-3,-1 1,-1 0,0 1,0 0,0 0,0 1,-13 1,1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1.3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1,'1'2,"1"0,-1 1,1-1,-1 0,1 0,0-1,0 1,0 0,0-1,4 3,7 8,1 5,-1 1,0 0,-1 1,-1 1,-1 0,0 1,-2-1,0 2,8 38,-7-10,-2-1,-2 1,-2 67,-2-86,10 57,-6-56,2 47,-7-58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1.7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0 167,'1'1,"0"1,-1-1,1 1,0-1,0 1,0-1,0 1,0-1,0 0,1 0,-1 1,0-1,1 0,-1 0,1 0,-1-1,3 2,29 14,-6-6,-18-6,0-1,1 0,18 4,-25-7,0 1,0-1,0 0,0-1,1 1,-1 0,0-1,0 0,0 1,0-1,-1 0,1-1,0 1,0 0,-1-1,6-3,-4 1,0 1,0-1,0 0,0 0,0-1,-1 1,0-1,0 1,0-1,0 0,-1 0,0-1,0 1,0 0,-1-1,0 1,1-10,-2 11,0-1,0 1,-1 0,1 0,-1 0,0 0,-1 0,1 0,-1 0,1 1,-1-1,0 0,-1 1,1-1,0 1,-1 0,0 0,0 0,0 0,0 0,0 1,-1-1,1 1,-6-3,-48-22,42 20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2.2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 0,'-9'24,"7"-22,1 0,0 0,0 1,0-1,0 0,0 0,1 1,-1-1,0 5,2-3,-1 0,1 0,1 0,-1 0,0 0,1 0,0-1,0 1,0 0,0-1,1 0,-1 1,1-1,4 4,50 41,-43-37,15 9,16 11,-42-28,0-1,0 1,-1-1,1 1,-1 0,0 0,1 0,-1 0,-1 0,4 6,-5-8,0 0,0 1,0-1,0 0,0 1,-1-1,1 0,0 0,0 1,-1-1,1 0,-1 0,1 0,-1 0,0 0,1 1,-1-1,0 0,0 0,0-1,0 1,0 0,0 0,0 0,0-1,0 1,0 0,0-1,-3 2,-40 15,39-15,-10 2,-1 0,1-2,-18 2,28-3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2.7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123 0,'-7'2,"0"1,1-1,-1 1,1 0,-1 1,1 0,-7 5,9-6,0 0,-1 1,0 0,1 0,-1 0,1 0,0 1,1 0,-1-1,1 2,0-1,0 0,1 0,-1 1,-2 10,4-13,1 1,-1-1,1 1,0 0,0-1,0 1,0-1,1 1,-1 0,1-1,0 1,0-1,0 0,1 1,-1-1,1 0,0 0,0 0,0 0,0 0,0 0,1 0,-1-1,1 1,0-1,3 2,-1 0,0-1,0-1,0 1,0-1,0 0,1 0,-1 0,1-1,0 0,-1 0,1-1,0 1,0-1,-1 0,1-1,0 1,-1-1,1 0,0-1,-1 1,1-1,-1 0,0-1,0 1,0-1,0 0,0 0,8-8,0-4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3.3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129 1,'-5'0,"0"0,0 1,0 0,0 0,0 0,0 1,0-1,1 1,-1 0,0 0,1 1,0 0,0-1,-1 1,2 1,-1-1,0 1,1-1,-1 1,1 0,0 0,0 0,1 1,-1-1,1 1,0-1,-2 9,0 0,0 1,1-1,1 1,0-1,0 1,2 0,0-1,0 1,4 16,1-8,2-1,1-1,0 1,2-1,0 0,26 35,-18-29,2 0,1-2,1 0,1-1,1-2,37 27,-44-37,1-1,19 9,-30-16,-1 0,1-1,-1 0,1 0,0-1,0 1,0-1,0-1,11 1,-16-2,0 0,1 0,-1 1,1-2,-1 1,0 0,0 0,1-1,-1 1,0-1,0 1,-1-1,1 0,0 0,0 0,-1 0,0 0,1 0,-1 0,0-1,0 1,0 0,0-1,0 1,-1-1,1 1,0-6,1-7,0 0,-1-1,-2-20,1 28,0-3,-4-40,4 49,0 1,-1-1,1 1,0 0,-1-1,1 1,-1 0,0-1,1 1,-1 0,0 0,0-1,1 1,-1 0,0 0,0 0,0 0,-1 0,1 1,0-1,0 0,0 0,-1 1,1-1,0 1,0-1,-1 1,1-1,-3 1,2 0,0 1,0-1,0 1,1-1,-1 1,0 0,0 0,1 0,-1 0,0 0,1 0,-1 1,1-1,0 0,-1 1,1-1,0 1,0-1,0 1,0 0,0-1,0 1,1 0,-1 0,0 0,1 0,0 0,-1 2,-2 10,0-1,-1 22,4-35,-1 9,1 1,0-1,0 0,1 1,0-1,1 0,-1 0,2 1,3 9,-3-13,1 0,-1 0,1 0,0-1,0 1,0-1,1 0,0-1,0 1,0-1,0 0,1 0,8 4,5 2,1-1,0-1,0-1,0 0,1-2,0 0,28 2,-27-6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4.0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0,'1'1,"1"-1,-1 1,1-1,-1 1,1 0,-1-1,1 1,-1 0,0 0,1 0,-1 0,0 0,0 0,0 1,2 1,17 24,-16-21,3 4,-1 1,0 0,0 0,-1 0,-1 1,0 0,0-1,-1 2,1 12,-1 10,-2 67,-2-68,1 6,0-29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4.3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0,'5'0,"5"0,5 0,4 0,4 0,1 0,1 0,1 0,0 0,-1 0,1 0,-1 0,-1 0,-3 5,-2 0,1 0,-4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4.7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0,'0'4,"4"2,6-1,0-1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5.8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1,'0'4,"4"1,6 1,5-2,4-1,4-1,1-1,1-1,1 0,-4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4:16.9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10,'0'-4,"0"-2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28.3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1994 1302,'-5'0,"0"-1,0 0,0 0,0 0,1 0,-1-1,0 0,1 0,-1 0,1-1,0 1,0-1,-7-6,-5-6,-27-32,14 15,-28-32,44 48,0 0,0 2,-2-1,0 2,0 0,-1 1,-22-13,-143-66,147 77,0 3,-59-13,-1 0,41 8,-67-10,65 15,36 6,-1 1,-33-1,7 4,-82-12,79 3,0-2,-68-25,95 28,0-1,1-1,0-1,1-1,0 0,0-2,-20-20,-26-19,55 46,0 0,0 0,0-2,1 1,1-1,0 0,0-1,1 0,-11-20,-17-30,25 43,0 0,-10-26,19 37,-1-1,2 0,-1 0,1 0,0 1,1-1,0-15,0 20,0 0,1-1,-1 1,1 0,-1 0,1 0,0 0,0 0,1 0,-1 0,1 0,-1 0,1 0,0 1,0-1,0 1,0-1,1 1,-1 0,1 0,4-3,-7 5,0 0,0 0,0 0,0 0,0 0,0-1,1 1,-1 0,0 0,0 0,0 0,0 0,0 0,1 0,-1 0,0 0,0 0,0 0,0 0,0 0,0 0,1 1,-1-1,0 0,0 0,0 0,0 0,0 0,0 0,1 0,-1 0,0 0,0 0,0 0,0 1,0-1,0 0,0 0,0 0,0 0,0 0,0 0,0 1,0-1,1 0,-1 0,0 0,0 0,0 0,0 1,0-1,0 0,0 0,0 0,-1 0,1 0,0 1,-2 14,-9 13,-62 95,78-161,105-205,-109 242,-1 1,0 0,0 0,1-1,-1 1,0 0,1 0,-1-1,0 1,1 0,-1 0,0 0,1-1,-1 1,0 0,1 0,-1 0,1 0,-1 0,0 0,1 0,-1 0,0 0,1 0,-1 0,1 0,-1 0,0 0,1 0,-1 0,1 1,-1-1,0 0,1 0,-1 0,0 1,1-1,-1 0,0 0,0 1,1-1,-1 0,0 1,0-1,1 0,-1 1,0 0,17 20,-14-16,16 20,-9-12,0-1,0 0,24 22,-20-24,-8-6,-1 0,1 0,-1 1,0-1,-1 1,1 0,5 8,-10-12,0-1,0 1,-1-1,1 1,0-1,0 1,0-1,0 1,-1-1,1 1,0-1,-1 0,1 1,0-1,-1 1,1-1,0 0,-1 1,1-1,-1 0,1 1,-1-1,1 0,0 0,-1 1,1-1,-1 0,1 0,-1 0,0 0,1 0,-1 0,1 0,-1 0,1 0,-1 0,1 0,-1 0,0 0,-27 2,26-2,-73-1,53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29.6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1,'2'0,"-1"1,0-1,0 0,0 1,0 0,0-1,0 1,0-1,0 1,0 0,0 0,-1 0,1 0,0-1,0 1,-1 0,1 0,-1 0,1 1,-1-1,1 0,-1 0,1 0,-1 0,0 0,0 0,1 3,3 37,-3-37,2 51,-7 91,2-128,-2 0,0 0,-1-1,-1 0,0 0,-12 21,18-38,0 0,0 0,0 1,0-1,0 0,0 0,-1 0,1 0,0 1,0-1,0 0,0 0,-1 0,1 0,0 0,0 0,0 0,-1 1,1-1,0 0,0 0,0 0,-1 0,1 0,0 0,0 0,0 0,-1 0,1 0,0 0,0 0,-1-1,1 1,0 0,0 0,0 0,0 0,-1 0,1 0,0 0,0 0,0-1,-1 1,1 0,0 0,0 0,0 0,0-1,0 1,-7-9,7 9,-5-10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30.5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73 1,'-1'3,"1"0,0 0,-1 1,0-1,1 0,-1 0,-1 0,1 0,0 0,-1 0,1 0,-1 0,0-1,0 1,0-1,0 1,-1-1,1 0,0 0,-1 0,0 0,1 0,-4 1,-24 23,30-25,0 0,0 0,0 0,0 0,0 0,0 0,0 0,0 0,1-1,-1 1,0 0,1 0,-1 0,1 0,-1 0,1 0,-1-1,1 1,0 0,-1 0,1-1,0 1,-1 0,1-1,0 1,0-1,0 1,0-1,1 1,4 5,17 23,-19-23,-1-1,1 1,0-1,1 0,0 0,-1 0,1-1,1 1,-1-1,1 0,-1-1,1 0,0 1,7 1,86 19,-81-21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31.3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63 0,'-1'8,"0"0,0 0,-1 0,-4 14,-5 23,7 135,5-113,0-66,-1 0,0 0,0 0,0 0,0 1,0-1,0 0,0 0,-1 0,1 0,0 0,-1 0,1 0,0 0,-1 0,1 0,-1 0,0 0,1 0,-1 0,0 0,-1 0,2-1,-1 0,0 0,0 0,0 0,0 0,0 0,0-1,0 1,0 0,0-1,0 1,0-1,0 1,1-1,-1 1,0-1,0 1,1-1,-1 0,0 1,1-1,-1 0,1 0,-2-1,-6-9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2.8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0,'0'9,"5"6,0 6,0 3,0 1,2 1,0 1,0-1,-3 0,-1-1,-1 0,-1 0,-1 0,0-1,-1 1,1-1,0-3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3.2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24,'4'-2,"0"-1,0 0,0 1,0 0,0 0,1 0,-1 0,1 1,0 0,-1 0,1 0,0 0,9 1,-3-1,0 2,0 0,0 0,21 5,-26-4,0 0,0 1,0 0,-1 0,1 0,-1 0,1 1,-1 0,0 0,-1 0,1 1,-1-1,1 1,-2 0,1 1,0-1,-1 1,0-1,2 8,-3-9,-1 0,0 0,0 0,0 1,0-1,-1 1,0-1,1 1,-2-1,1 0,0 1,-1-1,0 0,0 1,0-1,-1 0,0 0,1 0,-1 0,-1 0,1 0,0 0,-1-1,0 1,0-1,0 0,0 0,-5 3,3-2,0 0,0-1,-1 0,0 0,-5 2,-8 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3.9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51 1,'-1'0,"-1"1,0 0,1-1,-1 1,0 0,1 0,-1 0,1 0,-1 0,1 0,0 0,-1 0,1 0,0 1,0-1,0 1,0-1,0 1,0-1,0 1,1 0,-2 2,-12 38,12-36,1 1,0-1,0 1,0-1,1 1,0-1,0 1,0-1,1 1,0-1,0 1,1-1,0 0,0 0,0 0,5 8,4 8,-6-12,0 0,1 1,0-2,1 1,8 8,-14-16,0-1,0 0,1 1,-1-1,0 0,1 0,-1 0,1 0,0 0,-1 0,1-1,0 1,-1-1,1 1,0-1,0 1,0-1,-1 0,1 0,0 0,0 0,0 0,0 0,-1-1,1 1,0-1,0 1,-1-1,1 1,0-1,-1 0,1 0,-1 0,1 0,-1 0,1 0,-1-1,2-1,4-4,-1 0,0-1,0 0,-1 0,0 0,0-1,-1 0,0 1,0-2,-1 1,-1 0,1-1,-2 1,1-1,-1 0,-1 1,1-1,-3-11,2 18,0 1,-1-1,1 1,-1 0,0-1,0 1,0 0,0 0,0-1,-1 1,1 0,-1 0,1 0,-1 1,0-1,1 0,-1 1,0-1,-3-1,4 2,0 1,-1-1,1 1,0-1,0 1,0 0,0 0,-1-1,1 1,0 0,0 0,0 0,-1 0,1 1,0-1,0 0,0 0,-1 1,1-1,0 1,0-1,0 1,0-1,0 1,0 0,0-1,0 1,0 0,0 0,0 0,1 0,-1 0,0 0,1 0,-1 0,0 0,1 0,-1 0,1 0,-1 2,0 1,-1-1,1 1,-1-1,1 1,0 0,1 0,-1 0,1-1,0 1,-1 0,2 0,-1 0,0 0,1 0,0-1,0 1,0 0,0-1,0 1,1 0,2 3,0-1,0-1,0 0,1 0,-1-1,1 1,0-1,1 0,-1 0,1-1,-1 1,11 3,18 9,-20-9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4.3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0 336,'1'-1,"0"1,0-1,0 0,0 0,0 0,0 0,0 0,0 0,-1 0,1 0,0 0,-1 0,1 0,-1 0,1 0,-1 0,1-1,-1 1,0 0,0 0,0-1,0-1,1 0,3-27,-1 1,-1-59,0-9,-2 94,0 0,0 0,0 0,1 0,-1 1,1-1,0 0,0 0,0 1,0-1,0 0,1 1,-1-1,1 1,-1 0,1-1,0 1,0 0,0 0,0 0,5-3,-4 4,0 0,0 1,0-1,0 1,0-1,0 1,0 0,0 0,0 0,0 1,0-1,0 1,0-1,0 1,0 0,0 0,0 1,0-1,4 3,0 1,0-1,0 1,-1 0,7 7,4 5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5.0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47 0,'-1'4,"0"-1,0 0,0 0,0 0,-1 0,1 0,-1 0,0 0,-4 4,-5 11,7-11,1 1,1-1,0 1,0 0,0 0,1 0,0 0,0 0,1 0,0 0,1 0,0 0,0 0,1 0,3 10,-4-15,0 1,1-1,0 1,0-1,0 1,0-1,0 0,1 0,0 0,-1 0,1-1,0 1,0-1,1 1,-1-1,0 0,1 0,-1-1,1 1,0-1,-1 0,1 0,0 0,0 0,0 0,0-1,0 0,-1 0,1 0,0 0,0-1,7-1,-6 1,-1-1,0 1,0-1,0 0,0 0,0 0,0 0,0-1,-1 1,1-1,-1 0,1 0,-1-1,0 1,-1 0,1-1,-1 0,1 0,-1 0,0 0,1-5,3-5,-1-1,-1 0,0 0,2-30,-5 41,-2-1,1 1,0-1,-1 1,0-1,0 1,0 0,0 0,-4-7,5 10,-1 0,1 0,-1 0,1 0,-1 0,1 0,-1 0,0 0,1 0,-1 0,0 1,0-1,1 0,-1 0,0 1,0-1,0 1,0-1,0 1,0-1,0 1,0-1,0 1,0 0,-1 0,1 0,0-1,0 1,0 0,0 0,0 1,0-1,0 0,0 0,-1 0,1 1,0-1,0 0,0 1,0-1,0 1,0 0,-1 0,0 1,0 1,-1-1,1 0,1 1,-1-1,0 1,0 0,1 0,0-1,-1 1,1 0,0 0,1 0,-1 0,0 1,1-1,0 0,0 0,0 0,0 0,0 0,0 0,2 5,0 1,-1-1,2 1,-1-1,1 1,1-1,-1 0,6 9,-5-13,-1 1,1-1,-1 0,1 0,0 0,1-1,-1 0,1 1,-1-1,1-1,0 1,10 3,-4-3,-1 0,1 0,0-1,-1-1,17 1,-6-2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5.6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1,'4'1,"0"0,0 0,0 0,0 1,0-1,0 1,-1 0,1 0,-1 0,1 1,-1-1,0 1,0 0,0 0,-1 0,1 0,3 5,4 7,0-1,14 29,-20-33,-1 1,1 0,-2 0,1 0,-2 0,1 1,-1 13,-1 8,-5 38,1-50,-2-5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6.1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198 0,'-7'1,"-1"0,1 0,0 1,0 0,-1 0,2 0,-1 1,0 0,-9 6,-57 41,61-41,10-8,-1 1,1 0,0-1,-1 1,1 0,0 1,1-1,-1 0,0 1,0-1,1 1,0-1,-1 1,1-1,0 1,0 0,1 0,-1 0,0 5,1-4,0-1,1 1,0 0,0-1,0 1,0-1,0 1,1-1,-1 1,1-1,0 0,0 0,4 5,2 1,1-1,0 1,0-2,0 1,1-1,0-1,1 0,17 8,0-2,-1 1,37 25,-29-23,-18-11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6.8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167 1,'0'0,"1"0,-1 0,1 0,-1 0,1 0,-1 0,1 0,-1 0,1 0,-1 0,1 0,-1 0,1 0,-1 0,1 1,-1-1,0 0,1 0,-1 1,1-1,-1 0,1 1,-1-1,0 0,1 1,-1-1,0 0,1 1,-1-1,0 1,-5 14,-19 9,-12-1,18-13,0 2,-22 18,37-27,-1 0,1 0,0 1,0-1,0 1,1-1,-1 1,1 0,0 0,0 0,0 0,1 0,-1 0,1 1,0-1,-1 9,2-11,1 1,-1 0,0 0,1-1,0 1,-1 0,1-1,0 1,0-1,1 1,-1-1,1 0,-1 1,1-1,0 0,-1 0,1 0,0 0,0 0,1 0,-1-1,0 1,5 1,6 4,-1-2,1 0,22 6,-13-5,102 27,-113-30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7.3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1,'0'4,"0"6,0 5,0 9,0 4,0 1,0 1,0-1,0-1,0-2,0 0,0-1,0 0,0-1,0 1,-4-1,-1 0,-1-3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7.8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218 0,'-13'1,"0"1,-1-1,1 2,0 0,1 1,-1 0,0 1,-20 10,28-12,-1 0,1-1,0 1,1 1,-1-1,0 1,1 0,0 0,0 0,0 1,1-1,-1 1,1 0,0 0,0 0,1 0,-1 1,1-1,1 1,-1-1,1 1,-1 7,2-7,0-1,1 1,0-1,0 1,1-1,0 0,-1 0,2 0,-1 0,0 0,1 0,0 0,0-1,1 0,-1 1,1-1,0 0,0-1,9 7,-4-4,0 0,1 0,0-1,0 0,0-1,0-1,1 1,-1-1,12 1,-1-1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8.2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1,'0'4,"0"6,4 5,2 5,-1 2,-1 2,-1 2,-1-1,-1 1,0 0,-1-1,0 0,-1 0,1 0,0-5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6:05.1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0,'3'1,"1"-1,0 1,-1-1,1 1,-1 0,1 0,-1 1,0-1,1 1,-1-1,0 1,0 0,0 0,0 1,3 2,5 7,-1-1,13 20,10 9,63 58,-96-97,1-1,-1 1,0-1,0 1,1-1,-1 0,1 1,-1-1,0 0,1 1,-1-1,1 0,-1 1,1-1,-1 0,0 0,1 1,0-1,-1 0,1 0,-1 0,1 0,-1 0,1 0,-1 0,1 0,-1 0,1 0,-1 0,1 0,3-5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46.1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457 1,'-11'-1,"-1"1,1 0,0 1,-1 0,1 1,0 0,0 1,0 0,1 1,-1 0,-10 6,-26 14,17-9,-43 29,58-32,1 0,0 2,1-1,0 2,1 0,1 0,0 1,1 1,1-1,1 2,0-1,1 1,1 0,-4 23,9-37,0-1,1 1,-1-1,1 1,0-1,0 1,1-1,-1 1,1-1,-1 0,1 1,0-1,0 0,1 1,-1-1,1 0,-1 0,3 3,0-2,0 0,0 0,0-1,0 1,0-1,1 0,-1 0,1 0,0-1,8 3,4 1,0-2,0 0,0-1,0-1,1 0,19-2,-11 0,8 0,45-7,-69 6,1-1,-1-1,1 0,-1 0,0-1,0 0,0-1,12-9,-7 3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47.0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0,'4'0,"5"0,6 0,5 0,2 0,3 0,0 0,1 0,-1 0,1 0,-1 0,-4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48.3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93 0,'-7'0,"-2"0,0 0,0 1,0 0,-12 2,19-2,1-1,0 0,-1 1,1-1,0 1,-1-1,1 1,0 0,-1-1,1 1,0 0,0 0,0 0,0 0,0 0,0 0,0 0,0 0,0 0,1 0,-1 1,0-1,1 0,-1 1,1-1,-1 0,1 1,0-1,-1 1,1-1,0 0,0 1,0-1,0 1,1 1,-1-1,1 0,0 0,0 0,-1 0,1 0,1 0,-1 0,0 0,0-1,1 1,-1 0,1-1,-1 1,1-1,0 1,0-1,-1 0,1 0,0 0,3 1,48 16,-29-12,-16-3,0 0,0 0,0 0,-1 1,1 0,7 6,-12-8,-1 1,0-1,0 0,0 1,-1-1,1 1,-1 0,1-1,-1 1,0 0,0 0,0 0,0 0,0 0,-1 0,0 0,1 0,-1 0,0 0,-1 4,1-4,-1 0,1 0,-1 0,0 0,0 0,0 0,0 0,0-1,-1 1,1 0,-1-1,0 1,0-1,0 0,0 1,0-1,0 0,-1 0,1-1,-1 1,1 0,-1-1,-5 3,-2 0,1-1,-1 0,0 0,0-1,-18 1,5-1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48.9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0,'1'13,"1"0,0-1,1 1,0-1,1 0,6 16,-4-15,-1 1,-1-1,0 1,3 28,-6 234,-3-133,-1-104,2-37,1-1,0 0,-1 1,1-1,-1 0,0 0,1 1,-1-1,0 0,0 0,0 0,0 0,0 0,0 0,0 0,0 0,0 0,0-1,0 1,0 0,-1-1,1 1,0-1,-1 1,-1-1,-13 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49.3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1,'36'1,"53"10,-52-5,49 1,-62-6,47 10,6 0,-57-10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0.2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91 1,'-2'0,"0"1,0-1,0 1,0 0,0 0,1 0,-1 0,0 0,1 0,-1 0,1 0,-1 1,1-1,-1 0,1 1,0-1,0 1,0 0,-2 2,-17 36,19-38,-6 15,0 0,1 1,1 0,0 0,-2 24,7-40,0 0,1 0,-1 0,0 0,1 0,-1 1,1-1,0 0,0 0,0 0,0 0,0 0,0-1,0 1,0 0,1 0,-1-1,1 1,-1-1,1 1,0-1,0 0,-1 0,1 0,0 0,0 0,0 0,0 0,0 0,0-1,1 1,3-1,7 3,1-2,0 0,27-1,-33-1,-4 1,1 0,0-1,0 1,0-1,0-1,0 1,-1 0,1-1,-1 0,1 0,-1-1,0 1,0-1,0 0,0 0,5-6,-6 6,-1 0,1 0,-1-1,0 0,0 1,0-1,-1 0,1 0,-1 0,0 0,0 0,-1 0,1 0,-1 0,0-1,0 1,0 0,0 0,-1 0,-1-5,1 3,-1 1,0-1,0 0,-1 1,0-1,0 1,-4-6,6 9,-1 0,1 0,-1 0,0 0,1 0,-1 0,0 1,0-1,0 1,0-1,-1 1,1 0,0 0,0 0,-1 0,1 0,-1 0,1 1,-3-1,4 1,1 0,-1 0,1 0,-1 0,1 1,-1-1,1 0,-1 0,1 0,-1 1,1-1,-1 0,1 0,-1 1,1-1,-1 0,1 1,0-1,-1 1,1-1,0 0,-1 1,1-1,0 1,0-1,-1 1,1-1,0 1,0-1,0 1,0-1,0 1,0-1,-1 1,1-1,0 1,1 0,-1-1,0 1,0-1,0 1,0-1,0 1,0-1,1 1,-1-1,0 1,0-1,1 1,14 27,-2-10,1-1,0 0,2-1,0 0,0-2,25 18,-24-23,-2-3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0.61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49,'0'-4,"4"-2,5 0,2-2,3-1,3 2,3 2,-1 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1.2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14,'3'1,"-1"-1,1 1,-1 0,1 0,-1 0,1 0,-1 0,0 1,1-1,-1 1,0 0,0-1,0 1,2 3,24 29,6 26,-26-42,22 32,-28-46,1 0,0-1,0 1,0-1,0 0,1 0,-1 0,1 0,0-1,0 1,0-1,0 0,6 2,-9-4,1 0,-1 0,0 0,0 0,1 0,-1 0,0 0,0-1,1 1,-1 0,0-1,0 1,0-1,0 1,1-1,-1 1,0-1,0 0,0 0,0 1,0-1,-1 0,1 0,0 0,0 0,-1 0,1 0,0-2,18-35,-16 30,14-34,-10 22,0 0,2 1,0 0,19-27,-19 37,-2 7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1.7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148 133,'0'-6,"0"-1,0 1,-1-1,0 1,-1 0,1-1,-1 1,0 0,-1 0,1 0,-1 0,-1 0,1 1,-1 0,0-1,0 1,0 0,-1 1,1-1,-10-5,13 9,0 0,0 1,-1-1,1 0,0 1,-1-1,1 1,0-1,-1 1,1 0,-1 0,1 0,0-1,-1 1,1 1,-1-1,1 0,-1 0,1 0,0 1,-1-1,-1 1,1 1,0-1,0 1,0-1,0 1,0 0,0 0,0 0,0 0,1 0,-1 0,-1 3,-2 4,1 0,0 0,1 1,0-1,-2 14,3-16,1-1,1 1,-1 0,1-1,1 1,-1-1,1 1,0-1,0 1,1-1,0 1,3 6,0-3,1 0,0 0,0-1,1 1,1-2,9 11,-8-10,1 0,20 14,-28-21,0-1,0 1,0-1,1 1,-1-1,1 0,-1 0,1 0,0 0,-1 0,1-1,0 1,-1-1,1 0,0 0,0 0,-1 0,1 0,5-1,5-7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5:52.0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0,'34'64,"-20"-39,0 1,-2 0,9 29,-12-14,-1-1,-2 1,-2 0,-1 0,-4 52,0-58,-2 0,-9 46,3-9,8-51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6:30.8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1,'0'4,"0"2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6:32.17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346 0,'-2'5,"0"0,0 0,-1-1,1 1,-1-1,0 0,0 0,-1 0,1 0,-1 0,0-1,-4 4,-3 3,-4 4,0-1,-27 17,29-21,5-2,0 1,0-1,1 1,1 0,-12 17,-16 20,5-12,22-23,-1-1,0 0,0 0,-1-1,-1 0,-13 9,14-15,3-5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6:33.7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126 0,'-1'3,"1"0,-1 0,1 0,-1 0,0 0,0-1,-1 1,1 0,-1-1,1 1,-4 3,-26 31,13-18,11-8,1-1,-1 1,2 0,-1 1,1-1,1 1,0 0,-3 18,4-9,0-1,1 0,1 1,2 29,-1-46,1-1,-1 1,1-1,0 1,0-1,0 1,0-1,1 1,0-1,-1 0,1 0,0 0,1 0,2 3,1 0,1-1,0 0,0 0,9 5,28 21,-21-15,-14-14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6:34.9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1,'2'4,"0"1,0-1,0 1,1-1,0 0,0 0,0 0,1 0,-1-1,1 1,5 3,-7-6,7 8,6 4,0 0,23 30,-34-37,0 0,-1 0,0 0,1 1,-2-1,1 1,-1 0,0-1,-1 1,1 0,0 13,-1 22,-1-18,1 0,9 45,-8-59,0 0,-1 0,1 0,-2 19,0-26,0 1,-1-1,0 1,1-1,-1 1,-1-1,1 0,0 0,-1 0,1 1,-1-1,0-1,0 1,0 0,-1 0,1-1,-5 5,-74 73,78-79,4-4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6:35.9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10,'4'0,"6"0,5 0,4 0,4 0,1 0,1 0,1 0,-1 0,1 0,-1 0,1 0,-10 0,-6-4,-6-2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6:36.5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1,'0'4,"0"5,0 6,0 5,0 2,0 2,0 2,4-5,1 0,1-1,2-4,1-3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9:31.5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0:11.7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0:13.1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5:53.770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0,'4'0,"2"0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6:24.0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0,'1431'0,"-1410"0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6:29.9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99,'372'0,"-353"1,-1 1,34 8,-32-6,0 0,23 0,231-3,-128-2,-130 0,-1-1,0 0,19-6,34-3,12-2,-58 8,1 2,24-2,257 5,-139 1,-140-3,-1 0,29-7,-26 4,41-2,-40 6,0-1,49-10,-36 6,0 1,1 2,79 5,-30 1,402-3,-474 1,-1 1,33 7,-31-4,1-2,22 2,91-7,53 4,-105 9,-51-5,54 2,-54-7,47 10,-46-6,47 2,835-8,-895 0,-1-1,33-7,-31 4,1 2,22-2,100 7,59-4,-135-10,-49 8,0 1,27-2,68 6,45-2,-98-11,5 0,32 0,-62 6,54-2,404 9,-474 0,0 1,32 8,-31-6,0 0,24 0,65-4,-104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6:38.9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26,'80'1,"88"-3,-101-10,-49 8,1 1,25-2,-20 5,0 2,43 8,-40-4,53 2,18-9,-77 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6:41.13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51,'914'0,"-898"-2,0 1,0-2,0 0,-1-1,21-8,-19 6,0 1,0 0,1 1,19-1,142 4,-86 3,-72-2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6:43.3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0,'836'0,"-836"0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7:06.45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26,'47'0,"8"1,0-3,85-12,-112 10,1 2,-1 1,0 1,1 1,-1 2,38 7,-55-8,52 4,0-2,74-6,-30 0,1150 2,-1238-1,0-1,32-8,-31 6,0 0,23 0,146 4,-199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7:14.11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0,'23'2,"0"0,0 2,-1 0,1 2,40 15,18 5,-51-20,0-2,0-1,0-2,57-4,-8 1,3472 2,-3532-2,-1 1,33-9,-31 6,1 0,22 0,19 3,-18 1,0-2,53-10,-40 5,1 2,115 5,-66 3,1150-3,-1234 1,0 2,-1 0,0 2,26 8,-26-7,2 0,-1-1,41 3,-47-8,109-2,-110 0,0 0,-1-1,1 0,-1-2,28-11,-32 12,0 0,-1 0,1 2,0-1,1 1,17 0,73 3,-45 1,17-1,-53-1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7:30.84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1997,'7'-2,"0"0,0-1,0 0,-1 0,0-1,1 1,7-7,-11 8,252-157,-236 147,1 1,0 1,1 0,0 2,1 0,-1 2,1 0,37-4,-35 5,0-2,-1-1,0-1,-1-1,0 0,31-21,-21 13,22-15,-35 20,1 1,1 1,41-15,103-40,-39 13,136-67,-154 66,91-64,-132 76,21-8,-52 31,63-44,-16 8,7-5,-41 24,3 1,0 3,94-41,-125 62,0 0,0-1,-1-1,-1-1,0 0,17-19,-20 20,0 0,1 2,0 0,1 0,28-11,33-19,37-35,-58 40,91-42,-22 14,-109 52,31-24,-38 26,0 1,1 1,0 0,0 0,1 1,22-8,27-9,-41 15,1 1,24-6,-28 11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7:39.49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1,'6'4,"1"1,-1-1,1 0,0-1,1 0,-1 0,11 3,11 5,124 49,-137-55,0 2,-1 0,1 0,-1 2,-1 0,18 13,2 7,35 39,-52-53,35 26,-33-28,30 28,43 39,-69-62,0 1,-1 2,-1 0,32 40,-36-36,113 157,-103-151,49 46,-50-54,-1 2,-2 0,22 31,-20-22,-15-21,0 2,0-1,-1 1,-1 1,10 25,-7-10,3-1,33 57,-30-57,-1 0,21 54,-11-13,-14-43,-2-1,-1 1,-2 1,0-1,5 56,-15 40,5 74,10-122,-7-51,4 47,-9-53,-2 208,-10-151,7-50,-3 45,9 41,-2 47,-2-144,0 1,-1-1,-10 28,8-28,1 0,1 1,-4 23,-5 32,8-47,1-1,-1 30,3-28,-1-1,-1 1,-12 36,10-37,0 0,1 1,-2 38,5-39,-8 44,-2 13,-1 19,8-66,-3 54,7-48,-1-1,-2 0,-2 0,-14 51,-11 43,24-102,5-17,-1 0,-1-1,-9 23,8-75,6-429,-2 452,0 0,-1 0,-1 0,-1 1,0-1,-1 1,-1 0,-14-29,-7-2,-43-58,45 68,11 21,14 15,-1 0,1 0,0 0,0 0,0 0,0 0,0 0,-1 0,1 0,0 0,0 1,0-1,0 0,0 0,-1 0,1 0,0 0,0 0,0 0,0 0,0 0,0 0,0 0,-1 1,1-1,0 0,0 0,0 0,0 0,0 0,0 1,0-1,0 0,0 0,0 0,0 0,0 0,0 1,0-1,0 0,0 0,0 0,0 0,0 0,0 1,0-1,0 0,0 0,0 0,0 0,0 0,0 1,1 3,0 0,0 0,0-1,1 1,-1 0,1 0,2 4,39 57,56 95,-90-143,-1-1,-1 1,-1 1,0-1,-1 1,4 35,-4-3,-4 65,-1-107,0 1,1 0,0-1,0 1,0 0,2-1,-1 0,1 1,4 8,-7-16,1-1,-1 1,1-1,-1 1,0-1,1 0,-1 1,1-1,-1 0,1 0,-1 1,1-1,-1 0,1 0,-1 0,1 1,0-1,-1 0,1 0,-1 0,1 0,-1 0,1 0,0 0,-1 0,1-1,-1 1,1 0,-1 0,1 0,-1 0,1-1,-1 1,1 0,-1-1,1 1,-1 0,1-1,-1 1,0-1,1 1,-1 0,0-1,1 1,-1-1,0 1,0-1,1 0,20-31,-17 25,51-81,54-119,-108 206,0 0,-1-1,1 1,0 0,-1-1,1 1,-1 0,0-1,1 1,-1-1,0 1,0 0,0-1,0 1,0-1,0 1,0-1,-1 1,1 0,0-1,-1 1,1-1,-1 1,0 0,1 0,-1-1,0 1,0 0,0 0,0 0,0 0,-1-1,-1 0,-1 0,1 0,-1 1,0-1,0 1,0 0,0 0,0 0,0 1,-6-1,-11 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7:41.057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117 141,'-2'-4,"1"0,-1 0,0 0,0 0,-1 1,1-1,-1 1,0 0,0 0,0 0,0 0,0 0,0 1,-1-1,0 1,-7-4,10 7,0-1,0 0,0 1,0-1,0 0,0 1,0-1,0 1,0 0,0-1,1 1,-1 0,0-1,0 1,0 0,1 0,-1 0,1 0,-1 0,1 0,-1 0,1 0,-1 0,1 0,0 0,-1 0,1 0,0 0,0 0,0 0,0 2,-3 41,3-38,2 307,0-420,-4-120,-1 213,0 0,0 0,-1 1,-1-1,-11-24,10 27,6 10,0 1,0-1,-1 1,1-1,0 1,0-1,0 1,-1-1,1 1,0-1,0 1,0-1,0 0,0 1,0-1,0 1,0-1,1 1,-1-1,0 1,0-1,0 1,1-1,-1 1,0-1,0 1,1-1,-1 1,0-1,1 1,-1-1,1 1,-1 0,1-1,-1 1,0 0,1-1,-1 1,1 0,-1 0,1 0,0-1,-1 1,1 0,-1 0,1 0,-1 0,1 0,-1 0,1 0,0 0,-1 0,1 0,-1 0,1 0,0 1,48 6,-28-3,59 10,-51-8,40 3,-30-6,0 2,56 15,-91-19,0 0,-1 0,1 1,0-1,0 1,0 0,-1 0,1 0,-1 0,0 1,0-1,0 1,0 0,0 0,0 0,3 5,-5-5,0 0,1 0,-1 0,-1 0,1 1,0-1,-1 0,0 1,0-1,0 0,0 0,0 1,-1-1,1 0,-1 0,0 1,0-1,0 0,0 0,-4 5,0 1,0-1,0 0,-1 0,0 0,-1-1,1 0,-1 0,-1-1,-14 10,10-8,-1 0,0-2,0 1,-1-2,-25 8,37-13,-23 7,-1-1,0-1,-45 2,28-1,24 4,19-10,-1 1,1-1,0 1,0-1,-1 1,1-1,0 1,0 0,0-1,0 1,0-1,0 1,0-1,0 1,0 0,0-1,0 1,0-1,0 1,0-1,0 1,1 0,-1-1,0 1,0-1,1 1,-1-1,0 1,1-1,-1 1,1-1,7 8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7:42.36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373 1,'-11'1,"1"0,0 1,0 1,-1-1,2 2,-15 6,-23 7,31-13,0 1,1 1,0 1,0 0,1 1,0 0,0 1,1 1,-19 16,25-18,0-1,0 1,0 0,1 1,0 0,1 0,0 0,0 0,1 1,0 0,1 0,0 0,1 0,0 0,-1 20,4 121,0-132,1 0,1 0,1 0,1-1,13 33,-15-46,0 0,0 0,0 0,1-1,0 1,0-1,0 0,1 0,-1-1,1 1,0-1,0 0,0 0,0-1,1 1,-1-1,1 0,-1-1,1 1,0-1,-1-1,1 1,0-1,0 1,0-2,-1 1,1-1,0 0,0 0,-1 0,1-1,-1 0,11-5,2-4,0 0,0-2,30-28,-39 33,0-1,-1-1,-1 1,0-1,0 0,-1-1,0 1,6-18,-11 26,0-1,0 0,0 0,-1 1,1-1,-1 0,0 0,0 0,0 0,0 1,-1-1,1 0,-1 0,0 0,1 1,-1-1,-3-5,2 5,-1-1,0 0,0 1,0-1,0 1,0 0,-1 0,1 1,-1-1,-5-2,-9-4,0 1,0 1,-1 1,-22-4,34 8,-102-27,107 28,0 1,-1-1,1 0,0 1,-1 0,1-1,0 1,-1 0,1 0,-1 0,1 1,0-1,-1 1,1-1,0 1,-1 0,1 0,0 0,0 0,-3 1,-4 8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7:43.11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80 3,'-2'-1,"-1"1,1 0,-1 0,1 0,-1 1,1-1,-1 0,1 1,-1 0,1-1,0 1,-1 0,1 0,0 1,0-1,0 0,-1 1,1-1,1 1,-1 0,0-1,0 1,1 0,-1 0,1 0,-1 0,1 1,0-1,0 0,0 1,0-1,1 0,-2 5,-3 16,1-1,1 1,1-1,1 1,2 0,0 0,7 43,-7-61,0-1,1 1,-1 0,1-1,0 1,0-1,0 0,0 0,1 1,0-2,0 1,0 0,0-1,0 1,1-1,0 0,-1 0,1 0,0-1,6 4,0-3,0 1,0-1,0-1,1 0,-1-1,1 0,-1 0,14-1,-10-1,-1 1,1-2,-1 0,0 0,0-2,0 1,0-2,-1 0,14-7,-20 9,0 0,-1-1,0 0,0 0,0 0,0-1,0 1,-1-1,0 0,0-1,0 1,-1-1,0 0,0 1,0-1,-1-1,1 1,-2 0,1 0,1-11,-2 9,-1 0,1 0,-1 0,-1 0,0 0,0 1,0-1,-1 0,0 1,-1-1,1 1,-1-1,-1 1,0 0,0 1,0-1,0 1,-1-1,0 1,-10-8,6 7,0 0,-1 1,1 0,-1 0,-1 1,1 1,-1-1,0 2,0 0,0 0,0 1,-1 0,-18 0,-69 2,77 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7:43.837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72 7,'-9'28,"-1"-3,9-21,1 1,-1-1,1 1,0-1,0 0,1 1,-1-1,1 1,0-1,0 0,0 1,1-1,0 0,-1 0,2 0,-1 0,0 0,1-1,-1 1,1-1,0 0,0 1,1-1,-1 0,1-1,-1 1,1-1,5 3,2 1,0-1,0-1,0 0,1-1,-1 0,1 0,0-1,0-1,19 0,-26-1,0-1,0 0,-1 0,1 0,-1-1,1 1,-1-1,0 0,1-1,-1 1,0-1,-1 0,1 1,0-2,-1 1,1 0,-1-1,0 1,0-1,-1 0,1 0,3-8,-4 8,0 0,-1 0,1 0,-1 0,1 0,-1 0,-1-1,1 1,-1 0,1-1,-1 1,0 0,-1 0,1-1,-1 1,0 0,0 0,0 0,-1-1,1 1,-1 1,0-1,0 0,0 0,-4-4,2 5,0 0,1 0,-1 1,0-1,0 1,-1 0,1 0,0 1,-1 0,1-1,-1 1,1 0,-1 1,0-1,-5 1,-10 0,0 1,-21 2,20 1,1 0,-1 1,1 1,0 1,-27 14,25-10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7:57.834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3256 0,'-3'48,"-3"-1,-2 0,-1 0,-31 86,-73 163,91-257,-2 0,-1-1,-60 65,22-26,-88 115,11-35,69-82,46-45,2 1,0 1,-23 44,-34 45,-5 7,72-110,0 0,0-1,-2-1,0 0,-31 24,-26 28,55-47,0 2,1 1,-15 30,19-31,-1 0,-1-2,-1 0,-21 23,18-23,-22 31,30-39,1 1,-2-1,0 0,0-1,-1-1,-1 0,-15 11,-106 68,65-42,-74 39,-73 42,131-75,45-30,0 2,3 1,-49 45,65-51,8-6,-2 0,0-2,-1 1,-32 19,19-15,1 0,0 2,-44 43,-78 72,89-76,-3-3,-2-3,-111 68,176-120,1 0,-1-1,0 1,0-1,0 1,0-1,0 1,0-1,-1 1,1-1,0 0,0 0,0 1,0-1,0 0,0 0,-1 0,1 0,0 0,0-1,0 1,0 0,0 0,0-1,-2 0,1 0,1-1,1 1,-1 0,0 0,0-1,0 1,1-1,-1 1,0-1,1 1,0-1,-1 1,1-1,0 1,0-1,0-1,0-8,0 0,1 0,0 0,4-12,6-12,2 1,1-1,2 2,2 0,21-31,-13 22,45-77,-63 100,-8 18,-1 1,1 0,0 0,0-1,0 1,0 0,0 0,0 0,-1-1,1 1,0 0,0 0,0 0,0 0,-1 0,1-1,0 1,0 0,-1 0,1 0,0 0,0 0,0 0,-1 0,1 0,0 0,0 0,-1 0,1 0,0 0,0 0,-1 0,1 0,0 0,0 0,-1 0,1 0,0 0,0 0,-4 2,1-1,0 0,0 1,1-1,-1 1,0 0,1 0,-1 0,-2 3,-16 21,2 1,1 0,2 1,-23 50,22-42,8-19,1-1,1 1,0 1,2 0,0-1,0 2,-2 31,7-48,0 1,1-1,-1 0,1 1,-1-1,1 0,0 0,-1 0,1 0,0 0,1 0,-1 0,0 0,0 0,1 0,-1 0,1-1,0 1,-1-1,1 1,0-1,0 0,0 0,0 1,0-1,0-1,0 1,1 0,-1 0,0-1,0 1,1-1,2 0,11 2,0-1,0-1,30-3,-21 1,10-1,0-2,-1-2,41-13,-31 8,-30 7,-1 0,0-1,0-1,0 0,-1 0,-1-1,1-1,-1 0,0-1,-1 0,0 0,-1-1,0-1,7-12,-14 22,-1 1,0-1,0 1,0-1,0 0,-1 1,1-1,0 0,-1 0,1 1,-1-1,0 0,1 0,-1 0,0 0,0 1,0-1,0 0,-1 0,1 0,0 0,-2-3,1 3,-1 0,1 0,-1 0,0 0,0 0,0 0,0 1,0-1,0 1,0-1,0 1,-1 0,1 0,-4-1,-9-3,1 2,-1 0,0 0,-22 0,-36 2,62 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7:59.396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381 1,'0'3,"-1"0,-1 0,1-1,0 1,-1 0,1-1,-1 1,0-1,0 1,0-1,-4 4,-1 2,-50 57,37-44,1 1,1 0,0 2,-13 26,-5 10,-78 101,86-136,27-24,1-1,0 0,0 0,-1 1,1-1,0 0,-1 0,1 0,0 1,0-1,-1 0,1 0,0 0,-1 0,1 0,-1 0,1 0,0 0,-1 0,1 0,0 0,-1 0,1 0,0 0,-1 0,1 0,0 0,-1 0,1-1,4-17,4 6,0 0,1 1,0 0,1 1,0 0,0 0,1 1,0 0,14-7,-4 1,28-27,179-166,-227 207,1-1,0 1,-1-1,1 1,0-1,0 1,0 0,0 0,0 0,0 0,0 0,0 1,0-1,1 1,-1-1,0 1,0 0,0 0,1 0,3 0,-2 1,0 0,0 1,0-1,-1 1,1 0,-1 0,1 0,-1 0,1 0,4 6,4 3,-1 2,-1-1,0 1,13 23,-15-24,-1 1,0-1,0 2,-1-1,-1 1,-1 0,0 0,0 0,-1 1,-1-1,-1 1,0 21,-1-33,-1 0,0-1,0 1,0 0,0 0,0-1,-1 1,1 0,-1-1,1 0,-1 1,0-1,0 0,0 0,-1 0,1 0,0 0,-1-1,1 1,-1-1,0 1,1-1,-1 0,0 0,-4 1,-9 2,0 0,-1-1,-21 1,30-3,-69 4,49-5,-1 2,1 2,-34 7,61-11,0 0,0 0,0 1,1-1,-1 0,0 0,0 1,0-1,1 1,-1-1,0 1,0-1,1 1,-1-1,0 1,1-1,-1 1,1 0,-2 1,2-2,1 1,-1 0,0-1,0 1,1-1,-1 1,0-1,1 1,-1-1,0 1,1-1,-1 0,1 1,-1-1,1 1,-1-1,1 0,-1 1,1-1,-1 0,1 0,-1 0,1 1,0-1,-1 0,1 0,-1 0,2 0,18 5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00.380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369 21,'-27'-9,"2"-1,20 10,0-1,-1 1,1 0,0 0,-1 1,1-1,0 1,0 0,-1 1,1-1,0 1,0 0,0 1,1-1,-1 1,1 0,-1 0,1 0,-7 7,-5 6,1 1,0 1,-16 26,15-20,0-2,1 0,2 2,0 0,1 0,2 1,0 1,2 0,1 0,-7 42,14-62,1 0,-1-1,1 1,0-1,1 1,-1-1,1 1,0-1,1 0,-1 0,1 0,0 0,0 0,0-1,1 1,0-1,0 0,7 6,8 6,0-2,41 25,-56-36,1 0,-1-1,1 0,-1 0,1 0,0 0,0-1,0 0,0 0,0 0,0-1,0 0,0 0,0 0,0 0,0-1,0 0,0 0,0 0,7-3,-8 1,1 1,-1-1,0 0,0 0,-1 0,1-1,0 1,-1-1,0 0,0 0,0 0,-1-1,1 1,-1 0,0-1,0 0,-1 1,1-1,-1 0,1-9,-1 7,0 0,0 0,-1 1,0-1,0 0,-1 0,1 0,-2 0,1 0,-1 1,0-1,0 0,-1 1,0 0,0 0,-1 0,1 0,-1 0,0 0,-1 1,0 0,1 0,-2 0,1 1,0 0,-1 0,0 0,-11-5,10 5,-1 1,0 1,1-1,-1 1,0 1,0-1,0 1,-9 0,15 1,0 0,1 0,-1 0,0 0,0 0,0 0,0 1,1-1,-1 1,0-1,0 1,1 0,-1-1,0 1,1 0,-1 0,1 0,-1 0,1 1,-1-1,1 0,0 1,0-1,-1 1,1-1,0 1,0-1,1 1,-1 0,0-1,0 1,1 0,-1 0,1 0,0-1,-1 1,1 0,0 0,0 3,3 14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00.880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73 26,'-1'1,"-1"-1,1 1,-1-1,1 1,-1 0,1-1,0 1,-1 0,1 0,0 0,0 0,-1 0,1 0,0 1,0-1,0 0,0 1,1-1,-1 0,-1 3,-15 35,13-29,-1 1,1 1,0 0,1 0,0 0,0 0,2 1,-1-1,2 0,0 1,2 19,-1-26,0 0,1 0,-1-1,1 1,0 0,1-1,-1 1,1-1,1 0,-1 0,0 0,1 0,0-1,0 1,1-1,-1 0,1 0,0-1,0 0,0 1,0-2,1 1,9 3,-10-4,-1 0,1-1,0 1,0-1,0 0,0-1,0 1,0-1,0 0,0 0,0-1,0 1,0-1,0 0,-1-1,1 1,0-1,0 0,8-5,-7 2,0 0,0 0,0-1,0 0,-1 0,0 0,-1-1,1 0,-1 0,0 0,4-12,-3 6,0 0,0 0,-1 0,-1 0,-1 0,3-25,-5 33,0 0,-1-1,1 1,-1 0,0 0,0 0,-1 0,1 0,-1 0,0 0,-1 1,1-1,-1 1,0-1,0 1,0 0,-1 0,1 1,-1-1,-6-4,-2-1,0 1,0 1,-1 0,-16-6,26 11,0 1,0 0,-1-1,1 1,-1 0,1 1,-1-1,1 1,-1 0,0-1,1 2,-1-1,1 0,-1 1,1-1,-1 1,1 0,-1 0,1 1,0-1,-1 1,-2 1,-5 8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01.333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0 152,'0'6,"0"0,0 1,1-1,0 0,0 0,0 1,1-1,0 0,0 0,4 7,-4-10,1 1,-1-1,1 0,0 0,0 0,1 0,-1-1,1 1,-1-1,1 0,0 0,0 0,0 0,0-1,8 3,4 0,0-1,0 0,0-1,1-1,-1 0,0-1,1-1,19-4,-25 3,0 0,0-1,0-1,-1 1,1-2,-1 1,0-2,0 1,-1-1,0-1,0 0,14-14,-16 14,-1 0,0 0,0-1,-1 0,0 0,0 0,5-14,-9 19,0 0,-1 1,1-1,-1 0,1 1,-1-1,0 0,0 0,0 0,-1 1,1-1,0 0,-1 1,0-1,0 0,0 1,0-1,0 1,0-1,-1 1,1-1,-1 1,0 0,1 0,-1 0,0 0,0 0,0 0,-1 1,-2-3,-7-3,0 1,-1 0,0 1,1 0,-2 1,1 0,0 1,-1 0,-15 0,-11 1,-75 4,44 8,42-5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07.76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1187,'0'-1,"1"1,-1-1,0 0,0 1,0-1,1 1,-1-1,0 1,1-1,-1 1,0-1,1 1,-1-1,1 1,-1-1,0 1,1 0,-1-1,1 1,0 0,-1-1,1 1,-1 0,1 0,-1-1,1 1,0 0,-1 0,1 0,-1 0,1 0,0 0,-1 0,1 0,0 0,-1 0,1 0,-1 0,1 1,0-1,-1 0,1 0,-1 1,1-1,0 1,34 12,-30-10,78 29,92 24,-149-49,-7-1,0-1,0-1,1-1,26 2,-13-3,51 10,-29-3,3 2,-32-6,39 3,45 7,-48-5,-1 0,-26-4,67 3,1279-10,-1363 0,1-1,32-7,-31 4,0 2,23-2,64-7,-74 6,50-1,-50 5,58-11,-43 5,76-17,-94 18,-1 0,32-14,40-10,-66 23,103-18,10 2,-24 0,23-2,-86 16,-31 4,52-2,-48 5,48-9,-25 3,214-41,-141 22,-39 8,34-7,-2 4,24-3,-11 0,-24 4,35-4,-99 17,70-22,-12 2,190-40,-241 57,-16 5,-1-2,56-21,117-38,-131 45,190-55,-168 51,117-23,-185 43,0 0,-1-3,0-1,0-1,-1-2,57-33,-53 23,0 2,72-32,-98 50,228-106,-198 91,-29 14,1 0,-2 0,14-10,-23 15,-1 0,0-1,1 1,-1 0,1 0,-1-1,0 1,1 0,-1-1,1 1,-1 0,0-1,0 1,1 0,-1-1,0 1,0-1,1 1,-1-1,0 1,0-1,0 1,0 0,0-1,0 1,0-1,0 1,0-1,0 1,0-2,-13-5,-23 2,35 5,-210 0,94 1,105-1,1 1,-1 0,0 0,0 1,1 1,0 0,-1 0,-12 7,23-10,1 0,-1 0,1 0,0 0,-1 0,1 0,-1 0,1 0,-1 1,1-1,0 0,-1 0,1 1,0-1,-1 0,1 0,0 1,-1-1,1 0,0 1,-1-1,1 0,0 1,0-1,0 1,-1-1,1 1,0-1,0 0,0 1,0-1,0 1,0-1,0 1,0-1,0 1,0-1,0 0,0 1,0-1,0 1,21 7,30-2,-8-7,1-2,55-10,139-12,-224 23,2-1,0 0,30 0,-44 3,0 0,0 0,1 0,-1 0,0 0,1 0,-1 1,0-1,0 1,0 0,1 0,-1-1,0 1,0 1,0-1,0 0,0 0,-1 1,1-1,0 1,-1-1,1 1,-1 0,1 0,-1 0,0 0,2 3,-3-2,0 0,0 0,0 0,0 0,-1 1,1-1,-1 0,0 0,0 0,0 0,0-1,-1 1,1 0,-1 0,0-1,1 1,-1-1,0 1,-1-1,1 0,0 0,-5 3,-7 7,-1 0,-21 11,-128 62,82-46,75-36,1 0,-1 0,0-1,0 0,0 0,0-1,-12 1,18-2,-1 0,1 0,0 0,0 0,-1 0,1 0,0-1,0 1,0 0,-1-1,1 1,0-1,0 1,0-1,0 0,0 0,0 1,0-1,0 0,-1-1,1 0,1 0,-1 0,1 1,-1-1,1 0,0 0,-1 0,1 0,0 0,0 1,0-1,1 0,-1 0,0 0,1 0,-1 1,1-1,1-2,6-15,2 1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09.644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345 101,'-11'-1,"-1"0,1-1,0 0,0-1,1 0,-21-9,18 7,0 0,-1 1,-25-5,23 7,10 2,0 0,-1-1,1 0,0 0,0 0,0-1,0 0,0 0,-9-5,15 7,1 0,-1-1,0 1,1-1,-1 1,0 0,0-1,1 1,-1 0,1-1,-1 1,0 0,1 0,-1 0,1-1,-1 1,0 0,1 0,-1 0,1 0,-1 0,1 0,-1-1,1 1,-1 0,1 0,-1 1,0-1,1 0,18-3,132 4,29-2,-147-4,35-9,-56 11,-95 0,-41 2,-106 4,223-3,-1 1,0 1,1 0,-1 0,1 0,-1 1,1 0,0 0,0 1,0 0,-7 6,12-8,0 0,0-1,0 1,0 0,0 0,1 1,-1-1,1 0,-1 1,1-1,0 0,0 1,0 0,0-1,1 1,-1-1,1 1,-1 0,1-1,0 1,0 0,0 0,0-1,1 1,-1 0,1-1,0 1,-1 0,1-1,0 1,1-1,-1 0,0 1,1-1,1 3,1 0,0 0,1 0,-1-1,1 1,0-1,0 0,0 0,0-1,1 1,-1-1,1-1,7 4,11 2,46 9,-4-1,-17 1,-8-3,0-1,49 8,-89-21,0 0,0 0,0 1,-1-1,1 0,0 0,0 0,0 0,-1 0,1 0,0-1,0 1,0 0,-1 0,1-1,0 1,0 0,-1-1,1 1,0 0,0-1,-1 1,1-1,-1 0,1 1,0-1,-1 1,1-1,-1 0,1-1,0 0,-1 0,1 0,-1-1,0 1,0 0,0 0,0-1,0 1,0 0,-1 0,0-4,-4-9,0 1,-11-24,14 35,-25-44,26 45,0 0,0 1,0-1,-1 0,1 1,-1-1,1 1,-1-1,0 1,1 0,-1 0,0 0,0 0,0 0,0 0,0 0,0 1,0-1,0 1,0-1,-4 1,5 0,-1 0,1 1,0-1,0 1,0 0,0-1,0 1,0 0,0 0,0-1,0 1,0 0,1 0,-1 0,0 0,1 0,-1 0,0 0,1 0,-1 1,1-1,0 0,-1 0,1 2,-6 17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10.87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373 25,'-6'-1,"1"0,-1 0,1 0,-1-1,-7-2,-18-5,22 7,-1 0,1 1,-1 0,1 1,-1 0,1 1,-1 0,1 0,-1 1,1 0,0 1,-1 0,1 0,1 1,-1 0,1 1,-1 0,1 0,1 0,-14 13,12-10,0 0,1 1,0 0,1 0,0 1,0 0,1 0,0 0,1 1,0 0,1 0,0 1,0-1,2 1,-1-1,1 1,0 23,2-27,-1 0,2 0,-1 0,1 0,0-1,1 1,3 12,-2-14,0-1,-1 0,2-1,-1 1,0 0,1-1,0 0,0 0,0 0,1 0,5 3,32 29,-26-22,1 0,30 19,-43-31,0 1,0-1,0 0,0 0,1-1,-1 1,1-1,-1 0,1 0,0-1,-1 1,1-1,0 0,-1 0,1-1,0 1,6-3,-8 2,0 0,0 0,0-1,-1 1,1-1,0 0,-1 0,1 0,-1 0,0 0,0-1,0 1,0-1,0 1,0-1,-1 0,1 1,-1-1,0 0,1 0,-1 0,-1 0,1 0,0 0,-1-1,0-2,1 1,-1 0,0 0,-1 0,1 0,-1 0,0 0,0 1,0-1,-1 0,0 1,0-1,0 1,0-1,-1 1,-5-7,-3 0,0 1,0 0,-1 1,-1 0,1 1,-2 0,1 1,-16-6,27 12,1 0,-1 1,1-1,-1 0,1 1,-1-1,0 1,1 0,-1-1,0 1,1 0,-1 0,0 0,0 0,1 0,-1 1,0-1,1 0,-1 1,1-1,-1 1,0 0,1-1,-1 1,1 0,-1 0,0 1,-3 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11.362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42 101,'-2'0,"0"1,1-1,-1 0,0 1,1-1,-1 1,0 0,1-1,-1 1,1 0,-1 0,1 0,-1 0,1 0,0 1,0-1,-1 0,1 1,0-1,0 1,0-1,0 1,1-1,-2 4,1-3,0 1,0 0,0-1,0 1,1 0,-1-1,1 1,0 0,0 0,0 0,0-1,0 1,1 0,0 5,3-2,0 0,0 0,0 0,0 0,1 0,0-1,0 0,1 0,0-1,-1 1,2-1,-1 0,0-1,1 1,-1-1,10 2,-7-1,1-1,0 0,0 0,0-1,0-1,0 0,0 0,1-1,-1 0,0-1,13-2,-13-1,-1 1,0-2,1 0,-2 0,1 0,0-1,-1 0,0-1,-1 0,1 0,-1-1,-1 0,0 0,0 0,0-1,-1 0,0 0,-1 0,5-14,-9 20,1 0,0 0,-1-1,0 1,0 0,0 0,0-1,0 1,-1 0,0 0,1-1,-1 1,0 0,-1 0,1 0,0 0,-4-4,2 3,0 0,-1 0,0 0,0 0,0 1,0 0,0-1,-1 2,0-1,-5-2,1 1,1 1,-1 0,1 0,-1 1,0 0,0 1,0 0,0 0,0 1,0 0,0 1,-15 2,19-1,1-1,0 0,0 1,1 0,-1 0,0 0,-3 3,-5 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11.924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25 154,'-1'0,"1"0,-1 0,1 0,-1 0,0 0,1 0,-1 0,1 0,-1 0,1 0,-1 1,1-1,-1 0,1 0,-1 1,1-1,-1 0,1 1,-1-1,1 0,0 1,-1-1,1 1,-1-1,1 0,0 1,0-1,-1 1,1-1,0 1,0-1,0 1,-1 0,1-1,0 1,0-1,0 1,0-1,0 1,0-1,0 1,0 0,1 1,-1 0,0-1,1 1,-1-1,1 1,-1-1,1 1,0-1,0 1,0-1,0 1,0-1,1 2,6 3,1 0,-1 0,1-1,0 0,0 0,1-1,-1 0,15 3,-6-3,0 0,0-2,35 2,-46-5,0 1,0-1,0 0,0-1,0 0,0 0,-1 0,1-1,-1 0,1-1,-1 1,0-1,0 0,-1 0,1-1,5-6,-7 7,-1 0,0 0,1 0,-2 0,1 0,-1 0,1-1,-1 0,0 1,-1-1,1 0,-1 0,0 0,0 0,0 1,-1-2,0 1,0 0,0 0,-1 0,1 0,-1 1,-1-1,-1-6,2 7,-1 0,0 0,-1-1,1 1,-1 1,0-1,0 0,0 1,0-1,0 1,-1 0,0 0,1 0,-9-3,5 2,-1 0,0 1,0 1,0-1,0 1,0 1,-16-2,9 3,1 0,0 0,-1 2,1 0,0 0,0 1,0 1,1 0,-22 10,-16 13,29-17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19.501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78 1,'-3'16,"0"1,-1-1,0 0,-8 17,-11 43,18-53,-2 5,1-1,2 1,-1 38,4 22,4 120,0-188,1 0,1 0,7 20,-5-20,-1 0,5 37,-5-19,17 63,-2-18,-11-40,-6-27,0 1,3 32,9 69,-7-65,-5-34,1 0,2-1,0 0,0 0,2 0,11 18,11 24,5 9,-24-49,-1 1,-1 0,-1 1,-1 0,10 41,-6-6,-7-36,0 0,1 29,-3-27,1 0,0-1,2 0,17 43,7 25,-18-37,3 0,2-2,26 55,-26-78,1-1,1-1,40 42,8 10,66 68,-97-110,-1 2,-1 1,33 52,-53-72,1 0,1-1,0-1,1 0,28 20,33 33,-52-45,37 26,8 8,-21-5,-36-38,0 0,1-2,21 17,6-1,-25-20,0 2,-1 0,-1 1,0 0,24 29,3 10,72 71,-93-101,23 32,-31-37,0 0,1-1,1 0,24 19,-22-22,35 27,2-2,2-2,79 38,-25-23,-109-51,0 1,0-1,0 0,0 0,-1 1,1-1,0 0,0 1,-1-1,1 1,0-1,-1 1,1-1,0 1,-1 0,1-1,-1 1,1 0,-1-1,1 1,-1 0,1 0,-1-1,0 1,1 2,-2-3,1 1,-1 0,1 0,-1-1,0 1,1 0,-1-1,0 1,0-1,0 1,1-1,-1 1,0-1,0 1,0-1,0 0,0 0,-1 1,-50 6,43-6,-1-1,1 0,-1 0,1-1,0-1,0 1,-1-1,1-1,0 0,1 0,-1-1,0 0,-11-7,-11-8,0 1,-1 2,-1 1,-1 2,-56-14,-9 1,140 38,-1 2,0 1,49 27,-14-4,44 26,-109-59,1 1,0-1,0-1,0 0,0-1,1 0,0 0,-1-2,1 1,0-1,0-1,0 0,15-3,-7 1,1-2,-1 0,-1-1,1-1,-1-1,36-18,-51 23,0 0,-1 0,1-1,-1 0,0 0,0 0,0 0,0 0,-1 0,1-1,-1 1,0-1,0 0,0 0,0 0,1-4,-1 1,-1-1,1 0,-1 1,-1-1,0 0,0 1,0-1,-3-11,0 2,-1 1,-1 0,-1 0,0 0,-1 0,0 1,-16-23,21 34,-1 1,1 0,-1-1,1 1,-1 0,0 1,0-1,0 0,0 1,-4-2,5 3,0 1,1 0,-1-1,1 1,-1 0,0 0,1 0,-1 0,1 1,-1-1,0 0,1 1,-1-1,1 1,-1-1,1 1,0 0,-1 0,1-1,0 1,-1 0,1 0,0 0,0 1,0-1,0 0,0 0,-1 2,-53 68,42-52,0-1,-1 0,-25 23,27-31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21.32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99 127,'-2'20,"0"0,-2-1,0 1,-1-1,-12 27,-1 7,-19 106,30-119,5-30,2-40,0 26,-1-23,2-1,1 1,1 0,1 0,11-38,5 1,-8 25,24-55,-25 66,-10 22,1 1,0-1,0 1,0-1,1 1,0 0,0 0,0 0,1 0,-1 1,1-1,5-4,-8 9,1 0,-1-1,1 1,-1 0,0 0,1 0,-1 0,1 0,-1 0,0 0,1 1,-1-1,1 0,-1 1,0-1,1 1,-1 0,0-1,0 1,0 0,1 0,-1-1,0 1,0 0,0 0,0 0,0 1,-1-1,1 0,0 0,0 0,-1 1,1-1,0 2,21 47,-22-50,75 192,-59-149,-1 1,-3 0,12 77,-24-120,0 0,0 0,0 0,0 0,0 0,0 0,0 0,0 0,-1 0,1 0,0 0,-1 0,1 0,-1 0,1 0,-1 0,0 0,1 0,-1 0,0 0,1-1,-1 1,0 0,-1 1,-1-1,0 0,1 0,-1 0,0 0,0 0,1 0,-1-1,0 1,-4-1,-5 0,0 0,0-1,-16-3,-3-2,4-1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22.422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198 0,'-4'1,"0"-1,1 1,-1 0,0 0,1 0,-1 1,1-1,-1 1,1 0,-1 0,1 0,0 0,0 1,0-1,1 1,-1 0,-2 3,-5 6,1 0,-14 25,8-11,2 0,1 1,1 0,1 1,2 0,1 0,1 1,1 0,1 0,1 42,3-61,0 0,1 1,1-1,-1-1,1 1,1 0,0 0,8 16,-7-19,-1-1,2 0,-1 0,1-1,0 1,0-1,0 0,1 0,-1-1,1 0,0 0,1 0,7 3,2 1,1-1,-1-1,2-1,-1 0,0-1,1-1,0 0,-1-2,23 0,-22-1,-1-1,0-1,0-1,0 0,24-9,-32 9,-1 0,0-1,1 0,-1 0,-1-1,1 0,-1 0,0-1,0 0,0-1,-1 1,6-9,-10 13,-1 0,1 0,-1 0,0 0,0 0,0 0,0 0,0-1,-1 1,1 0,-1-1,1 1,-1 0,0-1,0 1,0 0,0-1,-1 1,1 0,-1-4,-1 2,1 1,-1 0,0 0,0 0,0 0,0 0,-1 1,1-1,-1 1,1-1,-1 1,-4-3,-3-1,0 1,-1 0,1 0,-1 1,0 0,0 1,-18-3,1 3,-40-1,61 4,0 0,0 1,1-1,-1 1,0 1,1-1,-1 1,1 0,0 1,-1 0,-10 6,6 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22.922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80,'-1'14,"1"0,1 0,1 0,0 1,5 17,-5-26,0-1,1 1,0-1,0 1,0-1,1 0,0 0,0-1,0 1,0-1,1 0,-1 0,1 0,0 0,6 2,-1 0,1 0,0-1,0 0,0-1,1 0,-1-1,1 0,0-1,0 0,0-1,17 0,-22-2,1 0,-1 0,1 0,-1-1,0 0,1 0,-1-1,0 0,0 0,-1-1,1 0,-1 0,0-1,0 1,0-1,-1 0,1-1,-1 0,5-6,-2 0,0-1,0 0,-1 0,-1 0,7-23,-11 32,-1 0,0 0,0-1,0 1,0-1,-1 1,1-1,-1 1,-1 0,1-1,0 1,-1-1,0 1,0-1,-1 1,1 0,-1 0,0 0,0 0,0 0,0 0,-5-6,3 7,0 1,0-1,0 1,0-1,-1 1,1 0,-1 1,1-1,-1 1,1 0,-1 0,0 0,0 1,-6-1,-9 1,0 1,-20 3,27-2,0 1,1 0,-1 1,-18 8,13-3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23.344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0 176,'0'7,"0"0,1 0,-1 0,1 0,1 0,-1-1,1 1,4 10,-4-14,0 1,1-1,-1 0,0 0,1 0,0 0,0 0,0-1,0 1,0-1,0 0,1 0,-1 0,1 0,0 0,5 1,-4-1,0-1,0 1,1-1,-1 0,0 0,1-1,-1 0,1 0,-1 0,0 0,1-1,-1 0,1 0,-1 0,0-1,0 0,0 0,0 0,0-1,-1 1,1-1,5-5,-4 3,-1 0,0-1,0 1,-1-1,0 0,0 0,0-1,-1 1,0-1,0 0,0 0,-1 0,0 0,-1 0,1 0,-1-8,0 3,0 0,0 1,-2-1,1 1,-2-1,-2-13,3 22,0-1,0 1,-1 0,1 0,-1 0,0 0,0 0,0 1,0-1,0 0,0 1,-1 0,1-1,-1 1,0 0,1 0,-1 0,0 1,0-1,-1 1,1 0,0 0,0 0,-1 0,-2 0,-2-1,0 1,0 0,0 1,1 0,-1 0,0 1,0 0,0 0,1 1,-10 2,0 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26.437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2583 0,'-21'20,"-2"-1,-38 26,37-28,0 0,-35 35,-83 89,-145 116,233-200,-77 105,68-80,13-19,-118 161,123-157,-140 239,168-273,-11 20,-28 77,35-68,-78 213,64-190,-53 94,-76 111,153-270,-88 177,2 64,8-18,70-193,2 1,2 1,-9 66,16-16,7-66,-8 47,4-51,2 0,2 35,1-37,-1 0,-9 50,-21 93,25-135,2 1,2-1,1 1,6 53,-2-67,2-1,12 35,-11-37,0-1,-1 1,3 27,-8-49,0 1,0 0,1 0,-1 0,0 0,0 0,0 0,0 0,0 0,0 0,-1 0,1 0,0-1,0 1,-1 0,1 0,0 0,-1 0,1 0,-1-1,1 1,-1 0,0 0,1-1,-1 1,0 0,0 0,0-1,-1 0,1 0,0 0,0 0,0 0,-1 0,1-1,0 1,0 0,0-1,0 1,0-1,-1 1,1-1,0 0,0 1,-1-2,-6-4,1-1,-1 0,-11-14,-5-9,-8-8,2-2,2-1,-45-86,66 110,-1 0,0 1,-2 0,0 1,-15-19,13 25,11 20,12 20,53 96,3 5,-44-78,25 70,-48-123,1 0,-1 1,0-1,1 0,-1 0,1 1,0-1,-1 0,1 0,0 0,0 1,0-1,0 0,0 0,0 0,0-1,0 1,0 0,0 0,3 1,-3-2,0 0,0 0,1 0,-1 0,0 0,1 0,-1-1,0 1,0 0,1-1,-1 1,0-1,0 1,1-1,-1 1,0-1,2-1,5-6,1 0,-1 0,-1 0,8-12,-6 9,48-62,54-88,-108 156,0-1,1 0,-2 0,1 0,-1 0,3-11,-5 15,1 1,-1-1,0 1,0-1,0 1,-1-1,1 1,0-1,0 0,-1 1,1 0,-1-1,1 1,-1-1,0 1,0 0,1-1,-1 1,0 0,0 0,0-1,0 1,-1 0,1 0,0 0,0 1,-1-1,1 0,0 0,-1 1,1-1,-4 0,-15-5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27.842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54,'3'2,"0"1,0-1,0 0,1-1,-1 1,1-1,-1 1,1-1,-1 0,1 0,6 0,46 4,-42-5,33 0,-1-3,1-1,-1-3,88-23,-53 10,-8 8,-66 11,0 1,-1 0,1 0,0 0,0 1,-1 0,1 0,10 4,-15-5,-1 1,1 0,-1 0,1-1,-1 1,0 0,1 0,-1 0,0 1,0-1,1 0,-1 0,0 1,0-1,0 1,-1-1,1 0,0 1,-1 0,2 2,-2-1,1 0,-1 1,0-1,0 0,-1 0,1 0,0 0,-1 0,0 1,-1 3,-4 7,-1-1,0 1,-15 20,17-27,-13 17,0-1,-41 38,-10 11,68-70,-26 24,26-25,1-1,-1 0,0 1,1-1,-1 0,1 0,-1 1,0-1,1 0,-1 0,0 0,1 0,-1 0,0 0,1 0,-1 0,0 0,1 0,-1 0,-1-1,2 1,-1-1,0 0,0 1,1-1,-1 0,0 0,1 1,-1-1,1 0,-1 0,1 0,-1 0,1 0,0 0,-1 0,1 0,0 0,0-1,-5-61,5 51,0 1,-1-1,0 1,-1-1,0 1,-6-16,7 25,-1-1,1 0,-1 0,0 1,0-1,0 1,0 0,0-1,0 1,-1 0,1 0,-1 0,0 1,1-1,-1 1,0-1,0 1,0 0,0 0,0 0,0 1,0-1,0 1,0-1,-1 1,1 0,0 0,-4 1,-13 2,4 3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28.952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229 1,'-3'1,"1"1,-1 0,1 0,-1-1,1 1,0 1,0-1,-2 3,-6 5,-4 5,0 1,1 0,1 0,1 1,0 1,-14 32,16-31,-7 12,2 1,2 1,1 0,-13 62,20-74,2 1,0-1,1 1,1 0,1-1,1 1,5 24,-5-42,-1 1,1-1,0 0,0 1,1-1,-1 0,1-1,0 1,0 0,0-1,1 0,-1 1,1-1,0-1,-1 1,1 0,0-1,1 0,-1 0,0 0,1-1,-1 1,1-1,-1 0,1 0,9 0,-7-1,0 0,0 0,0-1,0 0,0 0,0 0,0-1,0 0,0-1,0 1,-1-1,1-1,-1 1,0-1,0 0,-1 0,7-7,-6 6,0-2,0 1,-1-1,0 0,-1 0,1 0,-1-1,4-11,-7 17,0 0,-1-1,0 1,1 0,-1-1,0 1,0 0,0-1,0 1,0-1,-1 1,1 0,-1 0,1-1,-1 1,0 0,0 0,0-1,0 1,-1 0,1 0,0 1,-1-1,1 0,-1 0,0 1,0-1,1 1,-1-1,0 1,0 0,0 0,-4-2,-11-5,0 1,-1 1,0 1,0 0,0 2,0 0,-1 0,1 2,-21 1,17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29.451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1 130,'0'8,"1"0,1 0,-1 0,1 0,1 0,-1-1,1 1,1-1,0 0,-1 0,2 0,-1 0,1-1,0 1,1-1,-1-1,13 11,-10-9,1-1,0 0,0 0,1-1,0 0,0 0,0-1,0 0,0-1,1-1,0 1,20 1,-26-5,0 1,0-1,0 0,0 0,0 0,0-1,0 0,-1 0,1 0,-1-1,1 1,-1-1,7-5,5-7,29-31,-20 20,-17 18,-1-1,1 0,-2-1,1 1,-1-1,7-16,-11 21,0 0,0 0,0 0,-1-1,0 1,0-1,0 1,-1-1,1 1,-1-1,-1 1,1-1,-1 1,0-1,-2-7,1 10,0 0,0 1,0 0,0-1,0 1,0 0,0 0,-1 0,1 0,-1 1,0-1,1 1,-1-1,0 1,0 0,0 0,0 0,0 1,0-1,0 1,0-1,-4 1,-9-1,0 1,-30 2,38-1,-1 0,1 1,0 0,0 0,0 1,0 0,0 0,1 1,-1 0,1 0,0 1,-9 7,4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29.90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1 103,'0'3,"0"-1,0 1,0-1,1 1,-1-1,1 0,0 1,0-1,-1 0,2 0,-1 0,0 0,0 0,1 0,-1 0,1 0,-1 0,3 2,0-1,0 0,1-1,-1 1,0-1,1 0,0 0,-1 0,8 1,6 1,1-1,0-1,29 0,-40-2,0-1,-1 0,1-1,0 1,-1-1,1-1,-1 0,0 0,0 0,0-1,0 0,-1 0,1-1,-1 1,0-1,0-1,-1 1,0-1,0 0,0 0,-1-1,7-12,-10 18,-1-1,1 0,0 0,-1 1,0-1,1 0,-1 0,0 0,0 0,0 1,0-1,0 0,-1 0,1 0,0 1,-1-1,0 0,1 0,-1 1,0-1,0 0,0 1,-1-3,-1 2,1-1,-1 1,0 0,0-1,0 1,0 1,-1-1,1 0,0 1,-1 0,-3-2,-9 0,0 0,-1 1,1 0,-19 1,29 1,-5 0,1 0,-1 0,1 1,-20 5,14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34.77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0 497,'12'-1,"-1"-1,0 0,0-1,0 0,17-8,10-2,0 4,39-4,-16 4,14-5,327-53,-336 56,-27 4,41-2,35-3,-71 6,48-1,-62 5,56-11,-31 4,3-1,-33 4,40-2,36-4,-67 6,54-2,-51 8,10 1,0-3,68-10,-84 7,0 2,38 2,-41 1,1-1,54-9,-51 4,0 2,52 0,-10 1,12-8,-51 5,40-1,67 8,-61 0,117-12,-46-2,228 9,-194 6,-166-3,1-1,30-7,27-3,99-12,-121 14,98-6,445 17,-576-2,1-2,31-6,-29 4,43-3,38 8,-51 1,96-11,-58-1,1 4,166 11,-192 3,88 22,-88-15,90 8,84 5,227 54,-339-54,-28-4,109 17,-19-14,-26-2,-25 3,-38-5,44 4,0-2,20 7,-90-15,119 32,-83-18,-63-15,78 13,-103-24,0 2,0 0,-1 2,0 1,40 20,-56-25,0-1,0 0,1 0,-1-1,1 0,0-1,-1 0,1-1,0 0,14-2,-23 2,-1 1,0-1,1 0,-1 0,0 0,1 0,-1-1,1 1,-1 0,0 0,1 0,-1 0,1 0,-1 0,0 0,1-1,-1 1,0 0,1 0,-1-1,0 1,0 0,1 0,-1-1,0 1,0 0,1-1,-1 1,0 0,0-1,0 1,0 0,1-1,-1 1,0-1,0 1,0 0,0-1,0 1,0 0,0-1,-13-15,-23-9,36 25,-267-160,261 157,1-1,0 1,0-1,0-1,0 1,-5-7,10 10,-1 1,1-1,0 1,-1-1,1 1,0-1,-1 1,1-1,0 1,0-1,-1 0,1 1,0-1,0 0,0 1,0-1,0 1,0-1,0 0,0 1,0-1,0 0,1 1,-1-1,0 1,1-2,0 1,0 0,1 0,-1 0,0 0,1 0,-1 1,1-1,-1 1,1-1,-1 1,1-1,-1 1,1 0,0 0,-1 0,3 0,16 1,0 0,0 2,0 1,-1 0,1 1,27 12,-4-3,-10-3,61 29,-79-32,0 1,-1 0,0 0,0 1,23 24,-34-31,-1-1,0 1,0-1,0 1,0 0,0 0,-1 0,1 0,-1 0,0 0,0 0,0 1,0-1,0 0,-1 0,1 1,-1-1,0 4,-1-4,0 0,0-1,0 1,0 0,0-1,0 1,-1-1,0 0,1 1,-1-1,0 0,0 0,0 0,0 0,0 0,-1-1,1 1,0-1,-1 1,1-1,-6 2,-10 4,0-1,-1 0,1-2,-1 0,-38 2,-100-6,66-3,32 2,30-1,1 2,-1 1,0 1,-39 8,51-6,29-9,16-8,-12 4,0-1,-1-1,0-1,-1 0,17-18,-26 24,0 0,0 0,-1-1,0 0,0 1,5-15,-8 17,0 0,0 1,0-1,0 0,-1 0,0 0,0 0,0 0,0 0,0 0,-1 0,0 0,0 0,-1-4,1 6,0-1,0 1,-1 0,1 0,0 0,-1 0,1 0,-1 1,0-1,0 0,1 1,-5-3,-9-4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37.80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36 143,'5'-1,"0"0,0 0,0-1,-1 1,1-1,-1 0,7-5,13-4,32-7,87-15,-13 4,-104 23,0 2,36-2,-39 5,0-2,-1 0,32-9,-130 40,33-12,-1-1,-82 17,107-30,-1 2,1 0,0 1,-28 11,46-15,0-1,0 1,0-1,-1 1,1-1,0 1,0 0,0-1,1 1,-1 0,0 0,0 0,0 0,1 0,-1 0,0 0,1 0,-1 0,1 0,-1 0,1 0,-1 0,1 0,0 1,-1 1,2-1,-1 0,1 0,-1-1,1 1,0 0,0 0,0-1,0 1,0-1,0 1,0-1,0 1,0-1,3 3,3 1,-1 0,1 0,0-1,0 0,1 0,11 4,5-2,1-2,-1-1,1-1,-1-2,49-3,0 0,-63 2,17 0,-22 5,-12 4,7-7,-1-1,0 0,0 1,0-1,1 1,-1-1,0 1,0 0,1-1,-1 1,1 0,-1-1,0 1,1 0,-1 0,1 0,0 0,-1-1,1 1,0 0,-1 0,1 0,0 0,0 0,0 0,0 0,0 0,0 0,0 1,1-1,0 0,0 0,0 0,1 0,-1 0,0 0,0 0,1-1,-1 1,0 0,1-1,-1 1,1-1,-1 0,1 1,1-1,5 1,0 0,0 0,0-1,0 0,0-1,9-1,-17 2,1 0,-1 1,1-1,-1 0,1 0,-1-1,0 1,1 0,-1 0,1 0,-1 0,1 0,-1 0,0 0,1-1,-1 1,1 0,-1 0,0-1,1 1,-1 0,0 0,1-1,-1 1,0 0,0-1,1 1,-1-1,0 1,0 0,0-1,1 1,-1-1,0 1,0-1,-15-6,-29 1,-103 6,-20-1,134-4,-58-15,64 13,0 0,0 2,-39-2,26 3,22-5,18 9,0 0,0-1,0 1,-1-1,1 1,0-1,0 1,0 0,0-1,0 1,0-1,0 1,0-1,0 1,0-1,0 1,0-1,0 1,0-1,0 1,0-1,1 1,-1-1,0 1,0 0,0-1,1 1,-1-1,0 1,1 0,-1-1,0 1,1 0,0-1,4-3,1 0,0 0,0 1,0-1,0 1,0 1,1-1,11-2,19-8,24-17,-16 7,93-34,-137 58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39.606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419 0,'-15'2,"1"1,-1 0,0 1,1 0,0 2,-18 8,20-9,-6 3,1 0,0 1,1 0,0 2,0 0,1 1,1 0,0 1,1 0,0 2,1-1,0 1,2 1,0 0,0 1,2 0,0 0,-10 31,15-39,-3 9,0 0,2 0,0 1,1 0,-1 21,3-36,1 0,1 0,-1 0,0 0,1 0,0 0,0 0,0 0,1 0,-1 0,1 0,0-1,0 1,0-1,1 1,-1-1,1 0,0 0,0 0,0 0,0-1,0 1,0-1,1 0,0 0,-1 0,1 0,0 0,7 1,-3 0,1-1,-1 0,1 0,-1-1,1 0,-1-1,1 0,0 0,-1-1,1 0,-1-1,14-3,-18 3,1 1,-1-2,0 1,1 0,-1-1,0 0,-1 0,1 0,0 0,-1-1,0 0,0 1,0-1,0 0,0 0,-1-1,0 1,0 0,0-1,0 0,-1 1,0-1,1-6,-1 7,0 0,0-1,0 1,-1 0,0 0,0-1,0 1,0 0,-1-1,1 1,-1 0,-1 0,1 0,0 0,-1 0,0 0,0 0,0 0,0 0,-1 1,1-1,-1 1,0 0,0 0,0 0,-1 0,1 1,0-1,-1 1,0 0,0 0,0 0,0 0,0 1,0-1,0 1,0 0,0 0,-8 0,-109-24,110 22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40.30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78 1,'-2'1,"0"0,0-1,0 1,-1 0,1 0,0 0,1 0,-1 1,0-1,0 0,0 1,1-1,-1 1,1 0,-1-1,1 1,-2 3,-20 34,19-32,1 0,0 1,1 0,-1 0,1 0,1 0,0 0,0 0,0 0,2 16,-1-20,1 0,-1-1,1 1,0 0,0 0,0 0,0 0,1-1,0 1,0-1,0 1,0-1,0 0,1 0,-1 0,1 0,0 0,0 0,0-1,0 0,0 1,0-1,7 3,3 0,0 0,1-1,0 0,0-1,0-1,0 0,18 0,-28-2,0 0,-1 0,1-1,0 1,0-1,-1 0,1 0,0 0,-1-1,1 1,-1-1,1 1,-1-1,0-1,0 1,0 0,0-1,0 1,-1-1,1 0,-1 0,1 0,-1 0,0 0,0-1,-1 1,1-1,-1 1,1-1,-1 1,1-6,0 0,-1 0,1-1,-1 0,-1 1,0-1,0 0,-1 1,0-1,-1 1,0-1,0 1,-6-12,6 16,0 1,-1 0,1-1,-1 2,0-1,0 0,-1 0,1 1,-1 0,0 0,1 0,-2 0,1 0,0 1,0 0,-1 0,1 0,-1 0,0 1,1 0,-1 0,0 0,0 0,0 1,-9 0,10 0,0 0,0 1,0-1,0 1,0 0,0 0,1 1,-1-1,-7 4,-5 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8:40.980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94 28,'-5'0,"-1"0,1 1,0-1,0 1,0 0,0 1,0-1,0 1,0 0,0 0,1 1,-8 4,10-6,0 1,0 0,1-1,-1 1,1 0,-1 0,1 0,0 0,0 0,0 0,0 0,0 0,0 1,0-1,1 0,-1 0,1 1,0-1,0 1,0-1,0 0,0 1,0-1,0 0,1 1,-1-1,1 0,0 0,0 1,1 1,0 0,0 0,0 0,1 0,-1-1,1 1,0-1,0 0,0 1,0-2,0 1,1 0,0-1,-1 1,1-1,0 0,0 0,0-1,0 1,0-1,1 0,5 1,5 0,0 0,0-1,0-1,0-1,16-2,-25 2,0 0,-1 0,0-1,1 0,-1 0,0 0,0-1,0 0,0 1,0-2,-1 1,8-8,-10 10,-1-1,1 1,-1-1,0 0,1 1,-1-1,0 0,0 0,0 0,-1 0,1 0,0 0,-1 0,1 0,-1 0,0 0,0 0,0 0,0 0,0-1,0 1,0 0,-1 0,1 0,-1 0,1 0,-1 0,0 0,0 0,0 0,0 1,0-1,0 0,-1 0,1 1,-3-3,-2-2,0-1,-1 1,1 1,-2-1,1 1,-1 0,1 1,-1 0,0 0,-1 1,1 0,-1 0,1 1,-11-2,-1 2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9:01.81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5472,'-18'3,"3"-2,15-1,0-1,-1 1,1-1,0 1,-1-1,1 1,0-1,0 1,-1-1,1 1,0-1,0 0,0 1,0-1,0 1,0-1,0 0,0 1,0-1,0 1,0-1,0 0,0 1,0-1,0 1,1-1,-1 0,12-54,-4 26,-2 0,-2 0,2-40,-6 63,-1-11,1-1,1 1,0 0,1 0,1 0,0 1,1-1,1 1,7-17,61-151,-55 139,-9 22,2-1,0 2,14-23,1 5,-2-2,35-80,-48 92,10-24,2 2,48-80,-32 68,-2-2,31-79,15-27,-24 55,-54 104,0 0,5-25,-7 25,0-1,1 1,7-15,12-32,-19 47,1 1,0-1,0 1,1 0,13-18,11-12,-17 23,1 0,1 1,0 1,19-16,160-156,-113 106,239-238,-285 282,36-53,20-23,-85 107,0 0,0 0,-1-1,0 0,4-11,-5 10,1 1,0-1,0 2,1-1,6-8,25-21,58-45,-56 50,60-62,38-42,-51 55,-16 11,83-80,-141 143,0-1,1 2,0 0,0 1,0 0,1 0,17-3,-9 2,33-16,-39 14,-1-1,0 0,14-13,33-24,-33 30,27-16,53-40,61-42,-58 43,118-66,-197 118,35-28,-44 30,1 0,51-26,-27 19,78-55,-11 6,12-13,-25 14,41-28,-105 71,1 2,57-31,-76 46,-1-1,29-23,-29 20,42-25,8-2,-44 27,0 1,1 2,47-19,-57 27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9:26.50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6096,'9'0,"0"-1,0 0,0-1,0 0,0 0,-1-1,1 0,-1-1,13-7,5-5,36-28,-35 24,-16 11,0 1,1 0,1 1,-1 1,1 0,0 0,0 2,20-6,-21 6,-1 0,0-1,0 0,0-1,-1 0,0-1,0 0,13-13,-9 9,0 0,30-17,141-82,-59 32,-104 63,0-1,-1 0,0-2,27-31,-27 27,-8 11,0 0,1 1,0 0,17-8,-14 9,0-2,25-20,-14 10,1 1,1 1,0 1,2 1,35-12,-18 7,55-33,-84 44,1 1,0 1,44-13,-18 6,-35 11,0 0,-1-2,0 1,20-16,-21 14,0 0,1 1,-1 1,2 0,14-6,-1 2,0-2,-1 0,0-2,25-18,23-15,-1 8,-19 11,-1-2,52-40,-87 58,1 1,22-12,26-16,-7-6,93-95,-138 128,1 1,0 1,1 0,0 1,21-10,39-24,73-56,-101 71,13-9,-23-1,5-3,92-77,-115 99,14-20,4-5,-15 27,0 0,31-16,-31 20,0 0,36-32,-42 31,2 1,29-18,17-11,-50 32,0 0,21-8,-26 14,0-1,0 1,-1-2,1 1,-1-1,-1 0,1-1,-1 1,0-2,8-10,15-27,1 2,3 1,59-59,-78 85,-1-1,12-18,-13 17,29-32,-13 21,-1-1,30-43,-36 46,0 1,40-35,-23 24,-10 13,8-9,-25 18,1 2,0 0,1 0,24-16,20-10,-35 25,0-1,-1-1,-1-1,-1-1,23-25,0-1,-32 35,-1-1,0 0,12-17,83-109,-53 79,-37 41,0 0,21-29,4-5,-32 41,-1 0,1 0,-1 0,-1-1,0 0,6-11,-3-1,2 1,0 1,20-25,-11 14,-15 22,0 0,-1-1,0 1,-1-1,3-11,-3 9,0 0,1 0,6-11,87-152,-67 135,-25 35,-1 0,1-1,-1 0,0 1,-1-2,1 1,-1 0,3-11,1-7,0-1,-2-1,0 1,2-42,-5 56,0 0,0 0,1 0,0 1,1-1,0 1,1 0,0 0,0 1,8-11,23-46,-34 60,9-20,23-44,-30 63,1 1,0-1,0 0,0 1,1 0,-1 1,2-1,-1 1,0 0,13-7,-15 10,-1-1,1 0,-1 0,0 0,1 0,-1 0,-1-1,1 1,-1-1,1 0,-1 0,0 0,0 0,-1 0,1 0,1-8,15-29,-11 30,0-1,-1 0,0 0,-1 0,0-1,-1 1,0-1,-1 0,-1-1,0 1,0-19,-3-414,0 442,1-1,0 1,0-1,0 1,1-1,0 1,0-1,0 1,0-1,1 1,-1 0,1 0,0 0,0 0,1 0,-1 0,1 0,0 1,6-6,0 1,0 0,-1 0,0-1,0 0,-1-1,11-17,-15 23,0-1,-1 0,1-1,-1 1,0 0,0-1,-1 0,0 1,0-1,0 0,-1 1,1-1,-1 0,-1 0,0-8,1 14,0 0,0-1,0 1,0 0,0-1,0 1,0-1,0 1,0 0,-1-1,1 1,0 0,0-1,0 1,0 0,-1 0,1-1,0 1,0 0,0-1,-1 1,1 0,0 0,-1-1,1 1,0 0,0 0,-1 0,1 0,0-1,-1 1,1 0,0 0,-1 0,1 0,0 0,-1 0,-9 12,-3 22,13-34,-26 119,20-82,-19 64,16-67,0 1,-6 66,12-78,-2 1,0-1,-2-1,-1 1,0-1,-20 36,18-36,-1-1,-1 0,0-1,-2 0,-17 20,22-33,9-8,0 1,0 0,0 0,0 0,0 0,0 0,0 0,0 0,1-1,-1 1,0 0,0 0,0 0,0 0,0 0,0 0,0 0,0-1,0 1,0 0,-1 0,1 0,0 0,0 0,0 0,0-1,0 1,0 0,0 0,0 0,0 0,0 0,0 0,0 0,0 0,-1 0,1-1,0 1,0 0,0 0,0 0,0 0,0 0,0 0,-1 0,1 0,0 0,0 0,0 0,0 0,0 0,0 0,-1 0,1 0,0 0,0 0,0 0,0 0,0 0,0 0,0 0,-1 0,4-6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8T23:59:26.84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1,'0'4,"0"6,0 5,-4 4,-2-1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00.49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487 0,'0'1,"-1"0,1 0,-1 0,1 0,-1 0,0 0,1 0,-1 0,0 0,1 0,-1 0,0 0,0-1,0 1,0 0,0-1,0 1,0 0,0-1,0 1,0-1,0 0,0 1,-1-1,1 0,0 0,-2 0,-38 5,37-5,-102 12,64-5,-60 0,80-7,11-1,-1 1,1 0,0 1,-18 3,26-3,0 0,0 0,0 0,0 1,1-1,-1 1,0 0,1-1,-1 1,1 0,-1 0,1 1,0-1,0 1,0-1,0 1,0-1,1 1,-1 0,-1 5,0-1,0 1,0-1,1 1,0 0,0 0,1 0,0 1,0-1,1 0,0 0,0 0,1 1,0-1,4 11,3 40,-6-43,0-1,1 1,8 27,-9-38,0-1,0 0,0 0,0 0,1-1,-1 1,1 0,0-1,0 0,0 0,1 0,-1 0,1 0,-1-1,1 1,0-1,8 3,-1 0,-1-1,1-1,0 0,0 0,0-1,17 1,-25-3,1 0,-1-1,0 1,0 0,0-1,0 0,0 0,0 0,-1 0,1 0,0-1,0 1,-1-1,1 1,-1-1,1 0,-1 0,0 0,0-1,0 1,0-1,0 1,0-1,-1 1,1-1,-1 0,0 0,2-5,6-22,-1 0,-2 0,4-46,-6 50,0-1,15-41,-19 65,1 0,1 0,-1 0,0 0,1 0,0 0,-1 0,1 0,0 1,1-1,-1 1,0-1,1 1,3-2,7-4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38.68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39.79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1 294,'1'-4,"1"-1,-1 2,1-1,0 0,1 0,-1 1,1-1,-1 1,1-1,0 1,0 0,7-4,6-9,22-31,50-81,-70 94,-9 17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0.74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1 213,'4'-1,"-1"-1,1 0,0 1,-1-1,1-1,-1 1,0 0,0-1,0 0,0 1,0-1,2-4,4-2,20-19,52-36,-76 60,-1-1,1 1,0-1,-1 0,0 0,4-8,12-14,-9 17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1.29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1 127,'0'-4,"4"-2,6 1,1-4,3 1,3 0,-1-1,1-5,-3-3,1 1,-3 0,-3 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1.67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0 130,'4'0,"2"-4,4-2,0-3,2-1,0-2,2 0,-2-2,1 2,4-1,1 1,-1-1,-4 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2.03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11,'4'0,"1"-4,1-2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2.49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30,'4'0,"5"-4,7-2,-1-3,-2-1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2.82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10,'0'-4,"0"-1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3.5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0 213,'0'-4,"4"-2,2-3,3-1,1-3,3 2,-2-3,3 2,-2-2,2 2,-2-1,1 1,-1-1,-3-3,1 2,-1-2,2 3,0 3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4.15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90,'4'0,"2"-4,3-2,1-4,2 0,0-3,2 2,-2-3,1 2,-1 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4.49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54,'0'-4,"5"-2,0-3,5-1,-1-2,0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4.82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1 130,'4'-4,"6"-6,5-1,0-2,2 0,-3-2,2 3,-3-2,1 1,-2 0,-3 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6.15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0 180,'0'-1,"1"1,-1-1,0 0,1 0,-1 0,0 0,1 1,-1-1,1 0,-1 1,1-1,0 0,-1 1,1-1,0 0,-1 1,1-1,0 1,0-1,-1 1,2-1,28-22,-26 19,79-50,-54 36,29-22,-42 27,-1 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6.51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58,'5'0,"0"-4,5-2,4 1,0-4,2 1,2 1,-2-3,-3 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6.84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8.88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91 1,'0'4,"0"6,-4 1,-1 3,-5-1,0 1,1 3,-1-2,0 1,2 2,-1-2,0 1,2-4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9.24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88 1,'-4'0,"-2"4,-3 1,-1 5,-2-1,0 4,-1-1,1 2,2-2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9.57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109 0,'-4'0,"-1"5,-1 4,-2 2,-1 3,-2 3,0 3,-2-1,-3-5,2-1,2-1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49.90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88 1,'-4'4,"-6"2,-5-1,0 3,-2 1,2 2,3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11.5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64 1,'0'4,"-4"2,-2 3,-3 1,-1 2,-3 0,1 1,10-10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11.52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280 5,'-1'0,"-7"2,1 0,0 1,-1 0,1 0,0 0,1 1,-1 0,1 1,-1-1,-9 10,-7 9,2 0,-25 34,16-19,21-28,2-2,0 1,0 0,1 0,0 0,0 1,-4 12,3-6,0-3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0:52.59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66 0,'-5'0,"-5"0,-1 4,1 6,-1 1,0 3,3-2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07.28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1,'0'4,"4"2,6-1,1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09.89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0,'4'0,"1"4,5 2,4 3,4 1,-1 3,0-1,-2-3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0.22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1,'4'0,"1"4,1 6,2 1,0 3,4-1,-1 2,-3-3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0.55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0,'0'5,"0"5,4 1,1 3,5-1,-1 1,0-1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0.9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0,'4'0,"2"5,3 0,1 5,2-1,0 4,2-2,-2 3,2-2,-2-3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1.25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1,'0'4,"0"2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1.69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1,'0'4,"4"1,2 5,3 0,1 3,3-1,-2 1,3-1,-2-2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2.47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1,'0'4,"0"6,0 5,4 0,6 2,1 2,3-2,3-4,-1 0,1-3,-3 2,1-1,-3-3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2.80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0,'0'4,"5"2,0 3,5 1,-1 3,0 3,-3 3,-2-2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3.1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1,'0'4,"4"1,2 5,4 0,0 3,2-1,0-3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3.64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0,'1'3,"-1"0,1 0,-1 0,1 0,0 0,0 0,0-1,1 1,-1 0,1-1,-1 1,1-1,0 0,4 5,38 31,-17-16,14 10,-33-27,-1 0,1 1,-1 0,0 1,10 11,-6-6,1 0,-1 0,2-1,18 12,-19-14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4.3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1,'0'4,"4"5,6 6,1 5,3-2,2 1,4-3,-2 0,1-3,-4 1,-4 2,-3 2,0-2,-1-3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4.80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0,'0'5,"4"0,5 0,2 4,3-1,-1 4,-3 3,1-1,-1-2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5.14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0,'0'5,"4"0,2 5,3 4,1 4,2-1,0 1,2-3,-2 1,2-3,2-4,-1 1,0-1,-1 2,0-1,-2 2,2 0,-3-4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5.47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0,'1'4,"1"0,0-1,-1 1,1-1,1 1,-1-1,0 0,1 0,0 0,0 0,-1 0,8 4,1 3,3 6,-1 1,19 33,-19-29,23 29,-31-44,1 0,0 0,0-1,0 0,0 0,1 0,0-1,12 6,85 27,-87-31,5 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8.02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1,'0'4,"4"1,1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8.38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1,'4'0,"2"4,0 5,2 2,1 3,2-1,0 1,-2-1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9.2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1,'4'4,"6"1,1 5,3-1,3 0,-1 1,1 0,1-3,-2 3,1-2,-3 4,-4-2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9.55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1,'4'4,"6"2,5-1,0 3,2 1,-3 2,2 4,-3 4,-3-2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19.89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0,'0'5,"4"0,6 0,1 4,2-1,1 4,0-1,-1 2,1 3,-2-1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0.23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1,'0'4,"4"2,2 3,3 1,1 2,-2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0.56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1,'0'4,"5"1,0 5,0 4,4 0,-1-3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0.92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0,'4'0,"2"4,3 2,5-1,0 4,2-1,-2 4,1-1,-2 2,-3 3,0-1,-1 0,2-1,0-4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1.2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1,'0'4,"4"1,6 1,1 2,3 1,3-2,-1-1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1.59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1,'0'4,"4"1,2 5,3 0,1 2,-1 4,-3 3,2 3,0 1,3-2,-1-6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1.92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0,'0'4,"0"2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2.2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0,'0'5,"4"0,1 5,5 0,0 3,2-2,0-1</inkml:trace>
  <inkml:trace contextRef="#ctx0" brushRef="#br0" timeOffset="1">246 199,'5'4,"5"1,1 5,3-1,-1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4.11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0,'0'5,"9"0,2 5,4 0,-1 2,2 0,2-2,-2 1,-4-2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4.44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0,'5'0,"0"4,5 2,-1-1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5.16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0,'4'0,"2"4,3 2,6-1,-1 4,-3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5.98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1,'0'4,"5"2,5 3,5 1,0 2,2 0,-2 1,0 4,2 2,3-2,-3 1,-3-3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1:26.39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0,'4'0,"1"4,5 2,4 3,4 1,0 3,-5-2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4.315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1 10,'4'0,"5"0,2-4,-1-2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25.879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1 11,'4'0,"2"-5,-1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27.660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1 33,'4'0,"6"0,1-4,2-2,4 1,-1-3,-4-1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28.300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1 15,'4'0,"2"-4,4-2,0 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28.644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0 17,'4'0,"2"-5,3-1,1 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29.363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1 44,'0'-4,"4"-2,1-3,5-1,4 2,0 2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29.691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0 15,'4'0,"6"0,1-4,3-2,-1 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0.019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0 103,'4'0,"2"-4,3-1,1-5,3 0,-1-2,2-4,2 1,-1-2,-4 3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1.597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0 117,'4'0,"2"-5,4-1,0-3,2-1,0-3,2 1,-2-1,1 1,4 3,-3-2,2 2,-3 2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2.159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1 239,'7'-2,"0"-1,0 0,-1 0,1 0,-1 0,1-1,7-6,-12 8,22-17,-1 0,0-2,25-31,37-33,-73 76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2.487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0 58,'0'-4,"4"-2,2-3,3-1,6 2,-1-3,-3 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0.409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0 220,'5'0,"4"-4,2-6,3-1,-1-3,-2-3,0 1,-1-1,2 3,3-1,-1-2,1 3,-2-2,1 3,-2-1,2 1,2 4,-2 3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2.846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1 53,'4'0,"1"-4,5-1,-1-5,4 0,3-2,-1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4.659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1 1,'0'0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4.987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1 81,'0'-4,"4"-2,2-3,3-1,5 2,0-3,1 2,-1-3,-3 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5.346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0 16,'4'0,"2"-4,3-2,1 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2:35.674"/>
    </inkml:context>
    <inkml:brush xml:id="br0">
      <inkml:brushProperty name="width" value="0.025" units="cm"/>
      <inkml:brushProperty name="height" value="0.025" units="cm"/>
      <inkml:brushProperty name="ignorePressure" value="1"/>
    </inkml:brush>
  </inkml:definitions>
  <inkml:trace contextRef="#ctx0" brushRef="#br0">1 32,'4'0,"2"-4,4-2,4 1,0-3,-3-1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3:04.60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0,'1'1,"0"-1,0 0,0 1,0-1,0 1,0 0,0-1,0 1,0 0,0 0,0-1,-1 1,1 0,0 0,0 0,-1 0,1 0,-1 0,1 0,-1 0,1 0,-1 0,0 1,0-1,1 0,-1 0,0 2,5 37,-5-35,0 135,1 19,1-142,1-1,0 0,2-1,0 1,0-1,10 18,51 81,-62-106,0 1,-1 0,0 0,0 0,-1 0,-1 0,1 0,-1 0,-1 1,0 17,-1-16,1 0,1 0,0 0,0 0,1 0,0-1,7 19,-2-12,-1-1,-1 0,-1 1,0 0,2 28,17 79,-20-113,0 0,1 1,0-1,1-1,0 1,1-1,8 11,16 34,-22-39,0-1,1-1,0 1,1-1,1-1,0 0,15 13,-14-11,0-1,-2 1,1 1,-2 0,0 0,-1 1,6 19,-2-8,22 37,-11-28,3-1,0-1,52 50,-54-61,0 2,30 43,-6 13,-34-55,26 38,-9-19,-21-29,1-1,17 19,46 63,-68-91,-1 0,0 1,0-1,-1 1,4 11,16 25,79 86,-90-116,0 0,0-1,1 0,1-1,25 16,-12-6,-23-17,0-1,0 0,1 0,-1 0,1-1,0 0,0 0,0 0,0-1,0 0,13 3,-11-4,1 0,-1 1,0 0,0 1,0-1,0 2,-1-1,14 9,-7-2,-1 1,-1 0,17 19,-7-8,0 1,28 38,-44-51,0-1,0 1,-1-1,-1 2,0-1,0 0,-1 1,3 12,-4-12,1 0,0 1,1-2,0 1,1 0,7 12,-8-13,0 0,-1 0,0 0,0 0,-2 0,1 0,0 12,-3-30,0 0,0 0,0 0,-1 0,0 1,0-1,-1 0,0 1,-1 0,1-1,-7-8,-4-1,0 0,-32-30,7 8,24 23,0 1,0 0,-23-15,16 12,19 14,14 14,4 4,0 1,18 24,-22-25,0-1,1 0,0-1,23 18,-25-23,1 1,-1 0,0 0,-1 2,0-1,0 1,-1 0,0 1,-1 0,9 18,-7-16,0 0,1-1,0 0,1 0,0-1,0-1,20 14,25 24,-19-12,-2 2,31 44,-61-76,1 0,0 0,0-1,0 0,1 0,0 0,0-1,0 0,8 3,31 19,41 30,-20-15,-33-16,-2 1,47 51,6 5,-57-61,31 20,-34-24,0 0,23 22,-38-31,1 0,0-2,0 1,0-1,1-1,24 8,29 14,53 49,-36-21,-63-42,-1 0,0 2,-1 0,-1 1,-1 0,0 2,21 32,-31-45,-1 1,1-1,0-1,0 1,0-1,1 1,0-2,7 5,56 24,-21-11,-36-14,1 1,16 15,-20-16,0 0,1 0,0-1,18 9,-17-10,-1 1,0 0,0 0,0 1,-1 0,0 1,12 12,28 23,13-5,-47-30,0 1,-1 0,0 1,20 19,-18-15,1 0,0-1,1-1,28 14,-26-15,0 0,-2 2,1 0,17 17,-17-14,1-1,0-1,1 0,34 15,-25-12,156 75,23 13,-75-12,-79-53,-20-14,2-2,1-2,0-1,45 16,138 61,-28-15,-87-23,-50-26,-47-29,18 9,-1 2,0 1,32 28,-37-27,1-1,1-2,29 16,17 11,-18-11,-34-22,-1 1,26 20,-41-30,-1 0,0 1,1-1,-1 0,1 0,-1 1,0-1,1 1,-1-1,0 0,1 1,-1-1,0 1,0-1,1 1,-1-1,0 0,0 1,0-1,0 1,1-1,-1 1,0-1,0 1,0-1,0 1,0 0,0-1,-1 1,1-1,0 1,0-1,0 0,-1 2,-4 3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3:22.2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1,'6'1,"1"0,-1 0,0 1,0 0,0 1,0-1,0 1,0 0,-1 0,1 1,6 5,24 14,69 22,-80-33,-1 1,-1 1,33 26,26 15,-17-8,-50-35,1 0,34 18,-4-6,-15-8,61 22,23-4,-105-30,0 1,-1 0,0 0,0 1,0 0,-1 1,1 0,13 16,-10-11,0 0,21 14,-10-9,-2 0,22 23,-28-25,1-1,0 0,0-1,2-1,19 11,-25-17,-1 1,-1 1,1 0,14 14,17 13,-35-30,1-1,-1-1,1 1,0-2,0 1,10 1,29 12,4 4,-40-16,0-1,-1 2,1 0,-1 0,0 1,0 0,14 11,-13-8,1-1,1-1,-1 0,1-1,0-1,0 1,1-2,17 4,-8-2,32 15,-52-20,60 27,-1 3,-1 3,80 59,-78-36,-44-38,0-2,1-1,35 23,-35-27,-8-6,0 1,0 0,0 1,-1 1,0 0,-1 0,15 17,61 59,-72-71,-1-1,2 0,0-1,1-1,0 0,0-1,33 14,37 24,-1 18,-49-36,-7-7,2-1,60 33,-63-43,-22-10,0 1,0-1,0 1,-1 0,0 0,1 0,-1 1,9 8,-3 2,0 0,-1 0,-1 1,14 29,-15-26,1-1,1 0,17 21,-21-32,0-1,0 0,1 0,-1-1,1 0,12 6,-10-6,0 1,0 1,12 9,-5-1,-10-7,1-1,0 0,0 0,0-1,1 0,0 0,0 0,0-1,0-1,1 1,8 1,2-1,-1 1,1 0,-1 1,-1 1,1 1,-2 0,31 20,-13-6,1-1,52 21,23 13,-91-43,-1 2,16 15,-23-21,-2 2,0 0,-1 0,0 1,0 0,-1 0,0 1,-1 0,7 22,-7-20,0 0,1 0,0-1,1 0,0 0,15 16,9 3,-10-11,-1 1,-2 0,0 1,19 31,-9-8,45 52,-54-73,-5-8,1-1,1 0,0-1,1-1,31 18,-19-12,28 24,-33-15,-21-24,0-1,0 1,0-1,0 1,1-1,7 5,10 7,-2 1,0 0,0 1,26 34,11 10,-42-48,-1 2,0 0,-1 0,-1 1,0 1,-2 0,0 1,-1 0,8 23,-15-34,1 0,0 0,0 0,0-1,1 1,0-1,1 0,0 0,0-1,0 1,1-1,0 0,7 6,5 1,-1 1,0 1,-1 1,-1 0,-1 1,0 0,-1 1,14 26,-20-31,1 0,0-1,13 15,-13-18,-1 0,0 0,0 1,-1 0,0 1,6 16,15 35,-20-46,0-1,9 31,-14-39,0 0,1-1,-1 1,1-1,0 1,1-1,0 0,0 0,0-1,8 9,2-1,0-1,27 17,-39-28,19 15,-1 1,29 31,-12-9,-29-31,-1 0,0 1,8 13,-11-15,1 0,0 0,0 0,0-1,1 0,0 0,11 9,-11-11,-1 0,1 1,-1 0,0 0,-1 0,1 1,-1-1,0 1,3 7,26 61,-22-45,2 5,-11-27,0 0,1 0,-1 0,1 0,1 0,-1-1,1 0,1 1,-1-1,1-1,0 1,0-1,6 5,-4-5,-1 0,-1 0,1 1,-1-1,1 1,-2 0,1 1,-1-1,0 1,0 0,-1 0,0 1,0-1,0 0,2 15,3 14,-2 2,-1-1,0 48,-5-62,0 0,2 0,9 42,-8-49,-1 0,0 29,-2-36,0 1,0 0,1 0,0 0,1 0,0-1,0 1,1-1,0 1,6 9,-4-10,0 0,-1 1,0 0,-1 0,0 0,0 1,-1-1,1 19,-1 9,-5 44,1-19,1-36,0-15,1 0,0 0,3 13,-3-24,0-1,0 0,0 1,0-1,0 0,0 0,0 1,1-1,-1 0,0 0,0 0,0 1,0-1,1 0,-1 0,0 0,0 1,0-1,1 0,-1 0,0 0,0 0,1 0,-1 0,0 1,0-1,1 0,-1 0,0 0,1 0,-1 0,0 0,0 0,1 0,-1 0,0 0,0 0,1 0,-1-1,0 1,0 0,1 0,-1 0,0 0,0 0,1 0,-1-1,0 1,0 0,0 0,1 0,-1-1,0 1,0 0,0 0,0 0,1-1,-1 1,0-1,13-13,17-34,-14 21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3:23.97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1,'1'6,"1"-1,-1 1,2 0,-1-1,0 0,1 1,0-1,1 0,-1-1,1 1,0 0,6 5,4 6,19 21,-27-33,-1 1,0 0,0 0,0 1,-1 0,0 0,0 0,0 0,-1 0,0 1,0 0,-1-1,0 1,2 9,-3-10,-1 1,1 0,-2 0,1-1,-1 1,0 0,0-1,0 1,-1-1,-5 12,0-3,-2 0,-18 25,1-3,22-30,1 0,-1 1,1-1,1 1,0 0,0 0,0 0,1 0,0 0,0 0,1 0,0 0,3 14,-1-5,2 1,0-1,0 0,2-1,9 21,-11-27,0 0,-1 0,0 0,2 18,-4-24,0 0,-1 0,0 0,1 0,-2 1,1-1,0 0,-1 0,0 0,0 0,0 0,0 0,-1 0,-3 6,0-5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3:26.7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51 6,'-4'0,"-6"0,-1-4,2 2,2 7,2 5,2 7,1 3,2 4,4-3,2-1,0 0,3-3,0 0,-2 1,-1 2,-3 2,-1-4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3:27.80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0,'0'48,"1"-11,-1 0,-2-1,-12 64,9-68,1-1,1 1,4 60,0-43,-1-27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06.2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1,'26'-1,"52"1,-71 1,0 0,0 0,0 0,1 1,-1 0,0 0,-1 1,12 5,-16-6,3 0,-1 0,1 1,-1-1,1 1,-1 0,0 1,0-1,-1 1,1-1,-1 1,0 0,0 1,0-1,0 0,-1 1,0 0,0-1,3 10,2 3,0 1,2-1,0-1,0 0,2 0,0-1,24 25,-5-3,-22-28,0 1,1-1,0 0,0-1,1 0,0 0,0-1,0 0,1-1,1 0,-1-1,13 4,-4-2,1-1,0-2,0 1,0-2,24 0,-27-2,0 1,27 7,23 2,-48-10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07.0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0,'2'1,"0"-1,0 1,0 0,0-1,0 1,0 0,0 0,0 1,-1-1,1 0,0 0,-1 1,1-1,-1 1,1 0,-1-1,0 1,0 0,1 0,0 2,18 41,-15-31,-2 1,1 0,-2 0,0 0,-1 28,-1-24,2-1,-1 1,6 22,-2-6,-7-23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07.9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146 1,'0'0,"0"0,1 0,-1 0,0 0,0 0,1-1,-1 2,0-1,0 0,0 0,1 0,-1 0,0 0,0 0,0 0,1 0,-1 0,0 0,0 0,0 0,0 0,1 1,-1-1,0 0,0 0,0 0,0 0,1 1,-1-1,0 0,0 0,0 0,0 0,0 1,0-1,0 0,0 0,0 0,0 1,0-1,0 0,0 0,0 1,0-1,0 0,0 0,0 0,0 1,0-1,0 0,-9 15,-17 11,-1-10,13-8,1 0,0 1,-12 11,23-18,0-1,0 1,0 0,0 0,1 0,-1 0,1 0,-1 0,1 1,0-1,0 0,0 1,0-1,0 0,0 1,1-1,-1 1,1 0,0-1,0 1,0-1,0 1,0 0,1 3,0-4,0 0,-1-1,1 1,1 0,-1-1,0 1,0-1,0 1,1-1,-1 1,1-1,-1 0,1 0,0 0,-1 0,1 0,0 0,0 0,0-1,0 1,-1-1,1 1,2 0,53 3,-36-4,-14 1,1 0,-1 0,1 1,-1 0,0 0,12 5,-2 2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08.8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0,'0'9,"0"6,0 6,0 2,0 3,0 0,0 0,0 1,0-2,0 1,0-1,0 0,0-1,0 1,0-9,0-11,0-6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15.4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251 0,'-1'4,"-1"-1,-1-1,1 1,0 0,-1 0,1-1,-1 0,0 1,0-1,0 0,0 0,-4 1,-7 7,-34 24,32-24,1 1,-22 20,26-21,1 1,0 0,1 0,1 1,0 0,-10 20,17-29,-1 0,1 1,0-1,-1 1,2-1,-1 1,0-1,1 1,0 0,-1-1,2 1,-1-1,0 1,1 0,-1-1,1 1,0-1,0 1,1-1,-1 1,1-1,-1 0,1 0,0 0,0 0,1 0,-1 0,1-1,-1 1,1-1,4 4,0-1,1-1,-1 1,1-2,0 1,0-1,1 0,-1-1,1 0,-1 0,15 1,1-2,0-1,39-4,-42 0,-5-2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16.2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0,'0'5,"4"0,6 0,5 0,5-2,2-2,2 0,-3-4,0-3,-5 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17.0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91 0,'-5'1,"0"0,0 0,0 0,0 0,0 1,1 0,-1 0,1 0,-1 1,-6 4,9-6,0 1,0-1,0 1,0-1,0 1,0 0,0 0,0 0,1 0,-1 0,1 0,-1 0,1 1,0-1,0 0,0 1,0-1,1 1,-1-1,1 1,-1 4,1-5,1 0,0 0,-1-1,1 1,0 0,0 0,0-1,0 1,1-1,-1 1,0-1,0 1,1-1,-1 0,4 2,30 18,-16-10,-16-10,-1 0,0 1,0 0,1-1,-1 1,0 0,0 0,0 0,-1 1,1-1,-1 0,1 1,-1-1,0 1,1-1,-1 1,-1-1,1 1,0 0,-1 0,1 4,-1-5,-1 0,1 1,-1-1,0 1,1-1,-1 0,0 0,-1 1,1-1,0 0,-1 0,1 0,-1 0,1-1,-1 1,0 0,0-1,0 1,0-1,0 1,0-1,0 0,-1 0,-2 1,-42 11,24-9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17.6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0,'0'2,"1"-1,0 1,0 0,0-1,0 1,0-1,1 0,-1 1,0-1,1 0,1 1,12 15,-10-5,-1 0,0 0,-1 1,0-1,-1 1,0 0,-1 20,6 34,24 51,-9-38,-12-38,-1 0,-2 0,2 78,-10-71,1-28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18.1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1,'4'0,"6"0,5 0,5 4,2 2,3-1,0-1,0-1,1-1,0-1,-1-1,0 1,0-2,0 1,0 0,-1 0,1 4,-5 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19.0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0,'-7'61,"4"-48,1-1,0 0,1 1,1-1,2 24,-2-33,1 0,0 0,0 0,0 0,0 0,1 0,-1 0,1 0,0 0,0-1,0 1,0 0,0-1,1 0,-1 0,1 0,-1 0,1 0,0 0,0 0,0-1,0 0,0 1,0-1,0 0,6 1,-3-1,0-1,-1 1,1-1,-1 0,1 0,0-1,-1 0,1 0,-1 0,1 0,-1-1,0 0,0 0,0 0,0-1,0 0,0 0,8-7,-10 7,0 1,0-1,0 0,0 0,-1 0,1 0,-1-1,0 1,0-1,0 1,-1-1,1 0,-1 0,0 1,0-1,0 0,-1 0,1 0,-1 0,0 0,0 0,0 0,-1 0,1 0,-1 0,0 0,-1-4,0 5,1 1,-1-1,0 1,0-1,0 1,0 0,0-1,0 1,-1 0,1 1,-1-1,1 0,-1 1,0-1,0 1,-3-1,3 1,1 0,0 0,0 0,0 1,0-1,0 1,-1 0,1 0,0 0,0 0,-1 0,1 0,0 0,0 1,-1-1,1 1,0 0,0-1,0 1,0 0,0 0,-3 3,4-4,1 1,-1-1,1 1,-1-1,1 1,0-1,-1 1,1 0,0-1,-1 1,1 0,0-1,0 1,0 0,0-1,0 1,0 0,-1-1,1 1,1 0,-1-1,0 1,0 0,0-1,0 1,0 0,1-1,-1 1,0-1,0 1,1 0,-1-1,1 1,-1-1,0 1,1-1,-1 1,1-1,-1 1,1-1,0 0,-1 1,1-1,-1 0,1 1,0-1,0 1,36 15,-33-14,26 8,-18-6,0 0,-1 0,1 2,-1-1,0 1,0 1,16 13,-14-9,-1-2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19.7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1 120,'14'1,"1"1,0 0,17 5,-23-4,0 0,0-1,0 0,1-1,-1 0,0-1,1 0,-1 0,1-1,12-2,-20 2,-1 1,1-1,-1 1,0-1,1 0,-1 0,0 0,0 0,0 0,1 0,-1 0,0 0,0 0,-1 0,1 0,0-1,0 1,0 0,-1-1,1 1,-1 0,1-1,-1 1,0-1,1 1,-1-1,0 1,0-1,0 1,0-1,0 1,-1-1,1 1,0-1,-1 1,1-1,-1 1,1 0,-1-1,1 1,-1 0,-1-2,-1-3,-1 0,1 0,-1 1,0 0,0-1,-1 2,1-1,-9-6,6 6,0 0,0 1,0 0,-16-6,20 9,0 0,0 1,0-1,0 1,0 0,0-1,0 1,0 1,0-1,0 0,0 1,0 0,0-1,0 1,0 0,-5 3,-31 16,21-12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0.2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1,'1'27,"2"0,7 36,0-7,12 53,-12-67,7 78,-16-99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0.8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0,'0'5,"5"0,0 5,0 4,4 4,-1 3,0 3,-3 0,-2 2,-1-1,-1-3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1.1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1,'0'8,"0"8,0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1.93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0,'0'495,"4"-451,2-28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2.2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0,'4'0,"6"5,0 5,0 5,-3 4,-6 4,-4 1,-1-3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2.58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20,'0'-4,"-4"-2,-6 1,-1 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3.0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0,'-4'0,"-2"4,1 6,1 5,1 4,1 3,1 3,5-4,5-5,2-1,3-3,4-4,2-3,-1-11,-1-8,-3-7,0-3,-2 2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3.3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71 1,'-2'0,"0"1,1-1,-1 0,0 1,1-1,-1 1,1 0,-1 0,1-1,-1 1,1 0,0 0,-1 0,1 1,0-1,0 0,0 0,0 1,0-1,0 0,0 1,0-1,0 1,0 2,-14 43,11-33,-1 2,1 0,1 1,0-1,-1 26,5-33,-1 0,1 0,0 1,1-1,0 0,1 0,0 0,0-1,7 13,6 7,2-2,0 0,2-1,1-1,1-1,0-1,33 24,-42-35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3.9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24,'0'17,"1"0,1 0,4 24,-5-37,0 1,0-1,0 0,1 0,0 0,0 0,0 0,0 0,0 0,1-1,0 1,-1-1,1 0,1 0,-1 0,0 0,1 0,5 3,-8-6,0 1,1-1,-1 1,1-1,-1 0,1 1,-1-1,1 0,0 0,-1 0,1 0,-1-1,1 1,-1 0,1-1,-1 1,1-1,-1 1,0-1,1 1,-1-1,0 0,1 0,-1 0,0 0,0 0,0 0,0 0,0 0,0 0,0-1,0 1,0 0,0-1,-1 1,1-1,0-1,2-5,1 1,-2-1,1 0,-1 0,1-13,-2 13,0-1,-1 1,0 0,-1 0,1-1,-5-15,5 23,-1-1,1 1,-1-1,1 1,-1-1,0 1,0-1,1 1,-1-1,0 1,0 0,-1 0,1-1,0 1,0 0,0 0,-1 0,1 0,-1 1,1-1,0 0,-1 0,1 1,-1-1,0 1,1 0,-1-1,1 1,-1 0,0 0,1 0,-1 0,0 0,1 0,-1 0,0 1,1-1,-1 1,1-1,-1 1,-2 1,3-2,-1 0,1 1,-1-1,1 1,0 0,-1-1,1 1,0 0,-1 0,1 0,0 0,0 0,0 0,0 0,0 0,0 1,0-1,0 0,1 0,-1 1,0-1,1 1,-1 1,1-1,0 0,0 0,0 0,0 0,1 0,-1-1,1 1,0 0,-1 0,1 0,0 0,0-1,0 1,0-1,2 3,5 5,0 0,1-1,0 0,15 10,-10-11,1 1,0-2,0 0,0 0,1-2,-1 0,29 4,-28-5,6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4.8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0 372,'1'9,"1"0,0-1,0 1,0-1,1 1,1-1,-1 0,1 0,0 0,1-1,0 1,0-1,1 0,0-1,0 1,1-1,9 7,-9-7,-1-1,1 0,1 0,-1 0,1-1,0 0,0-1,0 0,0 0,0-1,1 0,-1 0,1-1,-1 0,1 0,0-1,17-2,-20 0,0 0,0 0,0-1,0 0,-1 0,1-1,-1 0,0 0,0 0,0 0,-1-1,1 0,-1 0,0 0,-1 0,1-1,2-6,6-10,-2-1,-1 1,7-28,-6 15,-1 0,-2 0,-1 0,-2-1,-2 0,-2-51,0 84,-1-1,1 1,-1 0,0 0,0-1,0 1,0 0,-1 0,1 0,-1 0,0 0,0 0,0 1,0-1,-1 0,1 1,0 0,-1 0,0-1,0 1,1 1,-1-1,0 0,-1 1,1 0,0 0,0-1,0 2,-1-1,1 0,0 1,-1 0,1-1,-1 1,1 1,0-1,-1 0,1 1,-1 0,1 0,0 0,0 0,0 0,-1 1,1-1,1 1,-1 0,0 0,-5 4,-3 5,0 1,0 0,1 1,1 0,0 1,0 0,2 0,0 0,0 1,2 0,0 1,0-1,1 1,-1 18,5-27,0 1,1-1,0 1,1-1,-1 0,2 1,-1-1,1 0,0-1,0 1,0 0,1-1,0 0,1 0,-1 0,1 0,8 6,3 3,0 0,1-1,0-1,34 18,-40-25,0-1,-1-1,2 0,-1 0,0-1,1-1,-1 0,1 0,0-1,-1-1,1 0,0 0,0-2,20-3,-23 0,-11 2,2 3,-1 1,0-1,0 1,0-1,0 0,0 1,1 0,-1-1,0 1,1-1,-1 1,0 0,1-1,-1 1,0 0,1 0,-1 0,1-1,0 1,-1 0,1 0,-1 1,0 2,1 0,-1 0,1 0,0 0,-1 0,2 0,-1 0,0 0,1 0,0 0,0 0,0-1,0 1,1 0,-1 0,1-1,0 1,0-1,0 0,1 0,-1 1,4 2,3 4,0-1,1 1,0-1,0-1,17 11,-11-11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6.0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0 151,'35'2,"-19"-1,0-1,0 0,26-4,-39 3,1 1,-1-1,1 0,-1 0,0 0,1-1,-1 0,0 1,0-1,0 0,0 0,0 0,-1-1,1 1,-1-1,1 0,-1 1,0-1,0 0,0 0,2-4,-2 1,2-1,-1 0,0-1,-1 1,0 0,2-15,-3 20,-1 1,0-1,-1 1,1-1,0 1,0-1,-1 1,1-1,0 1,-1 0,0-1,1 1,-1 0,0-1,0 1,1 0,-1 0,0 0,0 0,0 0,-1 0,1 0,0 0,0 0,0 0,-1 0,1 1,0-1,-1 1,1-1,-1 1,1-1,0 1,-1 0,1 0,-1 0,-1 0,-1-1,0 1,0-1,0 1,0 0,0 0,0 1,0-1,0 1,0 0,0 0,0 0,0 1,0-1,1 1,-1 0,1 0,-1 0,1 1,0-1,0 1,0 0,-5 5,0 7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7.9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0,'4'0,"5"0,6 0,5 0,2 0,2 0,2 0,-5 5,-5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8.2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1,'0'4,"4"2,6-1,5-1,4-1,4-1,1-1,1-1,-3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8.7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0,'4'1,"0"0,0 0,0 0,-1 0,1 0,0 1,0 0,-1-1,1 1,-1 1,1-1,2 3,38 35,-43-39,17 18,-1 0,0 2,-2 0,0 0,14 30,-29-50,1 0,0 0,-1 1,1-1,-1 0,0 1,1-1,-1 0,0 1,0-1,0 1,0-1,0 0,0 1,0-1,0 1,0-1,-1 0,1 1,-1-1,1 0,-1 1,0 0,-1 0,1 0,-1-1,0 1,1-1,-1 1,0-1,0 0,0 0,0 0,0 0,0 0,0 0,-3 0,-7 2,0-1,-1 0,1-1,-13-1,1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9.3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0,'4'5,"2"4,4 6,0 5,2 2,0 3,-2 0,-4 1,-2-1,-2 1,-1-1,-1 1,0-6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29.8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138 0,'-3'1,"-1"1,1-1,-1 1,1-1,-1 1,1 0,0 0,0 0,0 1,-4 4,-4 2,-4 1,6-5,1 1,-1 1,1 0,0 0,-12 15,19-21,0 1,0-1,0 1,0 0,0-1,0 1,1 0,-1 0,1-1,0 1,-1 0,1 0,0 0,0 0,0 0,0-1,0 1,1 0,-1 0,0 0,1 0,0-1,-1 1,1 0,0-1,0 1,0 0,0-1,0 1,0-1,0 1,1-1,-1 0,0 0,1 1,-1-1,1 0,0 0,1 1,11 5,0 0,0-1,0 0,0-1,1 0,0-1,26 2,-9 1,-11-5,-18-2,1 0,0 0,-1 1,1-1,-1 1,1 0,-1 0,1 0,-1 0,5 3,-3 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31.0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0,'0'4,"0"1,0-1,1 0,0 0,0-1,0 1,0 0,0 0,1 0,0-1,0 1,0-1,0 1,0-1,1 0,-1 0,6 5,4 1,-1 0,1-1,23 11,-26-15,0 1,-1 0,1 0,-1 0,0 1,-1 0,0 1,0 0,9 10,2 4,-11-18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32.0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212 1,'0'4,"-5"2,0 3,0 6,-4-1,0 1,-2-1,0 1,-2 2,-3 2,-3-2,2 1,-1-3,4 0,-2-3,-1 2,2 1,4-1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33.2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1,'-1'80,"3"87,10-98,-8-50,0 0,0 21,-3-24,-1-5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33.78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235 1,'-15'2,"0"1,0 1,0 0,0 1,0 1,-23 13,24-13,-4 2,-33 15,49-22,1 0,-1 0,1-1,-1 1,1 0,0 0,0 0,0 0,-1 1,1-1,0 0,0 0,0 1,1-1,-1 1,0-1,1 1,-1-1,0 1,1-1,0 1,-1-1,1 1,0 0,0-1,0 4,0-4,1 1,0-1,0 1,0-1,0 1,0-1,0 1,0-1,0 0,0 0,1 1,-1-1,0 0,1 0,-1 0,1 0,-1-1,1 1,0 0,-1-1,1 1,2 0,48 7,-28-5,76 26,-87-25,4 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04:34.9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70 85,'0'-67,"0"50,0 46,-2-4,0 0,-2 0,-1-1,-11 35,-3 14,6-47,4-10,9-16,0 1,0-1,0 0,0 1,1-1,-1 1,0-1,0 1,0-1,0 0,1 1,-1-1,0 0,0 1,1-1,-1 0,0 1,1-1,-1 0,0 0,1 1,-1-1,0 0,1 0,-1 1,1-1,-1 0,0 0,1 0,-1 0,1 0,-1 0,1 0,-1 0,0 0,1 0,-1 0,1 0,-1 0,1 0,0 0,24 0,-22 0,175-4,-192 4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2:57.3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1,'0'1,"1"0,-1 0,1 1,-1-1,1 0,0 0,-1 0,1 0,0 1,0-1,0 0,0-1,0 1,0 0,0 0,0 0,0-1,2 2,28 14,-24-13,233 112,-210-100,-4-2,-1 0,0 2,37 28,-56-37,-1 1,0-1,-1 1,0 0,0 0,0 0,-1 0,0 1,3 11,-2-9,-1 0,1 0,1 0,10 16,11 10,-8-10,1-2,27 28,-36-42,-1 0,0 1,-1 1,0-1,-1 1,8 18,27 81,-32-79,2-1,25 50,-1-9,-27-53,0 0,1-1,1 0,0 0,20 21,-5-11,-11-15,-1 2,-1 0,0 0,-1 1,17 32,-22-36,0 0,0-1,1 1,1-1,0-1,0 0,1 0,0-1,20 14,7 1,68 32,-40-23,-35-19,0-2,2-1,60 13,-54-15,-6-1,-1 1,37 15,-51-16,0-1,1-2,-1 1,1-2,0 0,31 1,-47-4,0-1,0 0,-1 0,1 0,0-1,-1 1,1 0,0-1,-1 1,1-1,0 1,-1-1,1 0,-1 0,1 0,-1 1,1-2,-1 1,0 0,0 0,2-2,-3 2,1 0,-1 0,0-1,1 1,-1 0,0 0,0-1,0 1,0 0,0 0,0-1,0 1,-1 0,1 0,0-1,-1 1,1 0,-1 0,1 0,-1 0,0 0,1-1,-1 1,0 1,0-1,0 0,0 0,-1-1,-19-18,0 2,0 0,-2 1,0 2,-1 0,-49-22,66 35,3 0,0 0,0 1,0-1,1-1,-1 1,0 0,-4-5,15 8,-1 1,1-1,-1 1,0 0,7 4,71 29,-67-30,0 1,-1 1,0 1,0 0,-1 1,27 20,-38-26,-1 1,0-1,0 1,-1 0,1-1,-1 1,0 1,1-1,-2 0,1 0,-1 1,1-1,-1 1,1 7,-2-9,0 0,0-1,0 1,0 0,0 0,-1 0,1 0,-1 0,0 0,0 0,0-1,0 1,0 0,-1-1,1 1,-1-1,0 1,0-1,0 0,0 0,0 0,0 0,-3 2,-19 11,-1-1,-1-1,1-2,-34 11,55-21,-1 1,1-1,0 0,0-1,-1 1,1-1,0 0,-1 0,1 0,-8-2,10 2,1-1,-1 0,1 1,0-1,-1 0,1 0,0 0,-1 0,1 0,0 0,0 0,0 0,0-1,0 1,0 0,0-1,1 1,-1 0,0-1,1 1,-1-1,1 1,0-1,-1 1,1-1,0 0,0 1,0-1,0 1,0-1,0 0,1-1,6-74,3-62,-11 129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2:58.8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43 22,'-13'33,"5"-14,5-11,-1 2,1 1,0 0,0 0,1 0,-1 20,3-28,0 0,1 1,-1-1,1 0,-1 0,1 0,0 0,1 0,-1 0,0 0,1 0,0 0,0-1,-1 1,1-1,1 1,-1-1,0 0,1 0,-1 0,1 0,-1 0,1 0,0-1,4 2,-1-1,-1 0,1 0,0-1,0 0,0 0,0-1,-1 0,1 0,0 0,0 0,0-1,0 0,0-1,-1 1,1-1,0 0,-1 0,0-1,1 0,-1 0,0 0,0 0,5-6,-5 6,-1 0,0-1,0 0,0 0,-1 0,0 0,1 0,-1-1,-1 1,1-1,-1 0,1 0,-2 0,1 0,0 0,-1-1,0 1,0 0,-1-1,1 1,-1 0,0-1,-1 1,1-1,-3-9,0 10,1 0,-1 0,0 1,0-1,0 1,-1 0,0-1,1 2,-1-1,-1 0,1 1,0 0,-1 0,0 0,0 1,0-1,0 1,0 0,0 1,0-1,-1 1,1 0,0 0,-1 1,-8 0,-6 4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2:59.8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1,'1'0,"1"1,0 0,-1 0,1-1,-1 1,0 0,1 1,-1-1,0 0,0 0,1 0,-1 1,0-1,0 1,0-1,-1 1,2 2,14 29,-8-11,-1 2,-1-1,-1 1,-1 0,-1 0,0 25,-3-23,1-11,-1 0,0 0,-1-1,-1 1,0 0,-1-1,-7 21,10-36,0 1,0 0,0 0,0 0,0 0,0 0,0-1,0 1,-1 0,1 0,0 0,0 0,0 0,0 0,0 0,-1 0,1-1,0 1,0 0,0 0,0 0,0 0,-1 0,1 0,0 0,0 0,0 0,0 0,-1 0,1 0,0 0,0 0,0 0,0 0,-1 0,1 0,0 1,0-1,0 0,0 0,0 0,-1 0,1 0,0 0,0 0,0 0,0 1,0-1,0 0,0 0,-1 0,1 0,0 0,0 1,0-1,0 0,0 0,-2-9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3:01.0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71,'3'4,"0"0,0 0,-1 1,1 0,-1-1,0 1,0 0,-1 0,0 0,0 0,0 0,0 0,-1 0,0 0,0 10,-1-11,1 1,0 0,0 0,0 0,1 0,-1-1,1 1,0 0,1-1,-1 1,1-1,0 1,0-1,1 0,-1 1,1-1,0-1,5 7,-3-6,0-1,1 0,-1 0,1 0,-1-1,1 0,0 0,0-1,0 1,0-1,0 0,0-1,0 0,1 0,-1 0,0-1,0 1,0-1,0-1,0 1,0-1,0 0,-1-1,1 1,-1-1,1 0,-1-1,0 1,0-1,-1 0,1 0,-1 0,5-7,-5 5,0-1,-1 0,0 1,-1-1,0 0,0 0,0 0,-1-1,1-9,-2-69,-1 52,0 12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3:02.5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8 102,'26'1,"-10"0,-1-1,1 0,25-5,-38 5,-1 0,1-1,0 0,-1 1,1-1,0 0,-1 0,1-1,-1 1,0-1,1 1,-1-1,0 1,0-1,0 0,0 0,0 0,-1-1,1 1,0 0,-1 0,0-1,0 1,1-1,-2 1,3-5,-3 5,0 1,0-1,0 1,1-1,-1 1,-1-1,1 1,0 0,0-1,0 1,-1-1,1 1,-1-1,1 1,-1 0,0-1,1 1,-1 0,0 0,0 0,0-1,0 1,0 0,-1-1,-1 0,0 1,1-1,-1 0,-1 1,1 0,0 0,0 0,0 0,-1 0,-4 0,2 0,0 0,0 1,0 0,0 1,1-1,-1 1,0 0,0 0,0 1,1-1,-1 2,-6 2,8-1,0 0,0 0,0 0,1 1,0-1,0 1,0 0,0 0,1 0,0 0,0 0,0 0,1 1,0-1,0 1,0-1,1 1,-1 7,1-8,0 1,0-1,0 1,1-1,0 1,0-1,0 1,1-1,-1 0,1 0,1 0,-1 0,1 0,-1 0,2-1,-1 1,0-1,7 6,0-3,0 0,1-1,0 0,1 0,-1-2,21 7,-28-10,0 1,0-1,0 0,0-1,0 1,0-1,1 0,-1 0,0 0,0 0,0-1,0 0,0 0,0 0,0 0,0 0,0-1,0 0,-1 0,1 0,-1 0,1 0,3-4,4-9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3:03.6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 13,'0'9,"-1"0,-1 0,0 0,-3 11,3-12,-1-1,2 1,-1 0,1-1,0 12,2-16,-1 1,1-1,-1 0,1 0,0 0,0 0,0 0,1 0,-1 0,1 0,0 0,0-1,0 1,0 0,0-1,0 0,4 3,-1-1,0 0,0-1,0 1,1-1,0-1,-1 1,1-1,0 0,0 0,0 0,1-1,-1 0,0-1,0 1,1-1,-1 0,0-1,1 1,-1-1,7-2,-8 2,-1-1,1 1,-1-1,1 0,-1 0,0-1,0 1,0-1,0 0,0 0,-1 0,1 0,-1-1,0 1,0-1,0 0,-1 0,1 0,-1 0,0-1,0 1,0-1,-1 1,0-1,0 1,1-10,-1 11,-1-1,0 1,0-1,0 0,0 1,-1-1,0 1,1-1,-1 1,-1-1,1 1,0 0,-1-1,0 1,1 0,-1 0,-1 0,1 0,0 1,-3-4,0 3,1 0,-1 0,1 0,-1 1,0-1,0 1,0 0,0 0,0 1,0 0,-1 0,-10-1,-27-4,27 2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3:04.38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1,'0'444,"0"-423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3:05.7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1 178,'1'4,"0"1,1-1,-1 0,1 0,0 0,1 0,-1-1,1 1,-1-1,1 1,0-1,4 4,-6-7,0 0,-1 0,1 0,0 0,-1-1,1 1,-1 0,1 0,0 0,-1-1,1 1,-1 0,1-1,-1 1,1 0,-1-1,1 1,-1-1,1 1,-1-1,0 1,1-1,-1 1,0-1,1 1,-1-1,0 1,0-1,0 0,1 1,-1-1,0 0,0 1,0-1,0 1,0-1,0 0,3-29,-3 28,1-29,-1 22,0 1,0-1,1 1,3-16,-3 21,1 0,-1 0,0 0,1 0,0 0,0 0,0 0,0 1,0-1,0 1,1-1,-1 1,1 0,-1 0,1 0,3-1,15-9,0 1,37-13,-56 24,-1-1,0 1,1 0,-1 0,0-1,0 1,1 0,-1 0,0 0,1 0,-1 1,0-1,1 0,-1 1,0-1,0 0,1 1,-1-1,0 1,0 0,0-1,0 1,0 0,2 1,5 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3:07.3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90 31,'-4'1,"1"0,-1-1,0 2,1-1,-1 0,0 1,1 0,0 0,-1 0,1 0,0 0,0 1,0-1,0 1,1 0,-1 0,1 0,-3 4,1-2,1-1,1 0,-1 1,0 0,1-1,0 1,0 0,1 0,0 0,-1 1,2-1,-1 0,0 6,1-10,0 1,1-1,-1 1,0-1,1 1,-1-1,1 1,-1-1,1 0,0 1,0-1,-1 0,1 1,0-1,0 0,0 0,0 0,1 0,-1 0,0 0,0 0,1 0,-1-1,0 1,1 0,-1-1,1 1,-1-1,0 1,1-1,-1 0,1 0,0 0,-1 0,1 0,-1 0,1 0,-1 0,1 0,1-1,1 0,1 0,-1 0,0 0,0-1,0 1,0-1,0 0,0 0,0-1,-1 1,1-1,5-6,-1 0,0-1,-1 0,-1 0,9-19,-14 26,1 1,-1-1,0 0,-1 0,1 1,0-1,-1 0,1 0,-1 0,0 0,0 0,0 0,-1 0,1 0,-1 0,1 1,-1-1,0 0,0 0,0 1,0-1,-1 0,1 1,-3-4,-6-1,5 12,5-3,0 0,0 0,0-1,0 1,1 0,-1 0,0 0,1 0,-1-1,1 1,1 2,8 12,1 0,1 0,21 21,-20-23,-4-3,1-1,0 0,0 0,1-1,0-1,1 0,0 0,0-1,23 9,-18-12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24.0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225 0,'-6'1,"0"0,1 0,-1 1,0 0,1 0,-1 0,1 0,0 1,0 0,0 0,0 0,0 1,1 0,-1 0,1 0,-4 5,-5 6,1 1,0 0,-14 25,13-17,1 0,1 1,-11 36,19-50,0 1,1 0,0 0,0 0,2 1,-1-1,2 0,-1 0,6 23,-3-26,0-1,0-1,1 1,0 0,1-1,0 0,0 0,0 0,1-1,0 0,0 0,0 0,8 4,-5-3,0-1,1 0,-1-1,1 0,0 0,0-1,0-1,1 0,19 4,66-1,-85-6,-1-1,0 0,1 0,-1-1,0 0,1 0,9-5,-17 5,0 0,0 0,-1 0,1 0,-1-1,1 1,-1 0,0-1,0 0,0 0,-1 1,1-1,0 0,-1 0,0 0,0-1,0 1,0 0,0 0,-1-1,1-5,0-11,0 1,-4-33,0 21,2 1,-1 1,-8-36,7 51,-1 1,0-1,-1 1,0 0,-1 0,-14-22,18 33,0-1,0 1,0 0,0-1,0 1,0 0,-1 0,1 1,-1-1,0 0,1 1,-1 0,0-1,0 1,0 0,0 1,0-1,0 0,0 1,0 0,0 0,-4 0,5 0,0 0,-1 1,1-1,0 1,-1 0,1-1,0 1,0 0,0 1,0-1,0 0,0 0,0 1,0 0,0-1,1 1,-1 0,1-1,-1 1,1 0,0 0,0 0,0 1,0-1,0 0,0 0,0 0,0 5,-10 45,-4 73,15-121,0 0,0 1,1-1,-1 0,1 0,0 0,0 0,1 1,-1-1,1-1,0 1,0 0,0 0,0-1,1 1,-1-1,6 6,-3-5,0 0,0 0,0 0,1-1,-1 0,1 0,0 0,0-1,0 0,0 0,10 2,-14-4,1 0,-1 0,0 0,1 0,-1-1,0 1,1-1,-1 1,0-1,1 0,-1 0,0 0,0 0,0 0,0-1,3-1,-4 2,1-1,0 1,0 0,0 0,0 0,-1 0,2 0,-1 0,0 0,0 1,0-1,0 1,0 0,0-1,1 1,-1 0,0 0,0 0,0 1,0-1,4 2,-2-1,-1 1,0 0,0-1,1 2,-2-1,1 0,0 1,0-1,-1 1,1 0,-1-1,0 1,0 1,0-1,0 0,1 4,3 8,-1-1,6 25,-3-6,-7-31,3 12,-4-14,0 0,0 0,0 1,0-1,0 0,0 0,0 0,0 1,1-1,-1 0,0 0,0 0,0 1,0-1,0 0,0 0,-1 0,1 1,0-1,0 0,0 0,0 0,0 0,0 1,0-1,0 0,0 0,0 0,-1 0,1 1,0-1,0 0,0 0,0 0,0 0,-1 0,1 0,0 0,0 1,0-1,0 0,-1 0,1 0,0 0,0 0,0 0,-1 0,1 0,0 0,-7-2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24.7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 0,'-2'43,"1"-19,0 0,4 33,-2-52,0 0,0 0,0 0,0 0,1 0,-1 0,1-1,1 1,-1 0,1-1,-1 0,1 1,1-1,-1 0,0-1,7 6,-7-6,0-1,0 0,0 0,1-1,-1 1,1-1,-1 1,1-1,-1 0,1 0,0-1,-1 1,1-1,0 0,0 0,-1 0,6-1,-4 0,0 0,0-1,0 0,-1 0,1 0,0-1,-1 0,0 0,1 0,-1 0,4-4,1-4,1 1,-2-1,1-1,-2 1,1-1,-2-1,0 1,6-17,8-26,-16 39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25.4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125 154,'3'0,"1"-1,-1 1,1-1,-1 0,0 0,0 0,1 0,-1-1,0 0,0 1,0-1,0 0,-1 0,1-1,0 1,-1-1,0 1,1-1,-1 0,0 1,0-1,-1 0,1-1,-1 1,1 0,-1 0,0-1,1-5,-1 6,-1 0,1 1,-1-1,1 0,-1 1,0-1,0 0,0 0,0 1,-1-1,1 0,-1 1,0-1,1 0,-1 1,0-1,-1 1,1 0,0-1,-1 1,1 0,-1 0,0-1,0 1,0 1,0-1,0 0,0 0,0 1,-1-1,1 1,0 0,-1 0,1 0,-1 0,-4-1,-4 0,0 0,0 1,0 1,-1 0,1 0,0 1,-14 3,22-4,1 1,-1 0,0 0,0 0,0 0,1 0,-1 1,1-1,-1 1,1 0,0 0,-1-1,-2 6,4-6,-1 1,1 0,1 0,-1 1,0-1,0 0,1 0,0 0,-1 0,1 1,0-1,0 0,0 0,0 0,0 1,1-1,-1 0,1 0,-1 0,3 4,0 3,1-1,0 0,1-1,0 1,0-1,0 0,1 0,0 0,0-1,1 0,0 0,0-1,1 0,-1 0,1 0,0-1,0-1,11 4,-3-2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25.8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0,'1'4,"0"0,0 0,1 0,0 0,0 0,0 0,0-1,0 1,1-1,5 6,-1-1,1 0,-1 0,2-1,8 7,-2-5,1-2,-1 1,1-2,1 0,-1 0,1-2,0 0,0-1,0-1,0 0,25-2,-38 0,0 0,-1-1,1 0,-1 1,1-1,-1-1,1 1,-1 0,0-1,0 1,0-1,1 0,-2 0,1-1,0 1,3-3,-5 3,1-1,-1 1,1-1,-1 1,0-1,0 1,0-1,0 0,-1 1,1-1,-1 0,1 1,-1-1,0 0,0 0,0 0,-1 1,1-1,-1 0,1 0,-2-2,-3-11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26.2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51 83,'0'-82,"0"130,-2 1,-11 60,2-52,3-18,1 1,-2 46,9-65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27.3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231 52,'-4'0,"-2"-4,-4-2,-4 1,0-4,-1 0,-4 2,-1 2,-2 1,-2 3,0 0,3 5,1 6,5 5,12 1,7-3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27.9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25 104,'0'12,"0"1,1-1,1 1,-1-1,2 1,0-1,7 17,-14-37,-5-12,1 0,-9-32,16 48,-1-1,1 1,0-1,1 0,-1 1,1-1,0 0,0 0,0 1,1-1,0 0,0 1,0-1,0 0,1 1,0 0,0-1,0 1,3-5,-3 7,1 0,-1 0,1 0,-1 0,1 0,0 1,0-1,-1 1,1 0,0 0,0 0,0 0,7 0,41-1,-45 2,16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28.7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127 0,'-6'0,"0"1,1-1,-1 1,0 0,1 0,-1 1,1-1,-1 1,1 1,0-1,-1 1,1-1,1 2,-1-1,0 0,-7 8,9-7,0 0,0 0,1 0,-1 0,1 0,0 0,0 1,0-1,0 1,1-1,0 1,0 0,0 0,1-1,-1 1,1 0,0 0,1 0,-1 0,3 7,-2-8,1 0,-1 0,1 0,0 0,1 0,-1 0,1-1,-1 1,1-1,0 0,0 0,1 0,-1 0,1 0,-1-1,1 1,0-1,0 0,0 0,8 2,-3-1,-1 0,1-1,0 0,1 0,-1-1,0 0,0-1,1 0,10-2,-15 1,0 0,0-1,0 0,0 0,0 0,-1-1,1 1,-1-1,1 0,-1-1,0 1,0-1,0 1,-1-1,0 0,1-1,-1 1,-1-1,1 1,3-9,-3 6,0 0,-1 1,0-1,0 0,0 0,-1 0,0-1,-1 1,0 0,0 0,0 0,-1 0,0 0,-3-12,4 18,0 0,-1 0,1 0,0 0,-1 0,1 1,-1-1,1 0,-1 0,0 0,1 1,-1-1,0 0,1 0,-1 1,0-1,-1 0,2 1,-1 0,0 0,1-1,-1 1,1 0,-1 0,1 0,-1 0,1 1,-1-1,1 0,-1 0,0 0,1 0,-1 0,1 1,-1-1,1 0,-1 1,1-1,0 0,-1 1,-1 1,0 0,0 0,0 0,1 0,-1 0,1 0,0 1,0-1,-1 0,0 5,1-3,0 0,0-1,0 1,1 0,0-1,0 1,0 0,0-1,0 1,1 0,-1 0,1-1,0 1,0-1,0 1,1-1,-1 1,4 4,-1-3,0-1,0 1,1-1,0 0,0 0,0 0,0 0,0-1,1 0,7 3,23 11,-20-10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29.2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1,'9'0,"6"0,5 0,4 0,1 0,2 0,-1 0,0 0,0 0,-5 4,-2 2,1-1,0 0,2-2,-4 3,0 1,1-2,-3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29.6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1,'0'4,"4"2,6-1,6-1,3-1,3-1,3-1,0-1,-3-4,-2-2,0 1,1 0,1 2,-3 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31.6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 22,'2'43,"9"54,-5-64,-3-1,0 0,-3 53,0-83,-1 0,1 0,0 0,0-1,-1 1,1 0,-1 0,1-1,-1 1,0 0,0-1,-2 4,3-5,0 0,-1 1,1-1,0 0,-1 0,1 0,0 1,-1-1,1 0,-1 0,1 0,0 0,-1 0,1 0,-1 0,1 0,0 0,-1 0,1 0,-1 0,1 0,0 0,-1-1,1 1,0 0,-1 0,1 0,-1-1,1 1,0 0,0 0,-1-1,1 1,-1 0,-1-3,-1 0,1 0,0 0,0-1,0 1,0 0,1-1,-1 1,1-1,-2-6,-1-11,1-1,0 1,2-1,1 0,0 0,1 1,2-1,0 1,1-1,14-38,-17 57,0 0,0 0,1 0,-1 1,1-1,0 0,0 1,0 0,0-1,0 1,0 0,1 0,-1 0,1 0,-1 0,1 1,0-1,0 1,0 0,0 0,0 0,0 0,0 0,0 1,0-1,0 1,0 0,0 0,0 0,1 0,-1 1,0-1,0 1,0 0,0 0,0 0,0 0,0 0,-1 1,1-1,0 1,-1 0,1-1,-1 1,0 1,1-1,-1 0,0 0,0 1,3 5,0 0,-1 0,0 1,0 0,-1 0,0 0,3 17,-5-19,0 1,1 0,0-1,1 0,0 1,0-1,0 0,1 0,8 10,-12-16,1-1,-1 1,0-1,1 0,-1 1,1-1,-1 0,1 1,-1-1,0 0,1 0,-1 1,1-1,-1 0,1 0,-1 0,1 0,-1 0,1 0,-1 1,1-1,0 0,-1-1,1 1,-1 0,1 0,-1 0,1 0,0 0,11-14,6-28,-16 37,6-20,-6 15,2 1,-1-1,1 1,0 0,9-13,-11 19,-1 1,1 0,0 0,0 0,0 0,1 1,-1-1,0 0,1 1,-1 0,1-1,-1 1,1 0,0 0,0 1,-1-1,1 0,0 1,0 0,0-1,-1 1,1 1,0-1,4 1,-2-1,-1 1,1 0,0 0,-1 0,1 1,-1-1,0 1,1 0,-1 0,0 1,0-1,-1 1,1 0,0 0,-1 0,0 1,1-1,-1 1,3 5,-3-2,0 0,0 0,0 1,-1-1,0 1,0 0,-1-1,0 1,0 0,-1 13,-2 6,-1 0,-9 32,8-43,0 1,2-1,-1 1,2-1,0 1,1-1,1 1,5 32,-1-34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32.2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 40,'-2'3,"-1"0,1 0,0 1,0-1,0 0,0 1,1-1,-1 1,1 0,0-1,0 1,0 0,1 0,-1 0,1 0,0-1,0 1,0 0,1 0,0 5,0-4,0 0,1-1,-1 1,1-1,0 1,0-1,0 0,1 1,0-1,-1 0,1-1,1 1,-1 0,0-1,7 5,-1-3,0-1,0 0,0-1,1 0,-1-1,1 0,0 0,-1-1,1 0,0-1,0 0,0 0,-1-1,1 0,0-1,-1 0,19-7,-24 7,-1 0,1-1,-1 0,1 0,-1 0,0 0,0 0,0 0,-1-1,1 1,-1-1,0 0,0 0,0 0,0 0,-1 0,1 0,0-5,-1 4,0 1,0-1,-1 0,1 0,-1 0,0 0,0 0,-1 0,0 0,0 1,0-1,0 0,0 0,-1 1,-4-8,1 4,3 4,0 0,0 1,0-1,0 1,-1 0,0 0,1 0,-1 0,0 0,-1 0,-3-2,7 5,0 0,0 0,-1 0,1 0,0-1,0 1,-1 0,1 0,0 0,0 0,-1 0,1 0,0 0,-1 0,1 0,0 0,0 0,-1 0,1 0,0 0,0 0,-1 0,1 0,0 1,0-1,0 0,-1 0,1 0,0 0,0 0,-1 1,1-1,0 0,0 0,0 0,0 1,-1-1,2 12,8 13,6 6,0-1,37 50,-29-48,-12-20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32.6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0 123,'0'-4,"0"-5,0-6,0-5,4-2,2-2,-1 6,-1 8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32.9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0,'4'0,"6"0,1 5,3 4,3 2,-1 3,1-1,1 1,2 3,3 2,0 3,-3 1,-1-2,-3-2,-5-4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33.3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253 0,'0'4,"-4"6,-6 1,-5 3,0 4,-2-3,-2 2,-2-3,2 1,1-2,3 0,0-1,3 1,-2 2,-1 4,0 2,0-2,2-5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34.3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2 125,'0'22,"-1"-9,1 0,0 0,1 1,1-1,4 16,-6-26,1 0,1 0,-1 0,0 0,1 0,-1 0,1-1,0 1,0-1,0 1,0-1,1 0,-1 0,0 0,1 0,0 0,-1-1,1 1,0-1,0 1,0-1,0 0,0 0,0 0,0-1,0 1,5-1,-4 0,0 1,0-2,-1 1,1 0,0-1,-1 0,1 0,-1 0,1 0,-1 0,1-1,-1 1,0-1,1 0,-1 0,0-1,-1 1,1 0,0-1,-1 0,1 0,-1 1,0-1,0-1,0 1,0 0,2-6,-2 5,-1-1,1 1,-1-1,0 0,0 0,0 1,-1-1,1 0,-1 0,0 0,-1 0,1 1,-1-1,0 0,0 0,-1 1,1-1,-1 1,0-1,-5-6,-12-15,-29-28,22 25,10 13,4 5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34.8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1 134,'4'2,"-1"-1,1 2,-1-1,1 0,-1 1,0 0,0-1,0 1,0 0,4 6,4 3,-1-2,2 0,-1-1,1-1,0 0,1 0,15 6,-24-12,1 0,1-1,-1 1,0-1,0 0,1 0,-1-1,0 1,1-1,-1-1,0 1,1-1,-1 0,0 0,0 0,1-1,-1 1,0-1,8-5,-5 2,1-1,-1 0,0 0,-1 0,1-1,-1 0,-1-1,1 0,-1 0,7-12,-4 2,-1 0,-1-1,0 0,5-23,-6 21,1 5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39.7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116 1,'0'14,"-1"0,-1-1,0 1,0 0,-1-1,-1 1,-1-1,-8 18,7-13,0 0,1 1,-3 25,0-2,-21 62,22-120,-1-17,7 27,-4-17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40.3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36,'2'0,"-1"1,0-1,0 1,0-1,0 1,0 0,0-1,0 1,0 0,0 0,-1-1,1 1,0 0,0 0,-1 0,1 0,-1 0,1 0,-1 0,1 0,-1 1,1-1,-1 0,0 0,0 0,0 0,1 2,3 38,-4-36,2 19,0 0,1-1,2 1,0 0,2-1,0 0,19 37,-26-58,1-1,0 1,0-1,-1 1,1-1,0 1,1-1,-1 0,0 0,0 1,0-1,1 0,-1 0,1 0,-1-1,1 1,-1 0,1 0,-1-1,1 1,2 0,-3-2,0 1,1 0,-1 0,1-1,-1 1,0-1,0 1,1-1,-1 0,0 1,0-1,0 0,1 0,-1 0,0 0,0 0,0 0,-1 0,1 0,0 0,0 0,-1 0,1-1,0 1,-1 0,1-1,-1 0,4-11,0 0,-1 0,-1 0,0-1,0-16,-1 16,0 0,1 0,0 1,1-1,6-16,3-5,-10 27,0 0,1 1,0-1,0 0,1 1,0 0,0 0,1 0,-1 0,1 0,12-10,-16 16,-1 1,1-1,-1 1,1 0,-1-1,1 1,-1 0,1 0,-1-1,1 1,-1 0,1 0,-1 0,1 0,0 0,-1 0,1 0,-1 0,1 0,0 0,-1 0,1 0,-1 0,1 0,0 0,-1 1,1-1,-1 0,1 1,9 16,-5 29,-5-42,0 66,0 18,1-79,0 0,0 1,1-1,1 0,-1-1,2 1,4 10,-3-8,-1-1,0 1,0-1,-1 1,-1 0,0 0,0 0,-1 0,-1 12,1-2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40.7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1,'0'4,"0"6,0 5,0 5,0 2,0 2,0 2,0 0,0-5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41.0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38,'0'-4,"0"-6,0-5,0 8,0 6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41.7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1,'0'8,"1"0,1 0,-1-1,6 16,4 21,-10-17,-1-18,1 0,0-1,0 1,0 0,1 0,3 8,-4-15,0 0,0 0,0 0,0-1,0 1,1-1,-1 1,0-1,1 1,-1-1,1 0,-1 0,1 1,0-1,0 0,-1-1,1 1,0 0,0 0,0-1,0 1,0-1,0 0,0 0,0 1,0-1,0 0,0-1,0 1,0 0,0 0,3-2,0 1,1-1,-1 0,1 0,-1-1,0 1,0-1,0 0,0 0,7-7,39-40,-17 15,-33 34,0 0,0 0,0 0,0 0,-1 1,1-1,0 0,0 1,0-1,0 1,1-1,-1 1,0-1,0 1,0 0,0 0,0 0,1-1,-1 1,0 0,1 0,-1 1,0-1,0 1,0-1,-1 1,1 0,0-1,-1 1,1 0,0-1,-1 1,1 0,-1 0,1 0,-1-1,0 1,1 0,-1 0,0 0,1 0,-1 1,2 9,-1 0,0 0,-2 18,1-12,3 5,1-4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42.76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70 0,'0'4,"-4"2,-2 4,-3 0,-1 2,2 4,-2-1,0 1,2 2,3-2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48.4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1 272,'0'1,"1"0,-1 0,1 0,-1 0,1 0,-1 0,1 0,0 0,-1 0,1 0,0 0,0 0,0-1,0 1,0 0,0-1,0 1,0 0,0-1,0 0,0 1,0-1,0 1,0-1,1 0,-1 0,2 0,37 5,-36-5,5 1,1-1,-1 1,0-2,0 1,0-2,-1 1,1-1,0 0,0-1,-1 0,1 0,-1-1,0 0,0-1,-1 1,1-1,-1-1,0 0,0 0,-1 0,0-1,0 1,0-2,-1 1,0 0,0-1,3-9,-3 7,1 0,-2 0,0-1,0 1,0-1,2-22,-5 30,-1 1,0-1,0 0,0 0,-1 0,1 0,-1 0,0 0,1 1,-1-1,0 0,-1 0,1 1,0-1,-1 1,0-1,1 1,-1 0,0 0,0-1,0 1,-1 1,1-1,0 0,-1 0,1 1,-1 0,1-1,-1 1,0 0,0 0,-2 0,1-1,1 1,-1 0,1 1,-1-1,1 0,-1 1,1 0,-1 0,1 0,-1 0,0 0,1 1,-1 0,1-1,-1 1,1 1,0-1,-1 0,1 1,0 0,0 0,-4 3,3-1,1-1,-1 1,1 0,0 0,1 1,-1-1,1 0,0 1,0 0,0-1,1 1,-1 0,1 0,0 0,0 9,1-9,1 1,-1 0,1-1,0 1,1-1,-1 0,1 1,0-1,0 0,1 0,-1 0,1 0,0-1,1 1,-1-1,1 0,0 0,6 6,-4-5,1 1,0-1,-1 0,2-1,-1 0,0 0,1-1,0 1,0-2,0 1,15 2,14-3,49-3,-46-1,-30 2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48.9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0,'0'4,"4"2,2 3,3 6,1 3,-2 3,-2 3,-2 0,-1 2,-2-1,-1 1,0-1,-1-8,1-8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49.3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25,'0'-4,"0"-6,0 4,0 2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49.9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1,'4'1,"0"1,-1-1,1 1,-1 0,1 0,-1 1,0-1,0 1,0 0,0 0,0 0,2 3,3 3,2-1,-1 2,-1-1,0 1,0 0,-1 0,0 1,0 0,-2 0,8 20,-10-23,0 0,0 0,1 0,0 0,0-1,8 10,-2-6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50.3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222 1,'-4'4,"-6"1,-1 5,-2 0,0 2,3 4,-2-1,2 2,-2-3,1 0,-1-1,0 0,-1-1,-2-3,0 1,0-2,-3 4,2-2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50.8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52,'0'5,"-1"10,2 0,0 1,0-1,7 24,-7-35,0 0,0-1,1 1,-1-1,1 1,0-1,0 0,0 0,1 0,-1 0,1 0,-1 0,1 0,0-1,0 0,0 1,1-1,-1 0,0-1,1 1,-1-1,1 1,7 1,-2-2,0 0,0 0,0-1,0 0,0 0,0-1,0 0,0-1,0 0,0 0,0-1,-1 0,1-1,-1 0,8-5,-12 7,-1 0,1-1,-1 1,0-1,0 0,0 0,0 0,0 0,0 0,-1-1,0 1,0-1,0 1,0-1,0 0,-1 0,1 0,-1 0,0 0,-1 0,1-1,-1 1,1 0,-1 0,-1 0,1 0,0-1,-1 1,0 0,0 0,0 0,-1 0,1 0,-4-5,3 5,-1-1,-1 1,1 0,0 0,-1 0,0 1,0-1,0 1,0 0,-1 0,1 0,-1 1,1-1,-1 1,0 0,0 1,0-1,0 1,-11-2,9 2,0 0,-1 1,1 0,0 0,0 0,-1 1,1 0,0 0,0 1,0 0,0 0,0 0,-11 7,2 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52.0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1 190,'0'13,"0"0,2 0,0 0,0 0,6 18,-11-41,1 0,0-1,0 1,1-1,0 1,1-1,0 1,1-1,0 0,0 1,1 0,1-1,0 1,6-16,-1 11,-2 3,0-1,1 2,0-1,14-17,-19 28,-1-1,1 0,0 0,-1 1,1-1,0 1,0-1,0 1,0 0,0 0,1 0,-1 0,0 0,0 0,1 1,-1-1,0 1,1 0,-1-1,1 1,-1 0,0 0,1 1,-1-1,0 0,1 1,-1 0,0-1,1 1,-1 0,0 0,4 2,8 7,-1-1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52.6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221 68,'4'-16,"-4"15,0 0,1 1,-1-1,0 0,0 0,1 1,-1-1,0 0,0 0,0 1,0-1,0 0,0 0,0 0,0 1,-1-1,1 0,0 0,0 1,-1-1,1 0,0 0,-1 1,1-1,-1 0,1 1,-1-1,1 1,-1-1,1 0,-1 1,0-1,1 1,-1 0,0-1,0 0,-3-2,0 1,0-1,0 0,-1 1,1 0,0 0,-1 0,0 1,1-1,-1 1,0 0,0 1,1-1,-1 1,0 0,0 0,0 0,0 1,0-1,1 1,-1 1,0-1,1 1,-1-1,1 1,-1 1,1-1,-6 4,4-2,0 0,1 1,-1 0,1 0,0 0,0 0,1 1,-1 0,1 0,0 0,1 0,-1 0,1 1,1 0,-1 0,1 0,0 0,-1 14,3-17,0-1,0 1,1 0,0 0,-1-1,1 1,0 0,1-1,-1 1,1-1,0 1,-1-1,1 0,1 0,-1 0,0 0,1 0,0 0,-1 0,7 3,-1 0,0-1,1 0,0 0,0-1,0 0,18 5,-4-4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53.3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46 1,'-1'3,"0"0,0 0,-1 0,1 0,0 0,-1 0,0 0,0 0,-3 3,-6 13,8-13,0 1,1 0,-1 0,2 0,-1 0,1 0,0 1,0-1,1 9,0-13,1 1,-1 0,1-1,0 1,0-1,0 1,0-1,1 1,0-1,-1 0,1 1,0-1,0 0,1 0,-1-1,1 1,0 0,-1-1,6 4,1 0,0 0,0-1,1 0,0 0,0-1,0 0,0-1,13 2,-17-4,0 0,-1-1,1 0,0-1,-1 1,1-1,0 0,-1 0,1-1,-1 1,0-1,1 0,-1-1,0 0,0 1,8-8,-5 4,-1-1,0 0,-1 0,0 0,0-1,0 0,-1 0,7-15,-11 20,0 0,0 0,0 0,0 0,0 0,-1 0,1-1,-1 1,0 0,0 0,0-1,-1-4,0 6,0 0,1 0,-1 0,0 0,0 0,-1 0,1 1,0-1,-1 0,1 1,0-1,-1 1,0 0,1-1,-1 1,0 0,0 0,0 0,0 0,0 0,-2 0,-1-1,0 1,1 0,-1 0,0 0,0 1,0-1,0 1,0 0,0 1,0-1,0 1,-7 2,10-2,1-1,0 1,-1-1,1 1,0 0,0-1,0 1,-1 0,1 0,0 0,0 0,0 0,0 0,1 0,-1 0,0 0,0 0,1 1,-2 1,2-1,0-1,0 1,0 0,0 0,0 0,0 0,0 0,1 0,-1 0,0 0,1 0,0 0,0 0,-1 0,1-1,0 1,2 3,2 0,0 1,0-1,0 0,1-1,0 1,0-1,0 0,0 0,1-1,-1 0,1 0,7 2,3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53.9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1,'1'7,"0"1,0 0,1-1,0 1,3 8,6 28,-6 21,-7 91,3 44,1-177,2 0,1 0,0-1,2 1,9 21,-14-42,-1 1,0-1,1 1,-1-1,1 1,0-1,0 0,0 0,5 4,5 3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1:54.8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0,'0'4,"4"2,1 3,0 5,0 4,2 0,4-5,5-3,4-4,-1-7,-5-4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02.4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1,'2'4,"0"1,0 0,1-1,-1 0,1 1,0-1,0 0,1-1,-1 1,1 0,0-1,4 4,3 3,9 11,20 30,-23-29,31 34,-32-39,25 35,-26-32,24 27,-16-26,35 26,-47-38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03.4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511 1,'-1'4,"0"0,0 0,0 0,-1 0,1 0,-1 0,0-1,0 1,0 0,-1-1,1 0,-1 1,0-1,-4 4,-17 23,11-7,-2-2,0 0,-1 0,-35 32,18-12,28-34,0 0,-1 0,1 0,-1-1,-1 0,-7 6,-9 5,1 2,0 0,2 1,0 1,-21 31,32-41,-1-1,0 1,0-1,-1-1,0 0,-20 11,18-15,4-5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04.5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50 0,'3'2,"0"0,0 0,0 0,0 1,-1-1,1 1,-1 0,0-1,0 1,0 0,0 0,2 5,5 6,-4-8,-1 2,0-1,0 0,-1 1,0 0,0-1,-1 1,0 1,0-1,-1 0,1 13,-1 7,-2 0,-3 30,3-54,1 0,-1 0,0 0,0-1,0 1,0 0,-1-1,1 1,-1-1,0 0,0 1,-1-1,1 0,0 0,-1 0,-3 2,5-4,0 0,0-1,-1 1,1 0,0-1,-1 1,1-1,0 1,-1-1,1 0,0 0,-1 1,1-1,-1 0,1 0,-1 0,-2-1,2 0,0 0,0 0,-1 0,1 0,0 0,0 0,0-1,0 1,1-1,-1 1,0-1,1 0,-4-3,1-1,0 0,0 0,1 0,-1-1,1 1,1-1,-1 0,-2-13,2 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04.9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0,'0'4,"0"2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06.6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0,'0'14,"0"1,1-1,1 0,0 1,1-1,6 20,-8-31,0 0,1 0,-1-1,1 1,-1 0,1 0,0-1,0 1,0-1,0 0,1 1,-1-1,0 0,1 0,0-1,-1 1,1-1,0 1,0-1,0 0,0 0,0 0,0 0,0-1,0 1,1-1,-1 0,0 1,0-2,0 1,1 0,-1-1,0 1,0-1,4-1,-3 1,0-1,0 1,1-1,-1 0,0 0,0 0,-1-1,1 1,0-1,-1 0,0 0,0 0,0 0,0-1,0 1,4-9,-3 5,-1 0,0-1,0 0,-1 0,0 0,0 0,-1 0,1-10,-2 31,0-1,0 0,1 0,1 1,5 22,-6-30,1-1,-1 1,1 0,0-1,0 1,1-1,-1 1,1-1,0 0,0 0,1-1,-1 1,1-1,0 1,-1-1,2 0,-1-1,0 1,9 3,-11-5,1 0,-1-1,0 1,1-1,-1 0,0 0,1 0,-1 0,0 0,1-1,-1 1,0-1,1 1,-1-1,0 0,0 0,0 0,0 0,0 0,0-1,0 1,0-1,0 1,-1-1,1 1,0-1,-1 0,0 0,2-3,5-6,-1-1,-1 0,9-23,-11 26,7-29,-8 19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11.7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151 1,'-2'10,"0"0,-1 0,0 0,0-1,-1 1,0-1,-1 0,-7 11,1 0,-9 19,-36 75,51-99,0-1,1 1,0-1,1 1,1 0,0 22,2-27,0 0,1 0,0 0,0 0,1 0,1 0,4 11,-5-17,0 1,0-1,1 1,-1-1,1 0,0 0,1 0,-1-1,1 1,-1-1,1 0,0 0,0 0,1 0,-1-1,7 4,-10-6,0 1,0-1,0 1,0-1,0 1,0-1,0 0,0 1,0-1,0 0,0 0,0 0,0 0,1 0,-1 0,0 0,0 0,0 0,0-1,0 1,0 0,0-1,0 1,0-1,0 1,0-1,0 1,0-1,0 0,0 1,-1-1,1 0,0 0,1-1,-1-7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12.7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1,'0'4,"0"6,0 5,0 4,0 4,0 1,0 1,5-3,0-2,0 0,0 1,-2 1,-1 1,-1 1,-1 0,-4-3,-6-6,-1-5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13.97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26,'1'-1,"-1"0,1-1,-1 1,1 0,-1 0,1 0,-1 0,1 0,0 0,0 0,0 1,-1-1,1 0,0 0,0 1,0-1,0 0,0 1,0-1,1 1,-1-1,0 1,0 0,0-1,0 1,1 0,1 0,38-5,-37 5,1-1,0 1,0 0,0 0,0 1,0 0,0 0,0 0,0 0,-1 1,1-1,0 1,-1 0,1 1,-1-1,0 1,0 0,0 0,0 0,0 1,-1-1,0 1,1 0,-1 0,0 0,-1 0,1 1,-1-1,0 1,0-1,0 1,-1 0,0 0,0 0,0 0,0 0,-1 0,0 0,0 5,-2-4,1 1,-1-1,-1 0,1 0,-1 0,0 0,0 0,-1-1,-7 10,1-3,-1-1,1 0,-15 10,21-18,0 0,-1 0,0-1,0 0,0 0,0 0,0 0,-10 1,-5 2,20-5,-1 0,1 0,0 1,0-1,-1 0,1 0,0 0,0 0,-1 1,1-1,0 0,0 0,-1 1,1-1,0 0,0 0,0 1,0-1,0 0,-1 1,1-1,0 0,0 1,0-1,0 0,0 0,0 1,0-1,0 0,0 1,0-1,0 0,0 1,0-1,0 0,1 1,-1-1,0 0,0 0,0 1,0-1,0 0,1 0,-1 1,0-1,0 0,1 0,-1 1,0-1,0 0,1 0,-1 0,1 1,20 20,-4-5,-9-3,-1 0,-1 0,0 0,-1 0,0 1,-1 0,-1 0,0 0,-1 1,1 18,-2-13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14.7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25,'0'22,"-1"-10,1 1,0-1,1 1,0-1,3 13,-3-22,-1-1,1 0,0 0,0 0,-1-1,1 1,0 0,1 0,-1 0,0-1,0 1,1 0,-1-1,1 1,-1-1,1 0,0 0,0 1,-1-1,1 0,0 0,0-1,0 1,0 0,0-1,0 1,0-1,0 1,1-1,-1 0,0 0,0 0,0 0,0-1,0 1,3-1,-1 0,0 0,0-1,0 1,-1-1,1 0,0 0,-1 0,1 0,-1-1,1 1,-1-1,0 0,0 0,-1 0,1 0,0-1,-1 1,0-1,0 1,0-1,0 0,-1 0,1 0,-1 0,0 0,0 0,0-7,-1 8,1 0,-1 0,0 0,0 0,0 0,-1 0,1 0,-1-1,0 1,0 0,0 0,0 1,0-1,0 0,-1 0,0 1,1-1,-1 1,0-1,0 1,0 0,-1-1,1 1,0 0,-1 1,0-1,1 0,-1 1,0-1,0 1,0 0,0 0,0 0,0 1,0-1,0 1,-3-1,2 1,-1 0,1 0,0 1,-1-1,1 1,-7 2,-5 3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15.7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 1,'-1'8,"0"1,0 0,-1-1,-4 14,4-18,1 1,-1-1,1 1,0-1,0 1,1-1,-1 1,1 0,0-1,0 1,0 0,1-1,0 1,0-1,0 1,0-1,1 1,-1-1,4 6,-2-6,0-1,-1 1,1-1,0 0,1 0,-1 0,1-1,-1 1,1-1,0 1,0-1,-1 0,2-1,-1 1,0-1,0 0,0 0,1 0,7 0,-9-1,0 0,0 0,0 0,0 0,0-1,-1 1,1-1,0 0,0 0,0 0,-1 0,1 0,-1 0,1-1,-1 0,1 1,-1-1,0 0,0 0,0 0,0 0,0-1,0 1,0 0,-1-1,0 1,1-1,-1 0,0 1,1-6,14-61,-11 47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16.4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1,'1'0,"0"0,0 1,0-1,1 1,-1-1,0 1,0 0,0-1,-1 1,1 0,0 0,0 0,0 0,0 0,-1 0,1 0,0 0,-1 0,1 0,-1 0,0 0,1 0,-1 0,0 0,1 0,-1 1,0 1,5 38,-5-37,2 183,-3-98,0-73,-1-1,-1 1,-5 21,-3 18,9-46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17.2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 1,'-4'0,"-6"0,4 0,6 0,7 0,8 0,4 0,4 0,2 0,1 0,0 0,-4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18.4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 0,'2'103,"-5"116,-7-173,8-40,0 0,0 0,1 0,0 0,0 1,0-1,1 0,0 0,1 11,-1-16,0-1,0 1,0-1,0 1,0 0,1-1,-1 1,0-1,0 1,0-1,0 1,1-1,-1 1,0-1,0 1,1-1,-1 0,0 1,1-1,-1 1,1-1,-1 0,0 1,1-1,-1 0,1 1,-1-1,1 0,-1 0,1 1,-1-1,1 0,-1 0,1 0,-1 0,1 0,-1 0,1 0,0 0,-1 0,1 0,-1 0,1 0,-1 0,1 0,-1-1,1 1,-1 0,1 0,-1-1,1 1,-1 0,1-1,-1 1,0 0,1-1,-1 1,0 0,1-1,-1 1,1-1,24-32,-21 28,1-2,1 0,0 0,1 0,0 1,0 0,0 0,12-6,-17 11,-1 0,1 0,-1 0,1 0,0 0,0 0,-1 0,1 1,0-1,0 1,0 0,0-1,0 1,0 0,0 0,-1 0,1 0,0 1,0-1,0 0,0 1,0-1,0 1,-1 0,1 0,0-1,-1 1,1 0,0 1,-1-1,1 0,-1 0,0 1,1-1,-1 0,0 1,0 0,0-1,0 1,0 0,0-1,1 4,1 6,0 0,-1 1,0-1,-1 1,0 0,-1-1,-1 1,-1 14,1 0,0-4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19.5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0,'1'6,"0"0,1 1,-1-1,1-1,0 1,0 0,1 0,0-1,6 10,9 20,-11-18,-1 1,-1 0,-1 0,-1 0,0 0,-1 1,-1 24,0-13,-1 1,-1 0,-2-1,-2 1,0-1,-17 50,-8-7,24-63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32.7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0,'-2'103,"5"115,-1-209,0 0,0 0,1 0,0-1,0 1,7 11,-5-11,-1 0,0 0,0 0,-1 1,2 10,-4-11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33.8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273 0,'0'1,"0"0,-1 0,1 0,0 0,-1 0,1 0,-1 0,1 0,-1 0,0 0,1-1,-1 1,0 0,1 0,-1-1,0 1,0-1,0 1,0 0,-1-1,-23 13,16-9,-22 13,-49 35,1 0,76-50,1-1,-1 0,0 0,0 0,1-1,-1 1,0-1,0 1,-3-1,2-2,20-2,-5 2,1 0,-1 1,0 1,1 0,-1 0,0 1,1 0,-1 1,0 1,0 0,0 0,-1 1,1 0,-1 1,12 7,32 13,15 6,-64-28,1 1,0-1,-1 1,0 0,0 1,0-1,0 1,5 8,-5-2,-6-15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34.8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 0,'-10'28,"1"-4,8-21,1 0,0 0,0 0,0 0,0 0,0 0,1 0,-1 0,1 0,0 0,0 0,0 0,0-1,0 1,1 0,-1 0,5 4,-5-6,0 0,0 0,0 0,0 0,1 0,-1 0,0-1,1 1,-1 0,1-1,-1 1,0-1,1 1,-1-1,1 0,-1 0,1 1,0-1,-1 0,1-1,-1 1,1 0,-1 0,1-1,-1 1,1 0,-1-1,0 0,1 1,-1-1,0 0,1 0,-1 1,0-1,0 0,0 0,2-2,-2 2,-1 1,1-1,0 0,0 0,-1 0,1 0,0 0,-1 0,1 0,-1 0,1 0,-1 0,0 0,1 0,-1 0,0 0,0 0,0 0,0 0,0-1,0 1,0-2,-11-26,2 1,9 15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35.8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0,'4'0,"6"0,5 0,4 0,4 0,1 0,2 0,-1 0,-3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36.6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0,'0'4,"4"2,5-1,7 0,3-2,4-2,1 0,-3-4,-1-3,0 1,-3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2:38.5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47 78,'-3'6,"-1"-1,1 1,0-1,0 1,1 0,0 0,0 0,-2 10,-3 8,4-17,1 1,-1-1,2 1,-1 0,1 0,0 0,1 0,0 0,0 0,2 13,-1-18,0 0,0 1,1-1,-1 0,1 0,-1 0,1 0,0 0,0-1,0 1,0 0,1-1,-1 0,1 1,0-1,0 0,-1 0,1-1,0 1,0 0,1-1,-1 0,0 0,0 0,1 0,6 0,25 8,-25-6,1 0,0-1,0 0,1-1,13 0,-23-1,1 0,-1 0,0-1,1 1,-1-1,0 0,1 0,-1 1,0-1,0-1,0 1,0 0,0 0,0-1,0 1,0-1,0 0,-1 1,1-1,-1 0,1 0,-1 0,0 0,0 0,0-1,0 1,0 0,0 0,0-5,3-13,-2 0,0-1,-2 1,-3-40,1 5,2 51,0 0,0 0,0 0,-1 0,1 0,-1 0,0 0,0 0,0 0,-1 1,1-1,-1 0,0 1,0-1,0 1,0 0,-1 0,0 0,1 0,-1 0,0 0,0 1,-1-1,1 1,0 0,-1 0,1 0,-1 1,0-1,0 1,1 0,-1 0,0 0,0 0,0 1,0-1,-4 1,-4 0,0-1,0 1,1 1,-18 3,24-4,1 1,-1 0,1 1,0-1,0 1,0 0,0 0,0 0,0 0,0 1,0 0,1-1,0 1,-6 6,1 4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08.9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0 104,'2'0,"0"0,-1 0,1 0,0 1,-1-1,1 0,0 1,-1-1,1 1,-1 0,1 0,-1-1,1 1,-1 0,0 0,1 0,-1 1,0-1,2 2,-1 0,0 0,0 0,0 1,-1-1,1 1,-1-1,0 1,1 5,1 7,-1 0,-1 0,-1 20,-1-25,1-6,0 0,0-1,1 1,-1 0,1 0,0 0,0 0,0 0,1-1,0 1,0-1,0 1,0-1,4 5,-3-6,0 0,0-1,0 1,1-1,-1 1,1-1,0-1,-1 1,1 0,0-1,0 0,0 1,0-2,0 1,0 0,0-1,6 0,-3 0,0-1,1 0,-1-1,0 1,-1-1,1-1,0 1,-1-1,1 0,-1-1,0 0,0 0,0 0,0 0,-1-1,0 0,0 0,0-1,-1 1,1-1,4-9,-4 7,0 0,0 0,-1-1,0 0,0 0,-1 0,0 0,-1 0,0 0,-1-1,1 1,-2-1,1 0,-2 1,-1-19,0 22,-1 0,1 0,-1 0,0 0,0 1,-1-1,1 1,-1 0,-1 0,1 0,-1 0,1 1,-1 0,-9-6,10 7,0 1,0-1,-1 1,1 0,-1 0,1 1,-1-1,1 1,-1 0,0 0,0 0,0 1,0 0,0 0,1 0,-1 0,0 1,0 0,-9 3,12-3,0 0,0 0,1 0,-1 0,0 0,0 1,1-1,-1 1,1-1,0 1,-1-1,1 1,0 0,0 0,-1 2,-5 11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10.4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0,'2'104,"-5"114,-9-152,8-47,1-1,-2 27,4-22,1-1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13.4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26,'0'26,"-1"-7,2 0,0 0,4 25,-3-38,-1 0,1 0,0 0,1 0,0 0,-1-1,2 1,-1-1,1 0,0 0,0 0,0 0,0-1,7 5,-7-6,0 1,0-1,0-1,1 1,-1 0,1-1,0 0,0 0,0-1,0 1,0-1,0 0,9 0,-11-1,0 0,-1-1,1 0,0 1,-1-1,1 0,-1 0,1 0,-1-1,0 1,1 0,-1-1,0 0,0 1,0-1,0 0,0 0,0 0,-1 0,1-1,0 1,-1 0,0-1,0 1,0-1,0 1,1-6,6-16,-1-1,-1 0,-2-1,0 1,-2-1,0-30,-3 45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14.5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53 145,'1'-2,"0"0,0 0,0 0,1 1,-1-1,1 0,-1 0,1 1,-1-1,1 1,0-1,0 1,3-2,9-9,-10 8,-1-2,1 1,-1 0,-1-1,1 1,-1-1,0 0,0 0,1-10,-2 15,-1-1,1 1,-1 0,0-1,0 1,0 0,0-1,0 1,0-1,0 1,0 0,0-1,-1 1,1 0,-1-1,1 1,-1 0,1 0,-1 0,1-1,-1 1,0 0,0 0,0 0,0 0,0 0,0 0,0 0,0 1,0-1,0 0,0 0,-1 1,1-1,0 1,0-1,-1 1,1 0,0-1,-1 1,1 0,0 0,-1 0,1 0,0 0,-1 0,1 0,-3 1,0 0,0 0,0 0,0 0,0 1,1-1,-1 1,0 0,1 0,-1 0,1 0,0 1,0 0,0-1,0 1,0 0,0 0,1 1,0-1,-1 0,1 1,1 0,-1-1,0 1,1 0,0 0,0 0,0 0,0 0,0 0,1 6,-1-2,1-1,0 1,0 0,1-1,0 1,0-1,0 1,1-1,1 1,-1-1,1 0,0 0,1 0,-1-1,8 11,-7-13,0 1,1-1,-1 0,1 0,0-1,0 1,0-1,1 0,7 3,-11-5,1 0,0 0,-1-1,1 1,0-1,0 0,0 1,0-1,-1 0,1-1,0 1,0-1,0 1,-1-1,1 0,0 0,-1 0,1 0,0 0,-1-1,5-2,5-6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15.3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1 103,'0'13,"-1"-2,1 0,1 1,0-1,0 0,5 18,-5-26,1 0,-1 0,1 0,-1-1,1 1,0 0,0 0,0-1,0 0,1 1,-1-1,1 0,-1 0,1 0,0 0,-1-1,1 1,0-1,0 1,1-1,-1 0,0 0,6 0,-2 1,1-1,0 0,0 0,0-1,0 0,-1-1,1 0,0 0,0 0,-1-1,1 0,-1-1,1 0,10-6,-12 6,-1-1,0 1,0-2,0 1,0 0,-1-1,0 0,0 0,0 0,-1-1,1 1,-1-1,-1 0,1 0,-1 0,0 0,0 0,1-9,-2 9,0-1,0 1,-1-1,0 1,0-1,0 1,-1-1,0 1,0-1,-4-11,4 15,-1 1,1-1,-1 0,0 0,0 1,0 0,0-1,0 1,0 0,-1 0,1 0,-1 0,0 0,1 1,-1-1,0 1,0 0,0-1,0 1,0 1,0-1,0 0,0 1,-4-1,1 1,-1 0,1 0,-1 1,1-1,0 1,-1 1,-11 3,1 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15.9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1,'0'4,"0"6,0 5,5 4,1 3,-1 3,4 0,-1 1,0-1,-3 1,-2-1,-1 0,-1 0,3-4,2-2,-1 0,-2-2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16.9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1 256,'0'-2,"-1"-13,1 0,1 0,1 0,0 0,1 0,0 0,10-26,-9 33,2-4,0-1,1 1,1 0,12-14,-19 24,1 0,0 0,-1 0,1 0,0 1,0-1,0 1,0-1,0 1,0 0,1 0,-1 0,0 0,1 0,-1 0,1 1,-1-1,0 1,1 0,-1-1,1 1,-1 0,1 1,-1-1,1 0,-1 1,1-1,-1 1,1 0,-1 0,4 2,5 4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18.5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1,'-1'17,"-1"-1,0 1,-5 16,2-15,2 0,-3 27,6-39,0-1,1 1,-1 0,1-1,0 1,0-1,1 1,-1-1,1 0,1 0,-1 1,5 5,-6-9,0 1,1-1,-1 0,1-1,-1 1,1 0,0 0,-1-1,1 1,0-1,0 1,0-1,0 0,1 0,-1 0,0 0,0 0,1 0,-1-1,1 1,-1-1,0 0,1 1,-1-1,1 0,-1-1,0 1,1 0,-1-1,1 1,-1-1,0 0,1 0,1-1,0 0,0 0,0-1,-1 1,1-1,-1 0,0 0,0 0,0-1,0 1,-1-1,1 1,-1-1,0 0,0 0,0 0,-1 0,1 0,0-6,1-9,-1 1,1-37,-3 49,0 0,-1 0,1 0,-1 1,-1-1,1 0,-1 0,0 1,0-1,0 1,-1 0,1 0,-6-8,-14 1,22 12,0 0,-1 0,1-1,-1 1,1 0,0 0,-1 0,1 0,-1-1,1 1,0 0,-1 0,1 0,-1 0,1 0,0 0,-1 0,1 0,-1 0,1 0,0 1,-1-1,1 0,-1 0,1 0,0 0,-1 1,1-1,0 0,-1 0,1 1,0-1,-1 0,1 0,0 1,-1-1,1 0,0 1,0-1,0 1,-1-1,1 0,0 1,0-1,0 0,0 1,0-1,0 1,0-1,0 1,0-1,0 0,0 1,2 4,0-1,1 0,-1 0,1 0,0-1,0 1,0-1,1 1,6 4,6 8,25 36,-31-36,2-1,0 0,20 18,-27-28,1-1,0 0,0 0,0 0,1-1,-1 0,1 0,0-1,0 1,0-2,0 1,13 1,-16-3,0 0,0 0,0 0,0 0,-1 0,1-1,0 0,0 0,0 0,-1 0,1-1,-1 1,1-1,-1 0,1 0,-1 0,6-5,3-3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20.4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25.0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1 813,'0'-2,"0"0,1 0,0 0,-1 0,1 1,0-1,0 0,0 0,0 0,0 1,0-1,1 1,-1-1,0 1,1-1,2-1,31-23,-21 17,-8 5,0 0,0 0,0 1,0 0,1 0,-1 1,1 0,0 0,11-1,2 1,40 1,-47 2,0-1,0 0,0-1,0 0,0-1,0 0,19-7,1-3,36-7,-45 13,0-1,-1 0,1-2,26-14,-34 13,1 2,0 0,1 1,-1 0,21-4,-27 9,0-1,0 0,-1-1,1 0,-1-1,0 0,0-1,-1 0,1 0,-1-1,8-9,81-59,-84 64,0 0,0 2,1-1,24-11,-27 16,0 0,-1-2,0 1,0-1,-1-1,0 0,0 0,-1-1,16-19,-15 14,0 0,2 1,0 1,0 0,1 0,0 1,17-10,-2 1,-1 3,-2-2,35-32,-53 45,1 0,0 0,0 1,0 0,15-7,1 0,-36 10,-10 4,-36 12,39-11,0 2,0 0,-20 10,78-10,-6-7,0-2,-1-1,32-10,-51 12,-12 3,0 0,-1-1,1 1,0-1,0 1,0 0,0 0,-1 0,1-1,0 1,0 0,0 0,0 0,0 0,-1 1,1-1,0 0,0 0,0 0,0 1,0-1,-1 0,1 1,0-1,0 1,-1-1,1 1,1 0,-2 1,0-1,0 0,0 0,0 1,-1-1,1 0,0 0,-1 1,1-1,-1 0,1 0,-1 0,1 0,-1 1,0-1,-1 1,-37 43,19-26,1 2,-25 36,43-56,1 0,-1 0,1 0,-1 0,1-1,-1 1,1 0,-1 0,0-1,1 1,-1 0,0-1,0 1,0 0,1-1,-1 0,0 1,0-1,0 1,0-1,0 0,0 0,0 1,0-1,0 0,0 0,0 0,0 0,-1 0,1-1,0 0,0 0,0 0,0 0,0 0,0-1,0 1,0 0,1 0,-1-1,0 1,1 0,-1-1,1 1,0 0,-1-1,1 1,0-1,0-1,-2-15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55.1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76 2,'-15'0,"12"-1,-1 1,0 0,0-1,0 2,0-1,0 0,1 1,-1-1,0 1,0 0,1 0,-1 1,0-1,-3 3,7-4,0 1,0-1,-1 0,1 0,0 1,0-1,0 0,0 0,0 1,0-1,0 0,0 1,0-1,0 0,0 0,0 1,0-1,1 0,-1 0,0 1,0-1,0 0,0 0,0 1,0-1,1 0,-1 0,0 0,0 1,0-1,1 0,-1 0,0 0,0 0,0 1,1-1,-1 0,0 0,0 0,1 0,-1 0,0 0,1 0,-1 0,0 0,0 0,1 0,-1 0,0 0,1 0,15 4,-14-4,12 1,-1 1,1 0,-1 1,0 1,0 0,0 1,13 6,23 10,-39-18,1 1,-2 0,1 1,0 0,-1 1,16 12,-24-17,1 0,-1 0,0 0,0 0,0 1,0-1,0 1,-1-1,1 0,0 1,0-1,-1 1,1 0,-1-1,0 1,1-1,-1 1,0 0,0-1,0 1,0 0,0-1,-1 1,1 0,-1 1,0 1,-1-1,0 0,0 1,0-1,0 0,0 0,-1 0,1 0,-1-1,-5 5,-1 0,0-1,0 0,-1-1,1 0,-1 0,0-1,-14 3,14-5,0 0,1-1,-2 0,1-1,0 0,-10-2,16 1,-1 0,1 1,0-2,0 1,-1 0,1-1,0 0,0 0,0 0,1 0,-1-1,1 0,-1 1,1-1,-6-7,5 3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56.3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52,'1'0,"-1"0,1 0,0-1,0 1,0-1,0 1,0-1,0 1,0-1,-1 0,1 1,0-1,-1 0,1 0,0 1,-1-1,1 0,-1 0,1 0,-1 0,1 0,-1 0,0 0,1 0,-1 0,0 0,0-2,1 2,-1-1,0 1,1-1,-1 0,0 1,0-1,0 1,0-1,-1 0,1 1,0-1,-1 1,1-1,-1 1,1-1,-2-2,1 4,1 0,-1 0,1 0,-1 0,0 0,1 0,-1 0,1 0,-1 0,1 0,-1 0,1 0,-1 0,0 1,1-1,-1 0,1 0,-1 1,1-1,-1 0,1 1,0-1,-1 0,1 1,-1-1,1 1,0-1,-1 1,1-1,0 1,-1-1,1 1,0-1,0 1,-1 0,-9 20,9-17,1 0,0-1,0 1,0 0,0-1,1 1,0 0,-1-1,1 1,0-1,1 1,-1-1,1 0,-1 1,1-1,0 0,0 0,1 0,3 4,-2-2,0-1,1 0,-1 0,1 0,0 0,0-1,1 1,-1-1,1-1,11 5,1-3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57.4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1,'2'7,"-1"0,0-1,1 1,1 0,-1-1,1 1,5 8,2 8,-4-4,-1 1,-1-1,-1 1,-1 0,0 0,-2 1,-3 38,1-23,3 39,-1-72,0-1,1 0,-1 0,0 0,1 0,0 0,-1 0,1 0,0 0,0 0,0 0,0 0,0-1,1 1,-1 0,0-1,1 1,-1-1,1 1,0-1,-1 0,1 1,0-1,3 1,-2-1,0 0,1 0,-1-1,1 1,-1-1,1 0,-1 0,1 0,-1 0,1 0,-1-1,1 0,-1 0,4-1,9-4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3:58.2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26,'0'-5,"4"0,6 0,5 0,5 2,2 1,2 1,2 1,0 0,-1 0,1 0,-5 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00.4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 0,'-9'43,"8"-38,-1 0,1 0,0-1,0 1,0 0,1 0,-1 0,2 6,-1-10,1 1,0 0,-1-1,1 1,0 0,0-1,0 1,0-1,0 1,0-1,1 0,-1 1,0-1,1 0,-1 0,1 0,-1 0,1 0,0 0,-1-1,1 1,0 0,-1-1,1 1,0-1,0 0,2 1,5 0,1 0,-1 0,1-1,-1 0,1 0,-1-1,0-1,1 1,10-5,-18 6,1-1,-1 1,0-1,0 0,1 0,-1 0,0 0,0-1,0 1,0 0,0-1,-1 1,1-1,0 0,-1 0,1 0,-1 1,0-1,1 0,-1-1,0 1,0 0,-1 0,1 0,0-1,-1 1,1 0,-1-1,0 1,0 0,0-1,0 1,0-1,0 1,0 0,-1-1,0 1,1 0,-1 0,0-1,-1-1,-16-15,12 16,9 14,12 21,-14-28,1 1,-1-1,1 0,0 0,1 0,-1 0,1 0,0 0,0-1,0 1,0-1,0 0,8 6,-3-4,0-1,0 0,1 0,0-1,-1 0,1 0,0-1,0 0,1-1,-1 0,0 0,0-1,1 0,-1-1,0 0,11-2,-8-3,-7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03.4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170 1,'-6'0,"0"1,0 0,0 0,0 0,0 1,0-1,1 2,-1-1,0 0,1 1,0 0,0 1,0-1,-8 8,3-1,0 0,1 1,0 0,0 0,-7 16,14-24,0 1,0 0,0 0,1 0,-1 0,1 0,0 1,0-1,1 0,-1 0,1 1,0-1,0 0,1 1,-1-1,1 0,0 1,0-1,0 0,0 0,1 0,0 0,0 0,0 0,0-1,1 1,-1-1,1 1,0-1,0 0,0 0,1 0,-1-1,0 1,1-1,0 0,0 1,0-2,0 1,0 0,0-1,0 0,0 0,0 0,1-1,-1 1,0-1,1 0,7-1,5-2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04.7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1 147,'0'3,"0"0,1 1,-1-1,1 0,0 0,-1 0,1 1,1-1,-1 0,0 0,1-1,0 1,0 0,-1 0,2-1,-1 1,0-1,0 0,1 1,-1-1,1 0,0-1,0 1,-1 0,1-1,0 0,0 1,1-1,-1 0,0-1,0 1,0-1,1 1,-1-1,0 0,5 0,-4 0,1 0,0 0,0-1,0 1,0-1,0 0,-1 0,1-1,0 1,-1-1,1 0,-1-1,0 1,0-1,0 1,0-1,0-1,0 1,-1 0,1-1,-1 0,0 0,0 0,2-5,-3 4,0 0,-1-1,1 1,-1-1,-1 1,1-1,-1 1,0-1,0 1,0-1,-1 0,0 1,0-1,0 1,-1 0,0-1,0 1,0 0,-5-7,5 9,0-1,-1 1,1 0,-1 0,0 0,0 0,0 0,-1 0,1 1,-1-1,1 1,-1 0,0 0,0 1,0-1,0 1,0 0,0 0,0 0,0 0,0 1,-1 0,1 0,0 0,0 0,-6 1,6 0,-1 1,1-1,-1 1,1 0,0 0,0 0,0 0,0 1,0 0,0 0,1 0,-1 0,-3 5,-2 4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05.98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12,'0'111,"11"-126,1 1,0 0,22-19,-27 27,0 0,1 1,-1 0,1 0,0 0,17-6,-24 10,1 1,-1-1,1 1,0-1,0 1,-1-1,1 1,0 0,0 0,-1 0,1 0,0 1,-1-1,1 0,0 1,0-1,-1 1,1-1,-1 1,1 0,0 0,-1-1,1 1,-1 0,0 1,1-1,-1 0,0 0,0 0,0 1,0-1,0 1,0-1,0 1,0-1,0 1,-1 0,1-1,-1 1,1 0,-1-1,1 4,1 8,0 1,-1-1,-1 16,0-7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07.2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26,'3'0,"-1"0,1 1,0-1,0 0,0 1,-1 0,1-1,0 1,-1 0,1 0,0 1,-1-1,0 1,1-1,-1 1,0 0,0 0,0 0,0 0,0 0,0 0,2 4,1 3,0 1,-1 0,0 0,4 19,8 20,-7-22,-8-22,0-1,0 0,0 0,1 0,-1 1,1-1,0-1,0 1,1 0,-1 0,4 3,-5-6,0-1,-1 0,1 0,0 0,-1 0,1 0,0 0,-1 0,1 0,0 0,-1-1,1 1,0 0,-1 0,1 0,-1-1,1 1,0 0,-1-1,1 1,-1-1,1 1,-1 0,1-1,-1 1,1-1,-1 1,0-1,1 0,-1 1,0-1,1 1,-1-2,11-21,3-27,-9 29,1 1,1-1,1 2,11-22,-3 8,-11 18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08.2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75 68,'4'0,"0"-1,1 0,-1 0,0 0,0-1,1 1,-1-1,0 0,6-4,-9 5,0 1,0 0,0-1,0 0,-1 1,1-1,0 1,0-1,0 0,0 0,-1 0,1 1,0-1,-1 0,1 0,-1 0,1 0,-1 0,1 0,-1 0,0 0,1 0,-1 0,0 0,0 0,0 0,0-1,0 1,0 0,0 0,0 0,0 0,0 0,-1 0,1 0,-1 0,1 0,0 0,-1 0,1 0,-1 0,-1-1,0 0,1 1,-1 0,0 0,0 0,0 0,0 0,0 1,0-1,0 1,0-1,0 1,0 0,0-1,0 1,0 0,0 0,0 1,0-1,0 0,0 1,0-1,0 1,0 0,0-1,0 1,0 0,0 0,1 0,-1 1,-2 1,-3 1,0 1,1 0,0 1,0-1,0 1,-8 11,12-13,-1 0,1 0,0 1,0-1,0 1,1 0,0-1,0 1,0 0,0 0,1-1,0 1,0 0,0 0,0 0,1 0,0-1,1 7,-1-7,1-1,-1 1,1-1,-1 1,1-1,0 0,0 0,0 0,1 0,-1 0,1 0,0-1,-1 1,1-1,0 0,0 1,1-2,-1 1,0 0,1-1,-1 1,1-1,6 1,5 0,1 0,26-2,-20-1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09.2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15 178,'0'32,"0"-26,0-21,-7-47,4 50,1 1,1-1,0 0,1 1,0-13,1 21,-1 1,1 0,-1-1,1 1,0 0,0 0,0-1,0 1,0 0,1 0,-1 0,1 0,-1 1,1-1,-1 0,1 1,0-1,0 1,0-1,4-1,-1 0,0 1,1 1,-1-1,1 1,-1-1,1 2,9-2,7 2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11.9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149 1,'-1'2,"1"-1,-1 1,0-1,0 1,0-1,0 1,0-1,0 0,0 1,-1-1,1 0,0 0,-1 0,1 0,-1 0,1 0,-3 1,-30 14,27-14,0 1,0 1,1-1,-1 1,1 0,0 0,0 1,0 0,1 0,-8 8,12-11,-1 0,0 1,1-1,0 0,-1 0,1 1,0-1,0 0,0 1,0-1,1 1,-1 0,1-1,-1 1,1-1,0 1,0 0,0-1,1 1,-1 0,0-1,1 1,0-1,0 1,0-1,0 1,0-1,0 0,0 1,1-1,-1 0,1 0,2 3,0-2,0 0,0 0,0-1,1 0,-1 1,1-1,-1-1,1 1,0-1,0 1,-1-1,1-1,9 1,-6 0,0-1,-1 0,1 0,0-1,0 0,0 0,14-5,-17 3,-1 0,0 0,0 0,-1-1,1 1,0-1,-1 0,0 0,0 0,4-8,-2 3,0 0,0-1,-1 0,3-11,-7 3,-3 17,-1 10,-1 19,2-1,0 1,2-1,6 55,5-24,-7-50,-1 0,0 1,-1-1,0 1,0 0,-1-1,0 1,0 0,-1-1,-3 13,-1-2,0-2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12.3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165 105,'-4'0,"-6"0,-5 0,-5-4,2-6,-1 0,3-4,1 1,1-2,1 2,1-1,3 2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13.9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1 148,'7'0,"0"-1,1 0,-1 0,0-1,0 0,0 0,0-1,0 0,-1 0,1 0,-1-1,0 0,0 0,6-6,15-9,-25 18,0-1,0 1,0 0,0-1,0 1,-1-1,1 1,0-1,-1 0,1 0,-1 0,0 0,0 0,0 0,0 0,0 0,0 0,0-1,-1 1,1 0,-1-1,0 1,0 0,1-1,-1 1,-1 0,0-5,1 5,-1 0,0 1,0-1,-1 0,1 1,0-1,0 1,-1-1,1 1,-1 0,1 0,-1 0,0 0,1 0,-1 0,0 0,0 0,0 0,0 1,0-1,1 1,-1 0,0-1,0 1,0 0,0 0,0 0,0 0,0 1,0-1,0 0,0 1,-2 0,-2 1,1 0,-1 0,1 1,-1-1,1 1,0 0,0 1,1-1,-1 1,1 0,-1 0,1 0,0 1,1-1,-1 1,1 0,0 0,0 0,1 1,-1-1,1 1,-2 7,3-9,-1 1,1-1,0 1,1 0,-1-1,1 1,0 0,0 0,1-1,-1 1,1 0,0-1,0 1,0 0,1-1,0 0,0 1,0-1,0 0,1 0,-1 0,1 0,0 0,0-1,1 1,-1-1,1 0,4 3,3 0,-1 0,1-1,0 0,1 0,-1-1,1-1,-1 0,15 1,9-1,53-2,-80-1,13-1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22.9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195 1,'-13'0,"-1"1,0 0,0 1,0 1,-22 8,30-10,0 2,0-1,1 1,-1 0,1 0,0 0,0 1,0-1,1 1,-1 0,1 1,0-1,0 1,0 0,-4 8,7-11,0-1,0 1,0 0,0-1,1 1,-1 0,1 0,-1 0,1-1,0 1,0 0,0 0,0 0,0 0,0-1,0 1,0 0,1 0,-1 0,1-1,1 4,-1-3,1 0,0 0,-1-1,1 1,0-1,0 1,0-1,0 0,0 0,0 0,0 0,0 0,0 0,5 1,8 0,1 0,-1-1,1 0,18-2,-24 0,-1 1,0 0,0 0,-1 1,1 0,0 1,-1 0,1 0,8 4,-13-4,-1 0,1 0,0 0,-1 0,0 1,0-1,1 1,-1 0,-1 0,1 0,0 0,-1 1,0-1,0 1,0-1,0 1,0 0,-1 0,2 6,-2-7,-1 1,0-1,0 1,0-1,0 1,-1-1,1 0,-1 1,0-1,0 0,0 1,-1-1,1 0,-1 0,1 0,-1 0,0 0,0 0,-1-1,1 1,0-1,-1 0,0 1,1-1,-1 0,-4 2,2 0,-1-1,0 0,1 0,-1 0,0-1,0 1,-1-1,1-1,0 1,-1-1,1 0,-1-1,-6 0,0-1,1-1,0-1,1 0,-1-1,0 0,1-1,-21-12,16 6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23.9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93 18,'0'-1,"0"0,0 1,0-1,0 0,-1 0,1 0,0 0,-1 1,1-1,-1 0,1 0,-1 1,1-1,-1 0,0 1,1-1,-1 1,1-1,-1 1,0-1,0 1,1-1,-1 1,0 0,0-1,0 1,1 0,-1 0,0-1,0 1,0 0,0 0,0 0,0 0,1 0,-2 1,-1-2,0 2,1-1,-1 0,0 0,0 1,1 0,-1-1,0 1,1 0,-4 2,3-1,0 0,1 0,-1 0,1 0,-1 1,1-1,0 1,0 0,0-1,0 1,0 0,1 0,-1 0,1 1,0-1,0 0,0 0,0 1,1-1,-1 0,1 1,0-1,0 0,1 7,0-6,0 1,0-1,1 1,-1-1,1 0,0 0,1 0,-1 0,1 0,-1 0,1-1,0 1,0-1,1 0,-1 0,1 0,6 4,5 2,0 0,0-1,0-1,1-1,29 8,-27-10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24.9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1,'1'27,"2"0,6 31,-4-30,3 54,-8-42,-1-25,0-1,2 1,-1-1,2 1,4 18,-5-29,1 0,-1 0,1 0,0 0,1 0,-1-1,0 1,1 0,0-1,0 0,0 0,0 0,1 0,-1 0,1-1,-1 1,1-1,0 0,0 0,0 0,9 2,3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25.9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0,4 0,4 0,1 0,1 0,1 0,0 0,-1 0,1 0,-1 0,-9 0,-6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27.5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49 1,'-2'0,"0"1,1 0,-1 0,1-1,-1 1,1 0,0 1,-1-1,1 0,0 0,0 0,0 1,0-1,0 1,0-1,0 1,-1 2,-13 29,13-27,0 1,0-1,1 1,0-1,0 1,0-1,1 1,1 12,0-17,-1 1,1-1,-1 0,1 0,0 0,0 1,0-1,0 0,0 0,1 0,-1 0,0-1,1 1,0 0,-1-1,1 1,0-1,0 1,0-1,0 0,0 0,0 0,0 0,0 0,1 0,-1-1,5 2,-2-1,1 0,0-1,0 1,0-1,0-1,0 1,0-1,0 0,0 0,-1 0,1-1,0 0,-1 0,7-4,-10 5,1-1,-1 0,1 0,-1 1,0-1,0-1,0 1,0 0,0 0,-1-1,1 1,-1-1,1 0,-1 1,0-1,0 0,0 0,-1 1,1-1,-1 0,1 0,-1 0,0 0,0 0,0 0,0 0,-1 0,1 0,-1 0,-1-3,1 3,0 0,0 1,0-1,0 0,-1 1,1 0,-1-1,1 1,-1 0,0-1,0 1,0 0,0 0,0 1,-1-1,1 0,-1 1,1-1,-1 1,1 0,-1 0,0 0,1 0,-1 1,0-1,-3 0,6 1,0 0,0 0,-1 0,1 0,0 0,0 0,-1 0,1 0,0 0,0 0,-1 0,1 0,0 1,0-1,-1 0,1 0,0 0,0 0,0 0,-1 0,1 1,0-1,0 0,0 0,0 0,-1 1,1-1,0 0,0 0,0 0,0 1,0-1,0 0,0 0,0 1,-1-1,1 1,5 9,12 9,9 3,48 29,-64-45,-1-1,1 0,0-1,1 0,-1-1,1 0,-1 0,1-1,15 0,-17-1,-4 0,0-1,0 0,0 0,0 0,0 0,0-1,-1 1,1-1,0-1,0 1,-1-1,8-3,-7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29.4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68 1,'-1'3,"0"0,0-1,0 1,-1 0,1 0,0-1,-1 1,0-1,0 0,0 1,-3 2,-12 19,12-13,0 1,0 0,1 0,-4 18,7-27,1-1,-1 0,1 1,0-1,0 0,0 1,0-1,0 1,0-1,1 0,-1 1,1-1,0 0,0 0,0 1,0-1,0 0,0 0,0 0,1 0,-1 0,1-1,-1 1,4 3,3 0,1-1,0 0,-1 0,1 0,0-1,1 0,-1-1,0 0,15 0,-10 0,0-2,0 0,0-1,0 0,27-6,-37 6,-1 0,0 0,1 0,-1-1,0 1,0-1,0 1,0-1,0 0,0 0,0-1,-1 1,1-1,-1 1,0-1,1 0,-1 1,0-1,-1 0,1-1,-1 1,1 0,-1 0,0-1,0 1,0-1,-1 1,1 0,-1-1,0 1,0-1,0 0,0 1,0-1,-1 1,0 0,0-1,-2-5,0 3,0 1,0 0,0 1,-1-1,0 0,0 1,0 0,-1 0,1 0,-1 1,0-1,-5-2,-4 0,1 0,-1 1,-20-4,-2-2,20 6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30.0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1,'0'3,"1"0,0 1,0-1,1 0,-1 0,1 0,-1 0,1-1,4 5,5 12,-6-7,0 0,-2 1,1 0,-2 0,1 0,-1 20,-3 85,-1-51,1 6,1-51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30.78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0,'5'0,"0"5,0 4,0 6,-2 4,-1 4,-1 1,-1 1,0 1,0 0,0-5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31.1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1,'5'0,"0"4,0 2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32.5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91,'1'1,"0"-1,0 0,0 1,0-1,0 1,0-1,-1 1,1-1,0 1,0-1,0 1,-1 0,1 0,0-1,-1 1,1 0,-1 0,1 0,-1 0,1 0,-1-1,1 1,-1 0,0 0,1 0,-1 0,0 2,5 35,-3-27,-2-11,12 55,-12-53,1 0,0 0,-1 0,1 0,0 0,0-1,0 1,0 0,0 0,1-1,-1 1,0 0,1-1,-1 1,1-1,0 0,-1 0,1 0,0 1,0-1,0-1,0 1,3 1,-4-2,0-1,1 1,-1 0,1-1,-1 1,1-1,-1 1,0-1,1 1,-1-1,0 0,0 0,0 0,1 0,-1 0,0 0,0 0,0 0,0 0,-1 0,1-1,0 1,1-3,16-38,-13 28,5-7,-2 0,1 2,0-1,2 1,0 1,23-28,-23 34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33.3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96 89,'2'0,"-1"0,1 0,-1-1,1 1,-1 0,0-1,1 1,-1-1,1 1,-1-1,0 0,0 1,1-1,-1 0,0 0,0 0,0 0,0 0,0 0,0 0,0 0,0-1,0 1,-1 0,1 0,0-1,-1 1,1 0,0-4,-1 3,1 0,-1 0,0 0,0 0,0-1,0 1,0 0,0 0,0 0,-1 0,1 0,-1 0,0-1,1 1,-1 0,0 1,0-1,0 0,-2-3,1 4,1-1,0 1,0 0,-1 0,1-1,-1 1,1 0,-1 0,1 0,-1 0,0 1,0-1,1 0,-1 1,0-1,0 1,0 0,1-1,-1 1,0 0,0 0,0 0,-2 1,1 0,0 0,0 0,0 0,1 1,-1-1,0 1,1 0,-1 0,1 0,-1 0,1 0,-4 4,1 1,1-1,-1 1,1-1,0 1,1 0,-1 1,1-1,1 1,-1-1,-1 14,4-5,1 0,1 0,1-1,5 24,-4-22,-2-13,-1 0,0 0,1-1,0 1,-1-1,1 1,1-1,-1 0,0 0,1 0,0 0,0 0,0 0,0-1,0 1,0-1,1 0,-1 0,4 1,12 5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34.1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1 100,'0'67,"0"-50,0-46,0 19,0 0,1-1,0 1,0 0,1 0,6-19,-6 25,0 0,0 1,0-1,0 0,1 1,0 0,-1-1,1 1,0 0,1 1,-1-1,0 0,1 1,0 0,-1 0,1 0,0 0,0 0,7-1,9-1,-1 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36.8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150 1,'-2'0,"-1"1,1-1,-1 1,1 0,0 0,-1 0,1 0,0 0,0 0,-1 1,1-1,0 1,1 0,-1-1,0 1,-2 3,-26 37,26-35,-7 8,7-10,0 0,0 1,1 0,0 0,0 0,-4 11,7-16,0 0,0 0,-1 0,1 0,0 0,0 0,1 0,-1 0,0 0,0 0,0 0,1 0,-1 0,0 0,1 0,-1 0,1 0,-1 0,2 1,0 0,-1-1,1 0,0 1,0-1,0 0,0 0,0 0,0-1,0 1,0 0,0-1,0 1,3-1,1 1,0-1,1 0,-1 0,0-1,0 0,0 0,0-1,0 1,0-1,0 0,-1-1,1 0,-1 1,0-2,1 1,-1-1,6-5,-8 6,1 0,-1 0,0 0,0-1,0 1,0-1,-1 0,1 1,-1-1,0-1,0 1,0 0,-1 0,1-1,-1 1,0-1,-1 1,1-1,-1 1,0-1,0 1,0-1,-2-7,2 11,0 0,0 1,0-1,0 1,0-1,0 1,0-1,0 1,0-1,0 0,0 1,-1-1,1 1,0-1,0 1,-1-1,1 1,0-1,-1 1,1 0,0-1,-1 1,1-1,-1 1,1 0,-1-1,1 1,-1 0,1 0,-1-1,1 1,-1 0,1 0,-1 0,1-1,-1 1,0 0,1 0,-1 0,1 0,-1 0,1 0,-1 0,1 1,-1-1,0 0,1 0,-1 0,1 1,-1-1,1 0,-1 0,1 1,-1-1,1 0,-1 1,-1 1,0 0,0 1,0-1,0 0,1 1,-1-1,1 1,-1-1,-1 6,2-3,0 0,0 1,1-1,-1 0,1 1,0-1,1 0,-1 1,1-1,0 0,2 6,3 6,16 33,6 15,-18-32,-2-6,9 47,-16-66,0 0,-1 0,1 0,-2 0,1 0,-1 0,0-1,-1 1,0 0,-5 13,5-16,-1-1,0 0,0 0,0 0,0-1,-1 1,1-1,-1 1,0-1,0 0,0-1,0 1,-1-1,1 0,-1 0,1 0,-1 0,0-1,1 0,-1 0,0 0,0-1,0 1,-5-1,0 0,1 0,0-1,0 0,0 0,0-1,0 0,0-1,0 0,0 0,1-1,-16-9,21 10,0 1,1 0,0 0,-1-1,1 0,0 1,0-1,0 0,1 0,-1 0,1 0,-1 0,1 0,-1-5,-2-9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4:38.2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0 250,'8'-1,"-1"1,1-2,-1 1,1-1,-1 0,0 0,0-1,0 0,0 0,0-1,-1 0,1 0,-1 0,0-1,0 0,-1 0,6-7,2-3,0-1,-2-1,0 0,0-1,9-24,-19 41,0-1,0 1,-1-1,1 1,0-1,-1 0,1 1,-1-1,0 0,1 1,-1-1,0 0,0 0,0 1,0-1,-1 0,1 0,0 1,-1-1,1 0,-1 1,0-1,1 1,-1-1,0 1,0-1,-2-2,1 2,-1 1,1-1,-1 1,0-1,1 1,-1 0,0 0,0 0,0 1,1-1,-1 0,0 1,0 0,0 0,-6 0,7 0,-1 0,1 1,-1-1,1 0,0 1,-1-1,1 1,0 0,-1 0,1 0,0 0,0 0,0 0,0 1,0-1,0 1,0-1,1 1,-1 0,0 0,1 0,-1 0,1 0,0 0,0 0,0 0,0 0,0 0,0 1,0-1,1 0,-1 1,1-1,0 1,0-1,0 1,0-1,0 0,1 4,0 5,1 0,0 0,0 1,1-2,1 1,0 0,6 10,-4-9,0 0,1-1,1 0,0 0,11 12,-16-20,-1-1,1 1,0-1,0 1,0-1,0 0,0 0,1-1,-1 1,0-1,1 1,-1-1,1 0,0 0,-1-1,1 1,0-1,-1 0,1 1,0-2,0 1,-1 0,5-2,3-3,-6-1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12.3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1,'4'0,"-1"0,0 0,1 0,-1 0,0 1,0-1,0 1,1 0,-1 0,0 0,0 0,0 1,0-1,0 1,4 4,-4-4,-1 1,0 0,0 1,0-1,0 0,-1 1,0-1,1 0,-1 1,0 0,0-1,-1 1,1 0,-1 3,4 61,-6 77,-1-33,3-89,-1 1,-2-1,-8 40,7-38,0 0,2 0,1 37,2-41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13.1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26,'5'0,"4"0,7 0,3 0,4 0,1 0,-3-4,-1-1,0-1,2 2,0 1,1 1,1 1,0 1,-3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13.6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1,'0'4,"5"2,0 3,5 1,4-2,4-2,3-2,2-1,2-2,0-1,1 0,-1-1,-4 1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14.1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104 0,'-1'5,"0"-1,-1 0,1 0,-1 0,0 0,0 0,-3 5,-3 6,-48 120,51-123,1-1,0 0,1 1,1 0,0-1,-1 23,2-6,6 48,-5-73,0 0,1 0,-1-1,1 1,0 0,0-1,0 1,0-1,1 1,-1-1,4 5,5 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14.6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100 0,'-30'27,"21"-20,1 1,0-1,0 1,1 1,-13 18,18-24,1 0,0 0,-1 0,1 0,1 0,-1 1,0-1,1 0,0 1,-1-1,1 0,1 1,-1-1,0 0,1 0,0 1,0-1,0 0,0 0,0 0,0 0,1 0,0 0,-1 0,4 3,2 2,1 0,0-1,1 0,-1 0,2-1,-1 0,1 0,15 6,-12-6,0 1,0 1,0 0,-1 1,11 10,-20-16,-1 0,1 0,-1 0,0 0,0 0,0 1,0-1,0 1,-1-1,0 1,0-1,0 1,0 0,0 0,-1-1,1 1,-1 0,0 0,0 0,-1 0,1-1,-1 1,-2 7,1-6,0 1,-1-1,0 1,0-1,0 0,0 0,-1 0,0-1,0 1,0-1,-1 0,0 0,1 0,-1-1,-10 6,0-1,-1-1,0-1,0 0,-22 5,17-6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14.9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0,'5'9,"1"0,-2 0,1 0,-1 1,0-1,-1 1,4 20,-7-29,6 28,-2 1,2 35,5 38,14 20,-24-119,-1-1,1 1,-1-1,0 1,0-1,0 1,0-1,-1 1,0-1,1 0,-1 1,0-1,-1 0,1 1,-1-1,1 0,-1 0,0 0,0 0,0-1,0 1,-5 4,-7 4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15.3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1,'4'0,"6"0,5 0,4 0,-1 4,1 1,1 1,-3-2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15.7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1,'4'0,"5"0,7 0,3 0,3 0,3 0,-4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19.1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78,'519'0,"-501"1,0 1,0 1,17 4,-16-2,0-2,26 2,61 8,-73-8,51 2,1371-8,-1431 0,1-1,28-7,-26 4,41-3,95 10,69-4,-163-10,10 0,1-1,-58 9,0 0,26-1,-15 5,-4 0,0-2,0 0,34-8,-42 6,0 2,0 0,26 1,-28 1,1 0,0-1,37-9,-18 3,1 1,-1 2,1 2,69 5,-20-1,1414-2,-1482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20.3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62,'2'0,"0"-1,-1 1,1-1,-1 0,0 0,1 0,-1 0,0 0,1 0,-1 0,0 0,0 0,0-1,0 1,0-1,0 1,1-3,14-28,-16 31,5-6,-2 8,0 18,-2 36,-1-50,0 67,-2 61,-16-63,19-64,2-3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23.6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238 1,'-6'0,"-13"-1,0 1,0 2,0 0,-24 5,37-5,0 0,0 0,0 1,0 0,1 0,-1 0,1 1,0 0,0 0,0 0,1 0,-1 1,1 0,0 0,0 0,-5 10,6-10,0 0,0 1,0 0,1-1,0 1,0 0,-2 9,4-14,0 1,0-1,0 0,0 0,0 0,1 1,-1-1,0 0,1 0,-1 0,0 0,1 1,0-1,-1 0,1 0,-1 0,2 1,0 0,0-1,0 0,0 1,0-1,0 0,0 0,0 0,0 0,0-1,1 1,-1-1,4 1,58 5,-48-6,-1 1,1 0,0 2,29 7,-41-8,0 0,0-1,0 1,0 1,0-1,-1 1,1-1,-1 1,1 0,-1 1,0-1,0 0,0 1,-1 0,1-1,-1 1,0 0,0 0,0 1,-1-1,3 8,-4-8,0 0,0-1,0 1,0-1,0 1,-1 0,0-1,0 1,0-1,0 1,0-1,0 0,-1 1,0-1,0 0,0 0,0 0,0 0,-1-1,1 1,-1 0,1-1,-5 3,1 0,0-1,0 1,0-1,-1-1,1 1,-1-1,0 0,0 0,0-1,-11 2,13-4,-1 1,1-2,0 1,0-1,0 1,0-1,0-1,0 1,-9-5,-42-24,36 18,6 4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24.3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48 0,'0'28,"-2"-1,-1 1,-1-1,-2 0,-10 33,12-46,0-1,1 1,1 0,0 0,1 0,0 0,3 26,-1-32,1-1,-1 1,2 0,-1-1,1 0,0 1,0-1,1 0,0-1,0 1,1-1,-1 1,1-2,1 1,8 8,-2-5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28.0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185 1,'-14'-1,"1"1,0 1,-1 0,1 1,0 1,0 0,0 0,0 2,-13 5,24-9,0 0,1 0,-1 0,0 0,1 0,-1 0,0 1,1-1,-1 1,1-1,0 1,0-1,0 1,-1 0,1 0,1 0,-1 0,0-1,0 1,1 0,-1 0,1 0,0 0,-1 0,1 1,0-1,0 0,0 0,1 0,-1 0,0 0,1 0,-1 0,1 0,0 0,0-1,0 1,1 3,1-1,0 0,0-1,0 1,0 0,0-1,1 0,-1 0,1 0,0 0,0-1,0 0,0 1,1-1,-1-1,0 1,6 1,21 1,-24-3,1 0,-1 0,1 1,-1 0,0 0,10 5,-15-6,1 1,-1-1,0 1,0 0,0 0,0 0,0 0,0 1,0-1,-1 0,1 1,-1-1,0 1,1-1,-1 1,0 0,-1 0,1-1,0 1,-1 0,0 4,1-3,-1 0,0 0,0 0,0 1,0-1,-1 0,0 0,0 0,0 0,0 0,-1 0,0 0,1 0,-1-1,-1 1,1-1,0 1,-1-1,0 0,0 0,0 0,0 0,0-1,-4 4,0-2,-1 0,1-1,-1 1,1-1,-1-1,0 1,0-1,0-1,0 0,0 0,-15 0,19-1,0-1,0 1,0-1,0 0,0 0,0 0,1 0,-1-1,-4-2,-8-7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28.6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0,'4'0,"2"4,-1 6,-1 6,-1 3,-1 3,-1 3,0 0,-1 1,0 0,-1-1,1 0,0 0,0 0,0 0,0 0,0-5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29.3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0,'0'4,"4"2,6-1,5 4,4-1,4-1,1-1,2-3,-1-1,1-1,0-1,-1 0,0-1,0 1,-4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29.8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1,'5'0,"0"4,0 6,0 5,2 0,0 2,0 2,-3 2,-1 2,-1 1,-1 0,-1 1,0 0,-1 0,1 0,0 0,0-4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30.3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0,'3'0,"0"1,-1-1,1 1,-1-1,1 1,-1 0,1 0,-1 0,1 0,-1 1,0-1,0 0,0 1,0 0,0-1,0 1,0 0,0 0,-1 0,1 0,-1 1,1-1,-1 0,0 1,1 3,4 8,-2 1,1-1,2 22,-2-12,34 179,-37-184,0 0,0 0,-3 31,0-46,1 1,0-1,-1 0,0 0,0 0,0 0,0 0,-1-1,1 1,-1 0,0 0,0-1,-1 0,1 1,-1-1,1 0,-1 0,0 0,0 0,0-1,-1 1,1-1,-5 2,-10 2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30.9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125 0,'-2'1,"0"-1,-1 1,1 0,0 0,0 0,0 0,0 0,-1 0,2 1,-1-1,0 1,0-1,0 1,1 0,-1 0,1-1,-1 1,-1 4,-21 39,15-25,2 1,1 0,0 1,-5 43,1-9,5-34,2 0,-2 27,5-36,0 0,1 0,1 0,0 0,1-1,5 18,-6-25,0 1,0-1,1 1,0-1,0 0,0 0,1 0,0-1,-1 1,2-1,-1 0,0 0,1 0,0-1,0 1,7 2,2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31.8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148 0,'-6'5,"-1"0,1-1,-1 0,0 0,-11 4,-7 4,18-8,0 0,1 1,-1 0,1 0,0 0,0 1,1 0,-6 8,10-13,0 1,0-1,0 1,0 0,0-1,0 1,1 0,-1-1,0 1,1 0,0 0,-1-1,1 1,0 0,0 0,0 0,0-1,0 1,1 0,-1 0,0 0,1-1,-1 1,1 0,0-1,-1 1,1 0,0-1,0 1,0-1,0 1,1-1,-1 0,0 1,1-1,-1 0,0 0,1 0,-1 0,1 0,0 0,3 1,9 4,0-1,1 0,0-1,0-1,21 2,23 6,-57-10,11 1,-1 2,0-1,0 1,0 1,15 9,-24-13,-1 1,1 0,-1 0,0 0,0 0,0 0,0 1,0-1,0 0,0 1,-1-1,1 1,-1 0,0 0,0 0,0-1,0 1,0 0,-1 0,1 0,-1 0,0 0,0 0,0 0,0 0,0 0,-1 0,-1 5,1-2,-2 0,1-1,-1 1,1-1,-2 1,1-1,-1 0,1 0,-1 0,-1-1,1 1,-1-1,1 0,-1 0,0-1,-1 0,1 1,0-2,-1 1,0-1,0 0,0 0,-8 2,5-2,-1 0,1 0,-1-1,1 0,-1-1,0 0,1-1,-1 0,1 0,-1-1,1 0,0-1,0 1,-13-8,5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32.7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0,'4'0,"1"4,1 6,-2 5,-1 5,-1 2,-1 3,-1 0,0 0,0 1,0 0,-1-1,1 0,0 0,0 0,0-5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33.3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1,'4'0,"6"0,1 4,3 1,3 1,-1 2,1 1,1-2,2-2,2-2,2-1,0-1,1-1,0-4,0-2,-4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34.2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2,'28'0,"-12"-1,0 0,0 2,1 0,-1 1,19 4,-32-5,-1 0,1 0,0 0,0 0,0 0,-1 1,1-1,-1 1,1 0,-1 0,0 0,0 0,1 0,-1 0,-1 0,1 1,0-1,-1 1,1-1,-1 1,1 0,-1 0,0-1,-1 1,1 0,0 0,-1 0,1 0,-1 0,0 0,0 0,0 0,-1 0,0 4,1-4,-1 1,0-1,0 0,0 0,0 1,-1-1,1 0,-1 0,0 0,1-1,-1 1,-1 0,-3 3,-39 28,39-31,1 0,0 0,-1 0,1 1,1 0,-1 0,1 0,-1 1,1-1,0 1,1 0,-1 0,1 1,0-1,0 1,-1 5,2-7,1 0,1-1,-1 1,1 0,-1 0,1 0,0 0,0 0,1-1,-1 1,1 0,0 0,0-1,0 1,0 0,3 4,-2-6,0 0,0 1,1-1,-1 0,1 0,-1 0,1 0,0 0,0-1,-1 1,1-1,0 0,0 0,1 0,-1 0,0-1,0 1,0-1,6 1,41-1,-28-1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55:35.0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0,'1'11,"1"-1,0 1,0-1,1 0,0 0,8 17,-5-14,-1 1,6 23,-4 3,1-1,-1 1,1 60,-7-84,1 1,6 24,-5-26,0 0,-1 1,1 21,-4-32,1 0,0-1,-1 1,0-1,0 1,-1-1,1 1,-1-1,0 1,0-1,0 0,0 0,-1 0,0-1,-5 7,-6 4,2-3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5:52.6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118 2,'96'-1,"105"3,-118 10,-53-7,54 3,30-9,-157 0,17 0,0 1,-1 1,1 1,-31 6,32-2,-1-2,-44 1,36-3,-32 6,56-6,0 0,0 1,1 0,-1 1,1 0,-1 0,-12 10,8-6,1-1,-28 12,27-14,0 1,-20 13,29-16,1 1,-1-1,1 1,0 0,0 1,0-1,0 1,1-1,0 1,-4 8,0 2,2-7,1 1,0 0,1 0,-5 19,7-26,1 1,0 0,0 0,0 0,0 0,0 0,1 0,-1-1,1 1,0 0,0 0,0-1,0 1,0 0,1-1,-1 1,1-1,-1 0,1 1,4 3,3 2,1-1,0 0,0 0,0-1,1 0,13 5,-9-4,-1 0,24 16,-30-17,0 0,0 0,0-1,0 0,1-1,0 0,0-1,0 1,0-2,1 1,-1-1,1-1,-1 0,1 0,0-1,-1 0,1 0,0-1,-1-1,1 0,-1 0,1 0,-1-1,15-8,46-19,-52 24,-1-1,0-1,27-16,-42 23,0-1,0 0,0 1,0-1,0 0,0 0,-1 0,1 0,-1 0,1 0,-1 0,0-1,0 1,0 0,0-1,0 1,0-1,-1 1,1-1,-1 1,0-1,0 0,0-4,-1 5,1 0,-1 0,0 0,0-1,0 1,0 0,0 0,0 1,0-1,-1 0,1 0,-1 0,1 1,-1-1,0 1,1-1,-1 1,0 0,0 0,0 0,0 0,0 0,0 0,-1 0,1 1,-4-1,-9-1,0 0,-28 2,20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5:53.5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0,5 0,2 0,2 0,2 0,-1 0,1 0,0 0,-5 4,-2 1,1 1,0-2,-2-1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5:54.4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1,'5'0,"5"0,5 0,4 0,4 0,-3 4,-1 1,2 1,0-2,2-1,0-1,-11-1,-8-1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5:59.7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29,'29'0,"-1"-1,1-1,42-10,-30 6,1 1,0 2,79 6,-30-1,131-2,-201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6:00.3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1,'4'0,"6"0,5 0,5 0,2 0,2 0,2 0,-1 0,1 0,0 0,-1 0,-4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7:09.7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0 124,'25'1,"-1"1,30 7,-28-4,43 3,353-7,-201-3,-203 1,1-1,32-7,-31 4,0 2,24-2,411 4,-219 3,-228-3,0 0,0-1,0 1,0-2,0 1,-1-1,1 0,8-5,-7 3,0 1,0 0,1 1,0 0,12-2,38 0,96 6,-52 2,-80-3,-1 1,0 1,41 10,-25-6,1-1,-1-2,1-2,46-4,5 0,797 3,-870-1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6:13.2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28,'40'0,"-1"-2,55-10,-64 6,1 3,0 0,-1 2,43 3,-73-1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6:14.1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1,'3'0,"-2"1,1-1,0 1,0-1,0 1,0 0,0 0,0 0,-1 0,1 0,0 0,-1 0,1 1,-1-1,1 1,-1-1,0 1,0-1,1 1,-1 0,0 0,0-1,-1 1,1 0,0 0,0 4,2 4,0-1,-1 1,1 19,-3-21,1 1,0-1,1 0,-1 0,1 0,6 12,-8-18,1-1,0 1,0 0,0-1,1 1,-1-1,0 1,1-1,-1 1,1-1,-1 0,1 0,-1 0,1 0,0 0,0 0,-1 0,1-1,0 1,0-1,0 1,0-1,0 0,0 1,0-1,0 0,0 0,0-1,0 1,0 0,0-1,3 0,53-25,-41 19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6:14.7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1,'3'4,"0"0,0 0,-1 1,0-1,1 1,-2 0,1 0,0 0,-1 0,0 0,0 0,0 8,0 6,-2 38,-1-42,-1-1,-1 1,0-1,-7 19,5-19,1 1,0 0,-3 25,5 59,3-78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6:15.5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0,5 0,2 0,2 0,2 0,0 0,-1 0,1 0,-1 0,0 0,0 0,0 0,0 0,-9 0,-7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6:16.2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1,'4'0,"-1"0,1 1,0 0,0-1,0 2,0-1,-1 0,1 1,0-1,-1 1,1 0,-1 0,0 0,0 1,0-1,0 1,0 0,0 0,-1 0,1 0,-1 0,0 0,0 1,0-1,-1 1,1-1,-1 1,0 0,1 4,3 9,-2 0,0 0,-1 1,0-1,-2 21,-2 61,2-77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6:17.5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10,'4'0,"6"0,5 0,4 0,4 0,1 0,1 0,1 0,0 0,-1 0,1 0,-1 0,-4-4,-6-1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6:19.2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40 204,'-1'-54,"3"-62,-2 114,0 1,0-1,0 1,0 0,0-1,0 1,1 0,-1-1,0 1,1 0,-1-1,1 1,0 0,-1 0,1-1,0 1,0 0,0 0,0 0,0 0,0 0,0 0,0 0,0 1,0-1,0 0,2 0,-2 1,0 0,1 1,-1-1,0 1,0-1,0 1,1-1,-1 1,0 0,0-1,0 1,0 0,0 0,0 0,-1 0,1 0,0 0,0 0,-1 0,1 0,0 0,-1 0,1 0,-1 1,0-1,1 0,-1 0,0 1,0-1,0 2,3 13,-1 0,0 1,-2-1,0 1,0-1,-2 1,0-1,-7 28,3-12,-1 30,7-50,0 0,-1 0,-1 0,0 0,-1-1,0 1,0-1,-11 21,13-29,-1-1,0 0,0 0,0 0,0 0,0 0,0 0,-1-1,1 1,-1-1,1 0,-4 2,1-1,63-1,-2 0,-38 0,-1-1,1 0,-1-1,0-1,34-8,-40 3,-11 7,0 0,0 0,0-1,0 1,0 0,0 0,0-1,0 1,0 0,0 0,0 0,0-1,0 1,0 0,0 0,0 0,-1-1,1 1,0 0,0 0,0 0,0-1,0 1,-1 0,1 0,0 0,0 0,0 0,-1 0,1-1,0 1,0 0,0 0,-1 0,1 0,0 0,0 0,0 0,-1 0,1 0,0 0,0 0,-1 0,1 0,0 0,-1 0,-10-2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6:20.7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0 223,'0'-4,"0"-6,0-5,4 0,2-2,3 3,1-2,3 3,-2-1,-1-3,0 3,0-2,-2-1,1 2,0-1,-2 6,-2 10,-3 4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6:22.0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0,'0'5,"4"0,6 0,5 0,5-2,2-1,2-1,2-1,-1 0,1 0,-9 0,-7-1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7:45.0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2,'86'-2,"125"4,-207-1,0-1,-1 0,1 1,-1 0,1 0,-1 0,1 0,-1 0,0 1,0-1,0 1,0 0,0 0,0 0,4 4,-6-4,0-1,0 1,0 0,0 0,0 0,0 0,-1 0,1 0,-1 1,1-1,-1 0,0 0,0 0,0 0,0 0,0 1,0-1,-1 0,1 0,-1 0,1 0,-1 0,0 0,0 0,-2 4,1-2,0 0,-1 1,1-1,-1 0,0 0,0 0,-1-1,1 1,-1-1,0 0,0 1,0-2,-8 6,5-5,-1-1,1 1,-1-1,0-1,0 1,1-1,-1-1,-9 1,-13 0,-51 11,41-5,39-7,-1 0,1 1,0-1,-1 0,1 0,-1 1,1-1,0 1,-1-1,1 1,0-1,0 1,-1 0,1 0,0 0,0 0,0 0,-1 1,6 4,15-1,18 0,-1 2,39 11,-66-14,0-1,0 1,-1 1,1-1,-1 1,0 1,-1 0,1 0,-1 0,9 11,-13-14,-1 0,1 0,-1 0,0 0,0 0,0 0,-1 1,1-1,-1 1,0-1,0 1,0-1,0 1,-1 0,1 0,-1-1,0 1,0 0,0 0,-1-1,1 1,-1 0,0-1,0 1,0-1,0 1,-1-1,0 1,-1 2,-1 1,0-1,0 1,-1-1,1 0,-1-1,-1 1,1-1,-1 0,0 0,0-1,0 1,-1-1,1-1,-1 1,0-1,0 0,0-1,-1 0,-12 2,-8-1,-1-1,-29-3,48 1,-11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15.1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1,'666'0,"-644"0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17.28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50 18,'-1'0,"0"0,0-1,0 1,1-1,-1 1,0-1,0 1,0-1,0 0,1 1,-1-1,0 0,1 0,-1 0,0-1,-6-5,7 7,0 0,0 0,-1 0,1 0,0 0,0 0,-1 1,1-1,0 0,0 0,0 0,0 0,-1 0,1 0,0 1,0-1,0 0,0 0,0 0,-1 0,1 1,0-1,0 0,0 0,0 0,0 1,0-1,0 0,0 0,0 0,0 1,0-1,0 0,0 0,0 1,0-1,0 0,0 0,0 0,0 1,-2 33,0 0,5 35,-1-30,-4 44,-1-62,-1 0,-10 26,14-45,-2 2,1-5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18.0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0,'4'0,"1"5,5 0,4 0,4 0,3-2,3-1,1-1,0-1,0 0,1 0,-1 0,0-1,0 1,-4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20.3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88 89,'1'-10,"1"1,0-1,0 0,6-15,0 1,-5 106,-2-23,1-36,-2 0,0 0,-2 0,-5 26,4-38,-1-1,0 0,-1 0,0 0,-1-1,0 1,-1-2,1 1,-2-1,1 0,-1 0,0-1,-11 8,18-15,0 0,1 1,-1-1,1 0,-1 1,1-1,-1 0,0 1,1-1,-1 1,1-1,-1 1,1-1,0 1,-1-1,1 1,0-1,-1 1,1-1,0 1,-1 0,1-1,0 1,0 0,0-1,0 2,0-1,1-1,0 1,-1 0,1-1,0 1,-1-1,1 0,0 1,0-1,0 0,0 1,-1-1,1 0,0 0,0 0,0 0,1 0,54 0,-45 0,118-2,-107 2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21.4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0,4 0,4 0,1 0,1 0,1 0,0 0,-1 0,-3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22.4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0,5 0,2 0,2 0,2 0,0 0,-1 0,1 0,-1 0,0 0,0 0,-9 0,-6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26.4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0,'4'0,"6"0,5 0,4 0,4 0,1 0,1 0,1 0,-4 4,-2 2,-1-1,2 0,1-2,1-2,-3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27.5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1,'5'0,"4"0,6 0,5 0,2 0,3 0,-8 0,-7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28.9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1,'0'20,"-1"-12,1 1,0 0,0-1,1 1,3 11,-3-17,0-1,0 0,0 1,0-1,0 0,0 0,1 0,-1 0,1 0,0 0,-1-1,1 1,0-1,0 1,0-1,0 1,0-1,0 0,0 0,1 0,-1 0,0 0,5 0,7 1,0 0,1-1,22-1,-23-1,0 1,0 1,0 0,14 4,-14-2,0 1,0 0,0 1,-1 0,0 1,12 8,-21-11,0-1,0 1,-1 0,1 1,-1-1,0 1,0-1,0 1,-1 0,1 0,-1 0,0 1,0-1,0 0,0 1,-1 0,0-1,0 1,0 0,-1-1,1 10,-2-10,1 0,-1 0,0 0,0-1,0 1,-1 0,1-1,-1 1,0-1,0 1,0-1,0 0,-1 0,1 0,-1 0,0 0,1-1,-1 1,-1-1,1 0,0 0,-1 0,-3 1,-2 2,0-1,0 0,0-1,-1 0,1-1,-1 0,-19 1,26-3,-1 1,0-1,0-1,0 1,0-1,0 1,0-1,0 0,1-1,-7-2,7 3,1-1,0 1,0-1,1 0,-1 1,0-1,1 0,-1 0,1 0,-1 0,1-1,0 1,0 0,0-1,0 1,0 0,0-5,-2-12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29.8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0,4 0,4 0,-3 4,0 2,-4-1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31.2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10,'657'0,"-657"0,0 0,0-1,0 1,-1 0,1 0,0 0,0 0,0 0,0-1,0 1,0 0,0 0,0 0,0 0,0 0,0-1,0 1,0 0,0 0,0 0,0 0,0 0,0-1,0 1,1 0,-1 0,0 0,0 0,0 0,0 0,0-1,0 1,0 0,0 0,1 0,-1 0,0 0,0 0,0 0,0 0,0 0,0 0,1 0,-1-1,0 1,0 0,0 0,0 0,0 0,1 0,-1 0,0 0,0 0,0 0,0 0,0 1,1-1,-1 0,0 0,0 0,0 0,0 0,0 0,0 0,1 0,-1 0,-4-5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33.2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 21,'20'-1,"0"-1,21-5,-20 3,41-3,-56 7,1 0,-1 1,0 0,0 0,1 0,-1 0,0 1,0 0,0 1,10 5,-14-7,0 0,-1-1,1 1,-1 0,1 1,-1-1,1 0,-1 0,0 1,1-1,-1 1,0-1,0 1,0-1,0 1,0 0,-1-1,1 1,0 0,-1 0,1-1,-1 1,0 0,0 0,1 0,-1 0,-1 0,1 0,0-1,0 1,-1 0,1 0,-1 0,1-1,-1 1,0 0,1 0,-1-1,0 1,0-1,0 1,-1-1,1 1,0-1,-1 0,0 2,-4 2,1 0,-1 0,0 0,0-1,0 0,-1 0,1-1,-1 1,0-1,-12 3,11-5,-21 6,29-7,0 0,0 0,0 0,-1 0,1 0,0 0,0 0,0 1,0-1,0 0,-1 0,1 0,0 0,0 0,0 0,0 0,0 0,0 0,0 0,-1 1,1-1,0 0,0 0,0 0,0 0,0 0,0 0,0 0,0 1,0-1,0 0,0 0,0 0,0 0,0 0,0 1,0-1,0 0,0 0,0 0,0 0,0 0,0 1,0-1,0 0,0 0,0 0,16 6,7 0,64 18,-80-22,-1 1,1 0,-1 0,0 0,0 1,0 0,-1 0,1 1,-1-1,7 8,-9-7,-1-1,1 1,-1 0,1 0,-1 0,-1 1,1-1,-1 0,0 1,0-1,-1 1,1-1,-1 1,0-1,-1 1,0-1,1 1,-2-1,1 1,-1-1,1 0,-5 8,2-3,-1 0,0-1,-1 0,0 0,0 0,-1-1,0 1,-1-2,0 1,-15 10,16-14,-1 0,1-1,-1 0,0-1,0 0,0 0,0 0,0-1,0-1,-9 1,7-1,-1 0,1-1,0 0,-1-1,1 1,0-2,-16-5,21 5,0-1,0 1,0-1,0 1,0-1,1-1,0 1,0-1,0 1,0-1,-4-8,4 7,-5-7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43.7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640 0,'-4'1,"1"1,-1-1,1 1,-1 0,1-1,0 2,0-1,0 0,0 0,0 1,-4 4,-9 7,-350 223,306-197,29-20,-55 29,80-47,-22 15,27-17,1 1,0 0,-1-1,1 1,0-1,-1 1,1-1,0 1,0 0,0-1,0 1,-1-1,1 1,0 0,0-1,0 1,0 0,0-1,0 1,0-1,1 1,-1 0,0-1,0 1,0-1,1 1,-1 0,0-1,1 1,-1-1,0 1,1-1,-1 1,1-1,-1 1,1-1,-1 0,1 1,-1-1,1 0,-1 1,1-1,-1 0,1 0,0 1,0-1,12 7,1 0,0-1,1 0,0-1,-1-1,24 4,-15-3,39 13,-28-6,48 10,-64-18,105 20,-57-13,-48-9,0 0,0 2,31 10,-22-3,-1 1,34 21,-44-25,-1-1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44.6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0,5 0,2 0,2 0,1 0,1 0,0 0,0 0,-1 0,0 0,0 0,-9 0,-7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45.44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23,'4'0,"6"0,5 0,5 0,2 0,3 0,0 0,1 0,-1 0,1 0,-1 0,0 0,0-4,0-2,0 1,-9 1,-7 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52.1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0,'1'5,"0"-1,0 1,1-1,-1 1,1-1,0 0,0 0,0 0,0 0,4 4,10 22,-10-9,-2 2,0-1,-2 0,0 1,-1-1,-5 45,2-1,1 32,1-77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54.16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77,'28'0,"-1"2,1 0,52 12,-64-9,-1 0,1 0,-2 2,1 0,-1 1,0 0,0 1,14 12,-16-10,0 0,-1 1,0 1,-1-1,0 2,12 21,-18-29,-1 0,0 0,-1 0,1 1,-1-1,0 1,-1-1,1 1,-2-1,1 1,0 0,-1 0,-1-1,1 1,-1 0,0-1,0 1,-4 10,4-14,-1-1,1 0,0 1,-1-1,1 0,-1 0,0 0,0-1,1 1,-1 0,0-1,-1 1,1-1,0 1,0-1,-5 2,2-2,0 1,0-1,-1 0,1-1,0 1,-1-1,-8 0,0-2,1 0,-1-1,1 0,0-1,-19-8,0 0,22 9,1 0,0-1,0 0,0-1,1 1,-10-8,16 10,1 1,-1 0,1-1,0 1,0-1,0 0,0 1,0-1,0 0,0 0,1 0,-1 1,1-1,-1 0,1 0,0 0,-1 0,1 0,0 0,0 0,0 0,1 0,-1 0,0 0,1 0,0 1,-1-1,1 0,0 0,0 0,0 1,0-1,0 0,0 1,0-1,3-1,1-3,0 0,0 0,1 0,0 1,1 0,-1 0,1 0,10-5,64-24,-62 26,52-10,-51 15,0-2,30-11,-45 15,-1-1,1 0,-1-1,0 1,0-1,0 0,-1 0,1 0,-1 0,1 0,-1-1,0 0,0 1,-1-1,1-1,1-3,-2 5,-1 1,-1 0,1 0,0-1,0 1,-1-1,0 1,1-1,-1 1,0-1,0 1,0-1,-1 1,1-1,0 1,-1 0,0-1,0 1,1 0,-1-1,-2-1,1 0,-1 1,0 0,0 0,0 0,0 1,0-1,0 1,-1-1,1 1,-1 0,-6-2,-6-2,0 1,0 1,-1 0,1 2,-21-2,21 3,-1 0,0 1,0 1,0 0,1 2,-1 0,1 0,0 2,0 0,-21 9,35-13,-14 7,-31 18,31-14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54.9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1 151,'0'10,"0"-1,0 0,1 1,0-1,1 0,5 16,-6-22,0 0,1-1,0 1,-1 0,1-1,0 1,0-1,0 0,1 0,-1 0,0 0,1 0,0 0,-1-1,1 1,0-1,0 1,0-1,0 0,0 0,0-1,0 1,5 0,13 1,1 0,-1-1,0-1,0-1,1-1,20-5,-36 5,0 0,0-1,-1 1,1-1,-1 0,0-1,0 1,0-1,0 0,-1-1,0 1,0-1,0 1,0-1,-1 0,1-1,-1 1,3-10,-3 9,0-1,-1 1,0-1,-1 1,1-1,-1 0,-1 0,1 0,-1 0,0 0,-1 1,0-1,0 0,0 0,-1 0,-3-9,3 12,-1 0,0 0,0 1,0-1,0 1,-1-1,1 1,-1 0,0 0,0 1,0-1,0 1,0 0,-1 0,1 0,-1 0,1 1,-1 0,-8-1,-9-2,0 2,-39 0,39 2,-1 1,1 1,-35 7,36-4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55.5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29,'1'4,"0"1,0-1,1 0,0 0,-1 0,2 0,-1 0,5 6,4 10,-9-16,0 0,0 0,0 0,1 0,-1-1,1 1,0-1,0 0,0 1,0-1,1-1,-1 1,1 0,0-1,0 0,0 0,0 0,0 0,0-1,0 1,0-1,1 0,-1 0,1-1,-1 1,1-1,-1 0,0-1,8 0,-6 0,0 0,0 0,0 0,0-1,-1 0,1 0,-1 0,1-1,-1 0,0 0,0-1,0 1,0-1,0 0,-1 0,0-1,0 1,0-1,0 0,-1 0,0 0,0 0,0-1,-1 1,3-9,-5 13,1-1,-1 1,0-1,0 1,0-1,0 1,0-1,0 1,0-1,0 1,-1-1,1 1,-1-1,1 1,-1 0,0-1,1 1,-1 0,0-1,0 1,0 0,0 0,-1-2,-1 1,0 0,0 0,0 0,0 0,-1 1,1 0,0-1,-1 1,-6-1,1 0,0 1,-1 0,1 1,-1 0,1 1,-1 0,-9 2,0 3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57.0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55,'87'2,"98"-4,-108-11,-52 8,46-3,17 9,-55 0,1-1,-1-1,50-9,-24 1,1 3,0 2,92 6,-39 0,527-2,-619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58.6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19,'1'0,"0"0,0 0,0 1,0-1,0 1,0-1,-1 1,1-1,0 1,0 0,0-1,-1 1,1 0,0-1,-1 1,1 0,0 0,-1 0,1 0,-1 0,0 0,1 0,-1 0,0-1,1 1,-1 0,0 2,6 35,-5-27,-1-9,0 0,1 1,-1-1,1 0,0 0,0 0,0 0,0 0,0 1,3 2,5-3,3-15,-3-2,-3 3,0 1,1 0,1 0,0 1,9-10,-16 19,0-1,1 1,-1 0,0 0,1 0,-1 0,1 0,0 0,-1 0,1 1,0-1,-1 0,1 1,0-1,0 1,-1 0,1 0,0 0,0 0,0 0,0 0,-1 0,1 0,0 1,0-1,0 1,-1-1,1 1,0 0,-1 0,1-1,-1 1,1 0,-1 0,1 1,-1-1,0 0,1 0,-1 1,0-1,0 1,0-1,1 3,3 2,-1 1,0-1,-1 1,1 0,-1 0,-1 0,1 0,-1 1,1 9,0 4,-2 0,-1 24,0-24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19:59.2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26,'4'0,"6"0,5 0,4 0,-1-5,1 0,1 0,1 0,2 2,1 1,-4 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01.0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1,'2'28,"9"54,-6-53,3 44,-2-92,2 1,0 0,15-23,-15 26,-2 5,0-1,1 1,0 0,0 0,1 1,13-12,-20 19,1 0,0 1,0-1,0 1,0-1,1 1,-1 0,0 0,1 0,-1 0,0 1,1-1,-1 1,1-1,-1 1,1 0,-1 0,1 0,-1 0,1 0,-1 1,1-1,-1 1,0-1,1 1,-1 0,0 0,1 0,-1 0,0 1,0-1,0 1,0-1,0 1,0 0,-1-1,3 4,1 1,0 0,0 0,-1 1,1 0,-2 0,1 0,-1 1,0-1,0 1,-1-1,0 1,-1 0,0 0,0 0,0 0,-1 12,0-25,1 0,0 0,0 0,1 0,-1 1,1-1,0 0,0 1,1 0,-1-1,1 1,0 0,0 0,1 1,-1-1,1 1,-1 0,1-1,0 2,0-1,1 0,-1 1,1 0,5-2,-2 0,0 1,0 0,0 1,1 0,-1 0,1 1,-1 0,1 1,-1 0,1 0,-1 1,1 0,-1 0,0 1,10 2,-14-2,0-1,1 1,-1 0,0 0,0 1,0-1,0 1,0 0,-1 0,1 0,-1 1,0-1,5 8,-4-4,-1 0,0 0,-1 0,0 0,0 1,0-1,0 14,-1-13,0 1,0 0,1 0,1-1,5 16,-5-21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04.2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0,'0'24,"2"0,0 0,9 36,-5-13,-5-44,-1 0,0 0,-1 0,1 0,0 0,-1 0,0 0,1 0,-1 0,0-1,-1 1,1 0,-2 3,2-6,1 0,0 0,0 0,-1 0,1 0,0 0,0 0,0 0,-1 0,1 0,0 0,0 0,0 0,-1 0,1 0,0 0,0 0,-1 0,1 0,0 0,0 0,0 0,-1 0,1-1,0 1,0 0,0 0,0 0,-1 0,1 0,0-1,0 1,0 0,0 0,0 0,0-1,-1 1,1 0,0 0,0 0,0-1,0 1,0 0,0 0,0 0,0-1,0 1,0 0,0 0,0-1,0 1,0 0,0 0,0 0,1-1,-4-15,2 8,1 0,0 0,1 0,0 0,0 0,0 0,1 0,0 1,1-1,0 1,0-1,1 1,-1 0,2 0,6-9,-8 12,1 0,0 0,-1 1,1-1,1 1,-1 0,0 0,1 0,-1 1,1 0,0 0,0 0,0 0,0 1,0 0,0 0,0 0,1 0,-1 1,0 0,0 0,1 1,-1-1,10 4,-12-4,0 1,0 0,0 1,-1-1,1 0,0 1,0-1,-1 1,1 0,-1 0,0 0,1 0,-1 0,0 1,0-1,-1 1,3 3,-1-1,-1 1,0-1,0 1,0-1,-1 1,0-1,0 1,-1 0,1 6,-2 0,1 0,-2 0,1 0,-2-1,0 1,0 0,-1-1,-9 19,11-26,0-1,1 1,-1-1,1 1,-1 0,1 0,0 0,1-1,-1 1,0 6,2-9,-1 1,0-1,0 0,1 0,-1 1,1-1,0 0,-1 0,1 0,0 0,-1 0,1 0,0 0,0 0,0 0,0 0,0 0,0 0,0-1,0 1,1 0,-1-1,0 1,0-1,1 1,-1-1,0 0,0 0,1 1,-1-1,0 0,1 0,-1 0,2-1,0 2,0-1,1-1,-1 1,0 0,0-1,0 1,0-1,0 0,0 0,0-1,0 1,0 0,0-1,0 0,-1 0,1 1,-1-2,1 1,-1 0,0 0,3-5,4-7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04.7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10,'4'0,"6"0,4 0,6 0,2 0,3 0,0 0,1 0,-1 0,-3-4,-7-1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05.3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1,'4'0,"2"4,3 1,5 1,4-2,4-1,1-1,2-1,0-1,1 0,-1 0,0 0,1 0,-6-5,-4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09.4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54 1,'-3'0,"1"0,0 1,0-1,0 0,0 1,0 0,0 0,0-1,0 1,0 0,0 1,0-1,0 0,0 0,1 1,-1-1,1 1,-1 0,1-1,0 1,-1 0,1 0,0 0,0 0,0 0,0 0,1 0,-1 0,1 0,-1 0,0 4,-1 8,0 1,2-1,0 26,0-24,0 5,0-12,0 1,0-1,1 0,0 0,2 12,-2-19,0 0,0 0,0 0,0 1,0-1,0 0,1 0,-1 0,1 0,-1-1,1 1,0 0,-1-1,1 1,0-1,0 0,0 1,0-1,0 0,1 0,-1 0,0-1,0 1,1 0,2-1,7 2,0-2,0 1,0-2,0 0,0 0,0-1,0 0,0-1,13-5,-8 3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09.9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0,'0'8,"1"0,1 0,-1 0,6 14,4 22,-6 230,-8-151,3-67,0-30,0-23,0-13,0-5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11.5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1,'0'4,"4"1,2 5,3 0,1 2,-2 4,-2 3,-2 3,-2 1,0 2,-2 0,-1-4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12.6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25,'1'-2,"1"0,0 0,0 1,0-1,0 1,0-1,0 1,0 0,1 0,-1 0,0 0,1 0,-1 0,0 1,1-1,-1 1,1 0,-1 0,1 0,-1 0,1 0,-1 0,1 1,-1-1,0 1,1 0,-1-1,1 1,-1 0,0 0,0 1,0-1,0 0,0 1,0-1,0 1,0 0,0 0,-1 0,1 0,-1 0,1 0,-1 0,0 0,0 0,0 1,1 3,4 11,0 0,-2 1,0-1,2 30,-6-52,0 0,0 0,0 0,0 0,1 1,0-1,0 0,0 1,1-1,0 0,0 1,0 0,0-1,0 1,1 0,0 0,0 0,0 1,0-1,1 1,-1 0,7-4,3-3,1 2,0 0,0 1,1 0,0 1,18-4,-29 9,0 0,0 0,-1 0,1 1,0 0,0-1,0 1,-1 1,1-1,0 1,0-1,-1 1,1 0,0 0,-1 1,1-1,-1 1,1 0,-1 0,0 0,0 0,0 0,0 1,0-1,0 1,-1 0,1 0,-1 0,0 0,0 0,2 5,5 13,-1 1,-1 0,5 30,-9-38,-1-8,-1 0,0-1,0 1,-1 0,1 0,-1 0,-1 0,0 8,-4 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13.1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23,'4'0,"6"0,5 0,4 0,4 0,1 0,1-5,1 0,0 0,-1 0,-3 2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13.6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0,'4'0,"5"0,6 0,5 0,2 0,2 0,2 0,-1 0,1 0,-5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14.9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16 117,'-1'-30,"0"21,0 1,1-1,0 1,0 0,1-1,0 1,4-14,-5 22,1-1,-1 1,0 0,0 0,0-1,0 1,0 0,0-1,1 1,-1 0,0 0,0-1,0 1,1 0,-1 0,0 0,0-1,1 1,-1 0,0 0,1 0,-1 0,0 0,0 0,1-1,-1 1,0 0,1 0,-1 0,0 0,1 0,-1 0,0 0,1 0,-1 0,11 9,7 17,-18-25,6 10,-1 1,0 0,-1 0,0 0,-1 1,-1-1,3 23,-5 92,-1-69,-1-44,1 0,-2 0,0 0,0-1,-1 1,-1-1,-6 13,-1 5,10-28,1 0,-1 0,0 0,0 0,0 0,0-1,0 1,-1-1,1 1,-1-1,0 0,0 0,1 0,-1 0,0 0,-7 2,69-3,167-3,-227 2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0.8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55,'5'-1,"-1"0,0-1,0 1,0-1,0 0,0 0,4-2,8-5,5 2,1 1,-1 1,1 0,1 2,-1 1,0 0,0 2,1 0,24 5,-46-5,1 0,0 0,0 0,-1 0,1 0,0 1,-1-1,1 1,0-1,-1 1,1 0,-1-1,1 1,-1 0,1 0,-1 0,0 0,1 0,-1 1,0-1,0 0,0 1,0-1,0 0,1 3,-1-2,-1 1,0-1,0 1,0-1,0 1,0-1,0 1,-1-1,1 1,-1-1,0 0,0 1,0-1,0 0,-2 3,-5 9,-1 0,-1-1,0-1,-13 14,19-22,-1-1,1 0,-1 0,1 0,-1 0,0 0,0-1,0 0,0 0,-9 1,24-3,1-1,0 2,-1-1,1 1,-1 1,1 0,-1 1,0-1,0 2,0 0,0 0,15 9,-19-7,0 0,0 0,0 1,-1 0,0 0,0 0,-1 0,0 1,0 0,0 0,-1 0,-1 0,1 0,-1 1,-1-1,1 1,-2-1,1 1,-1 0,0-1,-1 1,0-1,0 1,-1-1,0 1,-5 12,4-16,0-1,0 0,-1 0,1 0,-1 0,1 0,-1-1,-1 0,1 1,0-2,-1 1,1 0,-1-1,0 0,0 0,0 0,0-1,0 0,-9 2,1-2,1 1,0-1,0-1,0 0,-1-1,1 0,-17-4,16 0,1 0,-1 0,2-1,-1 0,-19-15,28 19,-12-8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2.2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47 1,'-1'9,"0"1,-1-1,0 1,-1-1,0 0,0 0,-5 9,4-11,0 1,1 0,0 0,1 0,0 1,0-1,1 1,0-1,0 10,2-15,0 0,0 0,1 0,-1 0,1 0,-1-1,1 1,0 0,0-1,1 1,-1-1,0 0,1 0,-1 0,1 0,0 0,0 0,0-1,0 1,0-1,0 0,0 0,4 1,6 2,-1-1,1 0,0 0,20 0,-30-2,0-1,0 0,0 0,0 0,0-1,0 1,0-1,0 0,0 1,0-1,-1 0,1-1,0 1,0 0,-1-1,1 0,-1 1,0-1,1 0,-1 0,0-1,0 1,0 0,0-1,-1 1,1-1,-1 1,1-1,1-4,-1-2,0 0,0 0,-1 0,0-1,-1 1,0 0,0 0,-3-14,3 19,-1 1,1 0,-1-1,0 1,0 0,0 0,-1 0,1 0,-1 0,0 0,0 1,0-1,0 0,0 1,0 0,-1-1,1 1,-1 0,-4-2,7 3,0 1,0 0,-1 0,1 0,0 0,0 0,0 0,-1 0,1 0,0 0,0 0,-1 0,1 0,0 0,0 0,-1 0,1 0,0 0,0 0,-1 0,1 0,0 1,0-1,0 0,-1 0,1 0,0 0,0 0,0 1,0-1,-1 0,1 0,0 0,0 1,0-1,0 0,0 0,0 1,-1-1,1 0,1 14,9 14,-3-19,0 0,1 0,0-1,1-1,-1 1,1-1,1 0,0-1,0 0,0-1,0 0,1-1,0 0,0 0,0-1,18 2,-8-2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2.9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161 1,'-9'0,"0"1,1 0,0 0,-1 1,1 0,0 0,0 1,0 1,0-1,0 1,1 0,0 1,0 0,0 0,-11 11,17-16,0 1,1-1,-1 1,1-1,-1 1,0-1,1 1,-1 0,1-1,0 1,-1 0,1-1,0 1,-1 0,1-1,0 1,0 0,-1 0,1 0,0-1,0 1,0 0,0 0,0-1,0 1,0 0,0 0,1 0,-1-1,0 1,0 0,1 0,0 0,0 1,1-1,0 0,-1 1,1-1,0 0,0 0,0 0,0 0,0-1,0 1,0-1,3 1,12 2,-1-1,24 0,-37-2,11-1,-4 1,1 0,-1 1,0 0,21 4,-30-5,1 1,-1-1,1 1,-1-1,0 1,1-1,-1 1,0 0,1 0,-1 0,0 0,0 0,0 0,0 0,0 0,0 0,0 0,0 1,-1-1,1 0,0 0,-1 1,1-1,-1 1,1-1,-1 0,0 1,0-1,0 1,1-1,-1 1,-1-1,1 1,0-1,0 1,0-1,-1 1,1-1,-1 0,1 1,-1-1,-1 3,0-1,0 1,0-1,0 0,0 0,-1 0,1 0,-1 0,0 0,0-1,0 1,0-1,-1 0,1 0,-6 2,-56 20,43-17,16-5,-1 0,1 0,-1-1,1 1,-1-1,0-1,1 1,-1-1,0-1,-7 0,-1-4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3.6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185 1,'-22'0,"8"-1,-1 1,0 1,1 0,-18 5,28-5,0 0,-1 0,1 1,0 0,0 0,1 0,-1 0,0 1,1-1,-1 1,1 0,0 0,0 0,0 1,1-1,-1 1,1 0,-4 5,6-8,-1 1,0-1,1 0,-1 1,1-1,-1 1,1-1,0 0,0 1,0-1,0 1,0-1,0 1,0-1,0 1,0-1,1 1,-1-1,0 0,1 1,1 1,-1 0,1-1,0 0,-1 0,1 0,0 0,0-1,1 1,-1 0,0-1,0 0,4 2,7 2,0 0,1-1,23 5,-28-8,-3 1,50 12,-53-13,0 0,0 0,0 0,-1 0,1 1,0-1,-1 1,1-1,-1 1,1 0,-1 0,0 0,0 1,4 3,-6-4,0-1,0 0,0 0,0 0,0 0,0 1,0-1,0 0,0 0,0 0,-1 0,1 0,0 1,-1-1,1 0,-1 0,1 0,-1 0,0 0,1 0,-1 0,0-1,0 1,1 0,-1 0,0 0,0-1,0 1,0 0,-2 0,-33 17,24-15,-1 0,0 0,1-1,-17 0,6-1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4.0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1,'5'0,"4"0,2 4,-1 6,1 0,-1 4,-1 3,-4 3,-1 2,2 2,0 1,-1 0,-1-8,-2-11,0-7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4.3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62,'0'-4,"0"-6,8-1,3-3,4 2,-1 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5.0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1,'0'18,"0"-7,-1-1,2 1,-1-1,2 1,-1-1,6 18,-7-28,0 1,0-1,0 1,1-1,-1 0,0 1,0-1,0 1,1-1,-1 0,0 1,1-1,-1 1,0-1,1 0,-1 0,0 1,1-1,-1 0,0 1,1-1,-1 0,1 0,-1 0,1 0,-1 1,1-1,-1 0,0 0,1 0,-1 0,1 0,-1 0,1 0,0 0,15-13,8-22,-22 31,-1 1,1 0,0 0,0 0,0 0,0 0,0 0,1 0,-1 1,1-1,0 1,-1 0,1 0,0 0,4-2,-5 4,1-1,-1 1,1 0,-1-1,1 1,-1 1,1-1,-1 0,1 0,-1 1,1 0,-1-1,0 1,1 0,-1 0,0 0,1 0,-1 1,0-1,0 1,0-1,3 4,25 25,-16-18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5.3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0,'1'5,"0"-1,1 0,-1 0,1 0,0 0,0 0,2 3,5 9,12 43,-2 1,-2 1,-4 0,12 113,-21-123,12 74,-14-115,-1-4,1-1,-1 1,0 0,0 0,-1-1,0 1,0 0,0 0,-1-1,0 1,0 0,-3 9,-7 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5.7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26,'0'-4,"4"-2,6 1,5 1,9 1,4 1,2 1,3 0,2 1,2 0,-1 1,-2-1,2 0,-2 0,-2 0,-2 0,-7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6.3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2 100,'0'29,"-1"-15,1-1,0 1,1 0,3 14,-3-24,0 0,1 0,-1-1,0 1,1 0,0-1,0 0,0 1,1-1,-1 0,1 0,-1 0,1 0,0 0,0-1,0 0,1 1,5 2,-3-2,0 0,0 0,0-1,1 0,-1 0,1 0,0-1,-1 0,1 0,0-1,0 0,0 0,-1 0,1-1,0 0,9-3,-11 2,-1 0,0 0,1 0,-1-1,0 1,0-1,-1 0,1 0,-1-1,1 1,-1-1,0 0,0 1,-1-1,1 0,-1-1,0 1,0 0,0-1,-1 1,1-1,-1 0,0 1,0-6,-1 3,1 1,-1-1,-1 0,1 1,-1-1,-1 1,1-1,-1 1,0-1,0 1,-1 0,0 0,-5-8,2 4,-1-1,-1 2,0-1,0 1,-1 0,-14-11,20 17,-1 1,0 0,1 0,-1 0,0 1,0-1,0 1,0 0,-1 0,1 1,0-1,0 1,-1 0,1 0,0 0,0 0,0 1,-1 0,1 0,-7 2,-5 3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6.8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1,'1'10,"1"1,0-1,1 0,0 0,0 0,8 15,3 11,10 45,21 142,-14-55,-6-61,-21-90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7.1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0,'8'0,"7"0,6 0,3 0,1 0,1 0,1 0,-1 0,-1 0,1 0,-1 0,0 0,-5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7.9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65 1,'0'6,"-2"0,1 0,0 0,-1-1,0 1,-1 0,1-1,-1 1,0-1,-4 5,-11 25,12-22,4-8,-1 0,1 1,1-1,-1 0,1 1,0-1,-1 9,2-12,0-1,1 1,-1-1,1 1,-1-1,1 1,0-1,-1 0,1 1,0-1,0 0,0 0,0 1,0-1,0 0,0 0,1 0,-1 0,0 0,0-1,1 1,-1 0,1 0,-1-1,0 1,1-1,-1 0,1 1,0-1,-1 0,1 0,1 0,1 1,0-1,0 1,0-1,0 0,-1 0,1-1,0 1,0-1,0 0,-1 0,1 0,0 0,-1-1,1 1,-1-1,0 0,1 0,-1 0,0-1,0 1,0-1,4-5,-6 6,1 0,-1-1,0 1,0-1,0 1,0-1,0 0,0 1,-1-1,1 0,-1 1,0-1,0 0,0 0,0 1,0-1,0 0,-1 0,0 1,1-1,-1 0,0 1,0-1,0 1,-1-1,1 1,-1 0,1-1,-1 1,0 0,0 0,-2-2,-14-11,17 14,1 1,-1-1,1 0,-1 1,0-1,0 1,1-1,-1 1,0-1,0 1,0 0,1-1,-1 1,0 0,0 0,0 0,0 0,0 0,1-1,-1 2,0-1,0 0,-1 0,2 1,0 0,0 0,0 0,0 0,0 0,0 0,0 0,1 0,-1 0,0 0,1 0,-1 0,1 0,-1 0,1-1,-1 1,1 0,0 0,-1 0,1-1,1 2,17 17,4-3,0-2,1 0,0-1,51 18,-65-28,1-1,-1 0,1 0,12 0,-3-1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0:28.5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194 1,'-2'0,"-19"0,0 0,-37 7,52-6,1 0,0 0,0 1,-1 0,1 0,1 0,-1 1,0 0,0-1,1 2,0-1,-1 0,1 1,1 0,-1 0,-4 6,7-9,0 1,0-1,0 1,0 0,1-1,-1 1,1 0,-1 0,1 0,-1-1,1 1,0 0,0 0,0 0,0 0,0 0,0 0,0-1,1 1,-1 0,2 2,-1-1,1 0,0 0,0 0,0 0,0 0,0-1,1 1,-1-1,1 1,4 2,4 2,0-1,0 0,1 0,0-2,14 5,5-1,-18-5,-1 0,0 1,21 9,-31-12,-1 0,0-1,0 1,0 0,1 0,-1 0,0 0,0 0,0 0,0 0,-1 0,1 0,0 0,0 1,-1-1,1 0,-1 0,1 1,-1-1,1 1,-1-1,0 0,0 1,0-1,0 1,0-1,0 0,0 1,0-1,0 1,-1-1,1 0,0 1,-1-1,1 0,-1 1,0-1,1 0,-1 0,0 0,0 0,0 1,-2 0,-2 4,0 0,0-1,-1 0,1 0,-1 0,0-1,-8 4,8-4,-63 28,63-30,1 0,-1-1,1 0,-1 1,1-2,-1 1,0-1,1 0,-1 0,0 0,-5-2,-4-3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1:04.6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55,'28'1,"80"-5,-94 2,0 0,0-1,-1 0,0-1,24-11,-27 11,2 0,-1 0,0 1,1 1,-1 0,23-1,77 5,-45 0,34-3,95 3,-128 10,-50-7,1-2,28 3,491-5,-259-3,-255 2,0 1,0 1,41 10,-25-6,1-1,-1-2,1-2,46-4,5 0,279 3,-345-1,-1-1,29-7,-26 4,41-3,-8 7,-17 1,-1-1,60-12,-47 6,0 2,0 2,67 6,-15-1,904-2,-993 1,0 1,0 1,17 4,-16-2,0-2,27 3,458-5,-244-3,-239 2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1:18.23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76,'11'1,"0"-1,1 0,-1-1,0 0,0-1,0 0,0-1,0 0,0 0,-1-1,12-6,-13 5,0 1,0 1,1 0,-1 0,1 1,0 0,18-1,75 5,-48 0,858-2,-894-1,-1-1,33-7,-30 4,-1 2,23-2,511 4,-269 3,184-2,-451 1,1 1,32 7,-31-4,0-2,24 2,345-4,-186-3,-178 1,-1-1,29-7,-26 4,41-3,502 7,-277 3,-291-2,31-1,-1 2,0 1,52 11,-56-8,0-2,1 0,-1-2,30-3,-28 1,0 1,0 1,44 8,-38-3,-1-2,1-2,38-1,41 2,-48 8,-49-6,0-2,27 2,509-4,-269-3,429 2,-693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1:34.43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1,'16'0,"-5"0,-1-1,1 2,-1-1,0 1,1 1,-1 0,0 0,0 1,16 7,-12-4,0 0,1-1,-1-1,1 0,0-1,0-1,16 1,112-4,-60-2,-48 1,0-1,67-17,-68 12,1 2,69-5,1268 12,-1361-1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1:40.16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27,'3'1,"0"-1,0 1,0 1,-1-1,1 0,0 1,-1-1,1 1,-1 0,0 0,4 4,18 10,-14-12,1 0,0-2,0 1,-1-1,2-1,10 1,73-4,-38-1,56 5,94-5,-141-9,-48 8,-1 0,30-1,27 4,-42 2,0-1,0-2,55-10,-61 5,6-1,-1 1,2 1,57-2,995 9,-1066 0,-1 1,33 8,-31-6,0 0,24 0,296-3,-161-2,-161 2,1 1,32 7,-31-4,0-2,24 2,316-6,-349 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1:46.61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 1,'-2'96,"5"104,-1-186,0-1,1 0,6 18,-7-26,-1 0,1 0,1 0,-1 0,1-1,-1 1,1-1,1 0,-1 0,1 0,4 4,1-3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1:47.68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217 1,'0'0,"1"0,-1 0,0 0,1-1,-1 1,1 1,-1-1,0 0,1 0,-1 0,0 0,1 0,-1 0,1 0,-1 0,0 1,1-1,-1 0,0 0,0 0,1 1,-1-1,0 0,1 0,-1 1,0-1,0 0,0 1,1-1,-1 0,0 1,0-1,0 0,0 1,0-1,1 1,-7 16,-16 11,-9-4,5-5,-44 44,14-16,40-34,17-10,8-2,14 1,-18-1,12 2,1 1,-1 1,1 1,-1 1,-1 0,0 1,0 1,26 18,33 17,-63-39,-3-4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1:48.32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1,'0'4,"4"1,6 1,5-2,8-1,5-1,2-1,0-1,-2 0,0 0,-2 0,0 0,-5-5,-6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1:48.91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10,'5'0,"4"0,6 0,5 0,2 0,3 0,0 0,1 0,-1 0,1 0,-5-4,-6-2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1:49.93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24 52,'-1'9,"0"1,0-1,-1 0,-5 14,5-16,0-1,0 0,0 1,1-1,0 1,0-1,1 1,0 0,0-1,1 1,1 8,-1-11,0 0,1 0,0 0,0 1,0-2,0 1,0 0,1 0,0-1,0 1,0-1,0 0,0 0,1 0,4 3,-2-2,0-1,1-1,-1 1,0-1,1 0,0 0,-1-1,1 0,10 1,-5-2,1 0,-1-1,1 0,-1-1,0 0,0-1,0-1,0 0,0 0,20-12,-25 11,0-1,0 1,0-2,-1 1,0-1,0 0,-1 0,0-1,0 1,-1-1,0 0,0 0,-1-1,0 1,0-1,-1 0,2-14,-4 19,-1 0,0 0,0 0,0 1,-1-1,1 0,-1 1,0-1,0 1,0 0,0 0,0-1,-1 1,0 1,1-1,-1 0,0 1,0-1,-1 1,1 0,0 0,-1 0,1 1,-8-3,-2-1,1 1,-1 1,0 0,-1 0,-25 0,-36 3,54 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1:50.74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24 100,'-9'27,"-1"-3,9-15,-1-1,2 0,-1 1,1-1,0 1,1-1,2 13,-2-17,0 0,0 0,1 0,-1-1,1 1,0 0,0-1,0 0,1 1,-1-1,1 0,0 0,0 0,0 0,0-1,0 1,5 2,0-1,0 0,0 0,0-1,0 0,0-1,1 0,-1 0,1 0,-1-1,1-1,0 0,-1 0,1 0,13-3,-16 1,-1 1,1-1,-1 0,0 0,0-1,0 0,0 0,0 0,0 0,-1-1,0 1,0-1,0 0,0-1,0 1,-1-1,0 0,0 1,0-1,-1-1,1 1,-1 0,1-7,0 4,-1 0,0-1,0 0,-1 1,0-1,-1 0,0 0,0 1,-1-1,0 0,-1 0,-2-9,2 13,0 1,0-1,0 1,0 0,-1 0,0 0,0 0,0 1,0-1,0 1,-1 0,0 0,1 0,-1 0,0 1,0-1,-1 1,1 0,0 0,-1 1,0-1,1 1,-9-1,-140-23,134 24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2:00.14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0 165,'28'0,"-1"-1,1-1,46-11,-7 2,-48 9,-1-1,1-1,28-10,20-9,-48 18,0-1,-1-1,0 0,0-1,0-2,26-18,-43 28,1-2,0 0,0 0,1 0,-1 0,1 1,0-1,-1 1,1-1,0 1,0 0,0 0,4 0,-51 34,27-21,0-1,0 0,-2-2,1 0,-36 12,19-11,-1-1,-49 6,-1 2,77-15,1 1,0 0,0 0,0 0,0 1,1 1,-14 8,21-12,0-1,-1 0,1 0,0 0,-1 1,1-1,0 0,0 0,-1 1,1-1,0 0,0 1,0-1,-1 0,1 1,0-1,0 0,0 1,0-1,0 0,0 1,0-1,-1 1,1-1,0 0,0 1,0-1,1 0,-1 1,0-1,0 1,0-1,0 0,0 1,0-1,1 0,-1 1,0-1,0 0,0 1,1-1,-1 0,0 0,0 1,1-1,-1 0,0 0,1 1,-1-1,0 0,1 0,-1 0,0 0,1 1,-1-1,0 0,1 0,-1 0,1 0,-1 0,0 0,1 0,-1 0,28 4,-27-4,70 0,-53-1,1 1,0 0,-1 2,33 6,-28-4,-1 0,1-1,32-1,3 1,-31 3,7 2,-33-8,0 0,1 0,-1 0,1 0,-1 0,0 0,1 0,-1-1,0 1,1 0,-1-1,0 1,1-1,-1 1,0-1,0 0,0 0,2-1,-2 1,-1 0,1 0,0 0,-1 0,1 0,-1 0,0 0,1 0,-1-1,0 1,0 0,1 0,-1-1,0 1,0 0,0 0,-1 0,1-1,0 1,0 0,-1 0,1 0,-1-2,-14-29,10 23,3 4,0 0,0 1,1-1,-1 0,1 1,0-1,1 0,-1 0,1 0,0 0,0 0,1 0,-1 0,1 0,0 1,1-1,-1 0,1 0,0 1,0-1,0 1,0 0,1 0,0-1,0 2,6-7,-26 40,11-24,0-1,0 1,-1-1,1-1,-1 1,-1-1,1 0,0-1,-9 3,10-3,0-1,0 0,0-1,0 0,0 0,0 0,0-1,-1 1,1-1,0-1,0 1,-9-3,15 3,0 0,0 0,0 0,0 0,-1 0,1 0,0 0,0 0,0 0,0 0,-1 0,1 0,0 0,0 0,0 0,0 0,0-1,-1 1,1 0,0 0,0 0,0 0,0 0,0 0,0 0,0-1,0 1,-1 0,1 0,0 0,0 0,0 0,0-1,0 1,0 0,0 0,0 0,0 0,0 0,0-1,0 1,0 0,0 0,0 0,0 0,0-1,0 1,0 0,0 0,0 0,0 0,0 0,1-1,-1 1,0 0,0 0,13-8,30-7,-32 12,8-6,-18 9,0 0,-1 0,1-1,-1 1,1 0,-1 0,1-1,-1 1,1 0,-1 0,0-1,1 1,-1-1,1 1,-1 0,0-1,1 1,-1-1,0 1,0-1,1 1,-1-1,0 1,0-1,0 1,1-1,-1 0,0 1,0-1,0 1,0-1,0 0,-2 1,0-1,-1 1,1 0,0 0,0 0,0 0,0 1,0-1,0 1,0-1,0 1,-3 1,3-1,-26 7,7-1,0-1,-28 5,27-9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3:10.1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0,'1'1,"0"-1,0 0,0 1,0 0,0-1,0 1,0 0,0-1,0 1,0 0,0 0,0 0,-1 0,1-1,0 1,-1 0,1 1,-1-1,1 0,-1 0,1 0,-1 0,0 0,1 0,-1 1,0-1,0 2,5 37,-5-35,-1 169,3 25,7-159,-4-24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3:10.9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125 0,'-2'1,"0"-1,0 1,0-1,0 1,1 0,-1 0,0 0,0 0,0 0,1 0,-1 0,0 1,1-1,-3 3,-20 26,19-25,-16 21,13-18,0 1,1 0,0 0,-8 16,15-24,0-1,0 1,0-1,0 0,0 1,0-1,0 1,0-1,0 1,0-1,0 1,1-1,-1 1,0-1,0 1,1-1,-1 0,0 1,0-1,1 0,-1 1,0-1,1 0,-1 1,1-1,-1 0,0 1,1-1,-1 0,1 0,-1 0,1 1,-1-1,0 0,1 0,-1 0,1 0,-1 0,1 0,-1 0,1 0,-1 0,2 0,26 1,-25-1,3-1,0 1,0 0,-1 1,1-1,0 1,0 0,0 1,-1-1,1 1,0 0,-1 1,0-1,1 1,-1 0,8 7,1 4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3:11.6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42,'4'0,"6"0,5 0,5 0,2-5,2 0,2-1,-1 2,1 0,-4-2,-3 0,-3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3:12.17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27,'4'0,"6"-5,5 0,4-1,3 2,3 0,0 2,1 1,-5 1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3:12.9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27,'4'0,"5"0,7 0,3 0,4 0,1 0,1 0,1-5,0 0,-1-1,1 2,-1 0,-1 3,-3-1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3:13.7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30,'-1'9,"0"-1,-1 1,0-1,-4 9,3-6,0-1,1 0,-1 1,0 14,3-23,0 0,0 1,1-1,-1 0,0 0,1 0,-1 0,1 0,-1 0,1 0,0 0,0 0,0 0,0 0,0-1,1 1,-1 0,1-1,-1 1,1-1,-1 1,1-1,0 0,-1 0,1 1,3 0,5 3,1-1,0 0,0 0,0-1,0-1,0 0,18 1,-23-3,-1 0,1 0,0-1,0 0,-1 0,1-1,-1 1,1-1,-1 0,1-1,-1 0,0 1,0-1,0-1,-1 1,7-7,-2 2,-1-1,1 0,-2-1,0 0,7-11,-12 17,0 0,0 0,0 0,-1 0,0 0,1 0,-2 0,1 0,0 0,-1-1,0 1,0 0,0 0,0-1,-1 1,0 0,0 0,-1-5,0 6,0 1,0-1,0 1,0-1,0 1,0 0,-1 0,1 0,-1 1,1-1,-1 0,0 1,0 0,1-1,-1 1,0 0,0 1,0-1,0 0,0 1,0 0,-1 0,-3 0,-14-1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3:14.6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62 5,'-1'4,"0"1,-1-1,1 0,-1 0,0 0,0 0,0 0,-5 6,-5 10,6-7,2-5,0 0,0 0,1 0,0 0,-2 17,4-23,1 0,0 1,0-1,1 1,-1-1,0 0,1 1,0-1,-1 0,1 1,0-1,0 0,0 0,0 0,1 0,-1 0,1 0,-1 0,1 0,0 0,-1-1,1 1,0-1,0 1,4 1,4 2,0 0,0-1,0 0,1 0,-1-2,1 1,0-1,0-1,-1 1,1-2,0 0,20-2,-24 1,-1 1,1-2,0 1,0-1,-1 0,1 0,-1-1,0 0,0 0,0 0,0-1,0 0,-1 0,1 0,-1-1,0 0,-1 0,1 0,-1-1,0 1,4-8,-7 10,1-1,0 1,-1-1,0 0,0 1,0-1,0 0,-1 0,1 0,-1 1,0-1,0 0,-1 0,1 0,-1 0,1 1,-1-1,-2-5,0 5,1 0,-1 0,0 0,0 0,0 1,0-1,0 1,-1 0,0 0,0 0,1 1,-2-1,1 1,-7-3,-5-1,1 2,-1 0,0 1,0 1,0 0,0 1,-1 1,-20 2,24-1,-9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3:19.9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1 192,'4'-1,"0"0,-1-1,1 1,0-1,-1 0,1 0,-1-1,0 1,0-1,3-2,11-8,25-13,-21 12,1 0,0 2,1 0,0 2,40-13,-52 20,0-1,0 0,0 0,-1-1,0 0,19-13,-89 49,23-8,-56 26,13-9,79-39,-4 2,0-1,0 1,0 0,1 0,0 0,-1 1,1 0,1 0,-5 4,8-7,0-1,1 1,-1-1,0 1,0-1,0 1,0-1,1 1,-1-1,0 1,1-1,-1 0,0 1,1-1,-1 1,0-1,1 0,-1 1,1-1,-1 0,1 1,-1-1,1 0,-1 0,1 0,-1 1,1-1,-1 0,1 0,-1 0,1 0,-1 0,1 0,-1 0,1 0,-1 0,1 0,0 0,28 1,-28-1,6 1,-1-1,0 1,1 0,-1 0,1 1,-1 0,0 0,0 0,0 1,0 0,5 4,3 3,0 1,20 21,23 18,-55-48,-1-1,0 0,1 1,-1-1,1 0,0 0,-1 0,1-1,0 1,0 0,-1-1,1 1,0-1,0 1,0-1,0 0,0 0,0 0,-1 0,1 0,0 0,0 0,0-1,0 1,0-1,-1 1,1-1,0 0,0 0,2-2,-2 1,1-1,-1 0,0 0,0 0,0 0,-1 0,1-1,-1 1,1 0,-1-1,0 1,-1-1,1 1,-1-1,1-5,1-37,-7-86,5 129,-1 0,1 0,-1 0,1 0,-1 0,0 0,-1 1,1-1,0 0,-1 1,1-1,-1 1,0-1,0 1,0 0,0-1,0 1,0 0,-1 1,-3-3,6 4,-1 0,0 0,0 1,0-1,1 0,-1 1,0-1,0 1,1-1,-1 1,0-1,1 1,-1-1,0 1,1 0,-1-1,1 1,-1 0,1 0,-1-1,1 1,0 0,-1 1,-10 23,11-24,-34 83,28-89,5 3,-1 0,1 1,-1-1,1 1,-1-1,0 1,0-1,0 1,-2-1,-6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3:40.9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3 199,'19'-2,"0"-1,-1-1,1 0,-1-2,1 0,-2-1,26-13,-9 5,-13 5,-15 7,0-1,1 2,-1-1,0 1,1 0,-1 0,11-1,-49 24,-45 23,47-26,0-1,-1-1,-38 12,68-28,0 0,0 1,-1-1,1 0,0 1,0-1,0 1,0-1,-1 1,1 0,0-1,0 1,0 0,0 0,1-1,-1 1,0 0,0 0,-1 2,3-3,-1 1,0 0,0-1,1 1,-1 0,0-1,1 1,-1-1,0 1,1-1,-1 1,1 0,-1-1,1 0,-1 1,1-1,0 1,-1-1,1 0,-1 1,1-1,0 0,-1 0,2 1,58 15,-53-14,80 8,-70-9,1 0,-1 2,1 0,-1 0,27 11,-6 1,-16-7,32 18,-43-20,-7-3,0-1,0 1,0-1,0 0,1 0,4 1,-8-3,-1 0,1 0,-1 0,1 0,-1 0,1 0,-1 0,1 0,0 0,-1 0,1 0,-1 0,1 0,-1-1,1 1,-1 0,0 0,1-1,-1 1,1 0,-1-1,1 1,-1-1,1 0,0 0,-1 0,1-1,-1 1,1 0,-1 0,0-1,0 1,1 0,-1 0,0-1,0 1,-1-3,0-9,-1 1,-1-1,-3-12,-7-36,11-100,2 100,1 59,-1 1,0-1,0 1,0-1,-1 1,1-1,0 1,0-1,-1 1,1 0,-1-1,1 1,-2-3,1 4,1 0,0 0,-1-1,1 1,0 0,-1 0,1 0,-1-1,1 1,0 0,-1 0,1 0,-1 0,1 0,-1 0,1 0,0 0,-1 0,1 0,-1 0,1 0,0 0,-1 0,1 1,-1-1,1 0,0 0,-1 0,0 1,-5 3,1 1,0-1,0 1,-8 9,-3 3,3-8,0-1,0 0,-1-1,-22 8,23-11,1 2,-1 0,1 0,0 1,-17 13,29-20,0 0,0 0,1 0,-1 0,0 0,0 0,0 0,0 0,1 0,-1 0,0 0,0 0,0 0,0 0,1 0,-1 1,0-1,0 0,0 0,0 0,0 0,1 0,-1 0,0 0,0 0,0 0,0 1,0-1,0 0,0 0,1 0,-1 0,0 0,0 1,0-1,0 0,0 0,0 0,0 0,0 1,0-1,0 0,0 0,0 0,0 0,0 1,0-1,0 0,0 0,0 0,0 0,0 1,0-1,0 0,0 0,-1 0,1 0,0 0,0 1,0-1,0 0,0 0,28-2,35-11,-55 11,34-6,-40 7,1 1,-1 0,0 0,0 0,1 0,-1 1,0-1,0 1,0-1,1 1,-1 0,0-1,0 1,0 0,3 2,-5-2,1-1,-1 0,0 1,1-1,-1 0,0 1,1-1,-1 1,0-1,1 1,-1-1,0 0,0 1,1-1,-1 1,0-1,0 1,0-1,0 1,0 0,0-1,0 1,0-1,0 1,0-1,0 1,0-1,0 1,0-1,0 1,0-1,-1 1,1-1,0 1,0-1,-1 1,1-1,0 0,-1 1,1-1,0 1,-1-1,1 0,-1 1,1-1,0 0,-1 0,1 1,-1-1,1 0,-1 0,0 1,-34 13,27-12,-18 12,20-7,9-5,-24 0,1 0,-34 8,3-1,52-9,7-1,0-1,-1 1,0-1,1-1,-1 1,10-6,28-20,49-28,-93 55,0 1,0-1,-1 1,1 0,0-1,0 1,0 0,-1-1,1 1,0 0,0 0,0 0,0 0,0 0,-1 0,1 0,0 0,0 0,0 1,0-1,-1 0,1 1,0-1,0 0,0 1,-1-1,1 1,0-1,-1 1,1-1,0 1,0 0,0 1,1 1,-1-1,0 1,0-1,0 1,0-1,0 1,0 0,-1-1,1 6,0-3,-1-1,0 1,0 0,0 0,0 0,-1 0,0-1,0 1,0 0,0-1,-1 1,-4 8,5-13,1 1,-1 0,0 0,0-1,0 1,-1-1,1 1,0-1,0 1,0-1,0 1,0-1,-1 0,1 0,0 0,0 0,0 0,-1 0,1 0,0 0,0 0,0 0,-2-1,-28-12,18 7,-3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4:16.24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0,'4'0,"6"0,1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4:21.45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1 180,'9'-1,"0"0,0-1,0 0,-1-1,1 0,-1 0,1-1,7-5,24-8,16-6,84-48,-187 108,-101 46,106-53,40-29,0 1,0 0,1-1,-1 1,0 0,1 0,-1 0,1 0,-1 1,1-1,0 0,0 0,0 1,0-1,1 1,-1-1,0 5,1-6,1 0,-1 0,1 0,0 1,-1-1,1 0,0 0,-1 0,1 0,0 0,0 0,0-1,0 1,0 0,0 0,0-1,0 1,0 0,0-1,1 1,-1-1,0 0,0 1,1-1,-1 0,0 0,0 1,2-1,43 2,-40-2,18 1,43 9,-41-5,36 1,-51-5,1 0,-1 0,0 1,1 0,-1 1,15 6,-29-11,-1-1,1 0,0 0,0 0,0-1,1 1,-1-1,1 1,0-1,0 0,0 0,0 0,1 0,0 0,0 0,0 0,-1-8,-1-9,0-1,1-29,3 41,-1 0,2 0,0 0,0 1,1-1,0 1,0-1,8-12,0-4,-12 22,-6 7,-6 6,-27 25,28-22,-1-1,-1 0,1-1,-2-1,-25 14,40-23,0 0,0 0,0 0,0 0,0 0,1 0,-1 0,0 0,0 1,0-1,0 0,0 0,0 0,0 0,0 0,0 0,0 1,0-1,0 0,0 0,0 0,0 0,0 0,0 1,0-1,0 0,0 0,0 0,0 0,0 0,0 1,0-1,0 0,0 0,0 0,0 0,0 0,0 0,0 1,0-1,-1 0,1 0,0 0,0 0,0 0,0 0,0 0,27 3,-21-3,1 0,0 1,-1 0,1 0,-1 0,12 5,-17-6,-1 0,0 1,1-1,-1 0,1 1,-1-1,0 0,1 1,-1-1,0 0,1 1,-1-1,0 1,1-1,-1 1,0-1,0 1,0-1,0 1,1-1,-1 1,0-1,0 1,0-1,0 1,0-1,0 1,0-1,0 1,-1-1,1 1,-14 11,-23-2,30-10,0 0,0-1,1 0,-1-1,-7-1,8 1,1 0,-1 1,0 0,1 0,-1 1,0-1,-6 2,2 2,15 2,16 0,-4-2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4:47.7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1 158,'15'0,"4"0,0 0,38-6,-50 4,-1 0,1 0,0-1,0 0,-1 0,0 0,1-1,-1 0,0 0,-1 0,8-8,2-3,1 1,29-20,-37 29,0 0,1 1,-1 0,1 0,0 1,0 0,0 1,12-3,-21 5,0 0,0 1,0-1,0 0,0 0,0 0,0 0,0 0,0 0,0 0,0 0,0 0,0 0,0 0,0 0,0 0,0 0,0 0,0 0,0 1,0-1,0 0,0 0,0 0,0 0,0 0,0 0,0 0,0 0,0 0,0 0,0 0,0 0,0 0,0 0,0 0,0 1,0-1,0 0,0 0,0 0,0 0,0 0,0 0,0 0,0 0,0 0,0 0,1 0,-1 0,0 0,0 0,-10 7,-14 8,-131 61,127-60,0-2,0-1,-51 17,81-31,1 1,-1 0,1 0,-1 0,0 0,1 0,-1 0,1 1,-1-1,1 1,-1 0,0-1,1 1,3 2,37 25,-36-22,1 0,0-1,0 0,1-1,14 6,-10-7,1-1,0-1,-1 0,22-2,-25 0,0 1,0 0,0 0,-1 1,1 0,0 1,-1 0,1 0,-1 1,12 5,-15-4,0 1,1-1,-2 1,1 0,6 8,14 12,-41-77,1 15,6 17,1-1,-5-25,10 38,1 0,0 0,1 0,0 0,0 0,1 0,0-1,0 1,4-11,-2 12,5-25,-7 31,-1 0,0-1,0 1,0 0,0-1,0 1,0-1,0 1,0 0,0-1,-1 1,1-1,-1 1,1 0,-1 0,1-1,-1 1,-1-2,1 2,0 1,1 0,-1-1,0 1,0 0,0 0,0 0,0 0,0-1,0 1,0 0,0 1,0-1,1 0,-1 0,0 0,0 0,0 1,0-1,0 0,0 1,1-1,-1 1,0-1,0 1,1-1,-1 1,0 0,0 1,-25 22,23-21,-123 125,126-128,-1 0,1 1,0-1,-1 0,1 0,0 0,0 0,-1 0,1 1,0-1,-1 0,1 0,0 1,0-1,0 0,-1 0,1 1,0-1,0 0,0 0,-1 1,1-1,0 0,0 1,0-1,0 0,0 1,0-1,0 0,0 1,0-1,0 0,0 1,0-1,0 0,0 1,0-1,0 0,0 1,1-1,15-3,27-15,-40 17,-1-1,0 1,0 0,1 0,-1 0,1 0,-1 0,1 1,-1-1,1 1,-1 0,1 0,-1 0,1 0,0 0,3 1,-2 2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4:48.09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54.1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1 270,'0'1,"0"0,1 0,-1 0,1 0,-1 0,1 0,0 0,-1 0,1 0,0 0,0 0,0 0,-1-1,1 1,0 0,0-1,0 1,0 0,0-1,0 0,1 1,-1-1,0 1,0-1,0 0,0 0,0 0,1 0,1 0,36 0,-32-1,0-2,0 1,0-1,0 0,0 0,-1-1,11-8,43-38,-41 33,-13 13,-1 0,0-1,0 1,0-1,-1-1,0 1,0-1,0 1,-1-1,0 0,0 0,0-1,-1 1,0-1,2-6,0-4,-2 11,0-1,0 0,-1 0,0 0,0-11,-1 16,0 1,0 0,0 0,0 0,0 0,-1 0,1 0,-1 0,1 0,-1 0,1 0,-1 0,1 0,-1 0,0 0,0 0,1 0,-1 0,0 1,0-1,0 0,0 1,0-1,0 1,0-1,0 1,0-1,0 1,0-1,0 1,0 0,0 0,-1 0,1 0,0 0,0 0,0 0,0 0,0 0,0 0,-2 1,0-1,-1 1,0-1,1 1,-1 0,1 0,0 1,-1-1,1 1,0-1,0 1,0 0,0 0,0 0,0 1,0-1,1 1,-1-1,-2 5,2-2,0 0,1 0,-1 0,1 0,0 0,1 1,-1-1,1 1,0-1,0 1,1 7,-1-7,1 0,0 0,1 1,0-1,0 0,0 0,0 1,1-1,0 0,1-1,-1 1,1 0,0-1,0 1,1-1,0 0,0 0,0 0,0-1,1 1,10 6,3-1,1-1,0-2,0 1,1-2,0-1,0 0,34 2,-34-6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29.0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160 1,'-5'0,"0"1,0-1,0 2,0-1,0 0,0 1,0 0,1 0,-1 0,1 1,0-1,-1 1,1 0,0 0,1 1,-1-1,1 1,-5 5,-4 8,-1 0,-18 38,25-43,5-10,-1 1,1-1,0 0,0 1,0 0,0-1,1 1,-1 0,1-1,-1 1,1 0,0 0,0-1,0 1,1 0,-1-1,1 1,-1 0,1-1,0 1,1 3,0-3,0-1,0 1,0-1,1 1,-1-1,0 0,1 1,0-1,0-1,-1 1,1 0,0-1,0 1,1-1,-1 0,0 0,5 1,2 0,0 0,-1-1,1 0,0 0,0-1,-1 0,20-3,-25 2,1 0,-1-1,0 1,0-1,0 0,0 0,0 0,0 0,-1-1,1 0,-1 0,1 0,-1 0,0 0,0 0,-1-1,1 0,-1 1,3-7,-3 7,3-5,-1 0,-1-1,0 1,0-1,2-11,-4 18,-1-1,0 1,0-1,0 0,0 1,-1-1,1 0,-1 1,0-1,1 1,-1-1,0 1,0-1,-1 1,1 0,0-1,-1 1,0 0,1 0,-1 0,0 0,-3-2,-56-37,44 30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29.5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 0,'0'396,"-1"-378,-1-1,-7 34,6-39,-1 9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0.2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0 104,'2'12,"1"1,0 0,0-1,1 0,1 0,0 0,1-1,0 1,11 15,-15-25,0 1,-1-1,1 1,0-1,0 1,0-1,0 0,1 0,-1 0,0-1,1 1,-1 0,1-1,0 1,0-1,-1 0,1 0,0 0,0-1,0 1,0-1,0 1,0-1,0 0,0 0,0 0,0-1,0 1,0-1,0 1,0-1,0 0,0 0,0-1,4-1,-2-1,0 1,0-1,0 0,0 0,-1 0,0-1,0 0,0 0,0 0,-1 0,0 0,0-1,0 1,0-1,-1 0,2-10,-2 10,-1 0,-1 0,1 0,-1-1,0 1,0 0,-1 0,0 0,0 0,0 0,-1 0,0 0,0 0,0 1,-1-1,0 1,0-1,0 1,-1 0,0 0,0 1,0-1,0 1,-1 0,1 0,-1 0,0 1,-1-1,1 1,0 1,-1-1,0 1,1 0,-1 0,0 0,-11-1,-31 2,27 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0.7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1,'0'4,"0"6,4 0,2 4,-1 3,-1 3,-1 2,-1 2,-1 1,0 0,-1 0,-1 1,1-1,0-4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1.0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16,'0'-4,"4"-2,2 1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1.6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61 0,'-2'0,"-1"1,0-1,0 1,0 0,1 0,-1 0,1 0,-1 0,0 1,1-1,0 1,-1-1,1 1,0 0,0 0,0 0,0 0,0 1,1-1,-1 0,1 1,-2 3,1-4,1 0,0 0,1 0,-1 0,0 0,1 0,-1 0,1 1,-1-1,1 0,0 0,0 0,0 1,0-1,1 0,-1 0,1 0,-1 1,1-1,0 0,-1 0,1 0,0 0,1 0,-1 0,0-1,0 1,1 0,2 2,6 3,1 0,-1-1,2 0,-1-1,1 0,23 6,-19-7,-1 2,1-1,22 14,-36-18,0 0,0 1,0-1,0 0,0 1,0 0,0-1,-1 1,1 0,-1 0,1 0,-1 0,0 0,0 0,0 0,0 0,0 0,0 1,0-1,-1 0,1 0,-1 1,0-1,0 1,0-1,0 0,0 1,0-1,0 0,-1 1,0-1,1 0,-1 1,0-1,0 0,0 0,0 0,0 0,-1 0,1 0,-4 3,-2 4,-1 0,0-1,0 0,0-1,-1 0,0 0,-16 8,19-12,1 0,-1 0,0-1,0 0,0 0,0 0,0-1,0 0,-9 1,-2-4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2.31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272 1,'-7'0,"-1"0,0-1,0 1,0 1,-1 0,1 0,0 0,0 1,0 0,1 1,-1 0,-8 4,2 1,0 1,0 0,0 1,1 1,1 0,-20 23,26-27,1-1,0 1,1 1,0-1,0 1,0-1,1 1,0 0,1 0,0 1,0-1,0 0,1 1,1-1,0 11,0-17,0 1,0-1,1 1,-1-1,1 0,0 1,0-1,-1 0,2 0,-1 1,0-1,0 0,3 2,6 7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3.0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74 0,'-2'1,"0"1,0-1,0 1,0-1,0 1,1-1,-1 1,1 0,-1 0,1 0,-1 0,-1 4,-2 2,-1-1,1 1,0-1,0 1,1 0,0 1,1-1,0 0,0 1,-3 16,6-21,-1 1,1-1,0 1,0-1,1 1,-1-1,1 0,0 1,0-1,0 0,1 1,-1-1,1 0,0 0,0 0,1-1,-1 1,1-1,0 1,0-1,0 0,4 4,-4-5,0 0,0 0,0 0,0 0,0 0,0-1,1 1,-1-1,1 0,-1 0,1 0,-1-1,1 1,-1-1,1 0,0 0,5-1,-7 1,1-1,-1 1,0-1,0 0,1 0,-1 0,0 0,0 0,0-1,0 1,0 0,0-1,-1 0,1 1,-1-1,1 0,-1 0,1 0,-1 0,0 0,0 0,0-1,0 1,0 0,-1 0,2-5,0-7,0 0,-1 1,0-1,-3-22,1 28,1 0,-2 1,1 0,-1-1,0 1,-1 0,0 0,0 0,-8-12,1 11,5 13,6 19,2-15,0 0,1 0,0-1,1 1,0-1,0 0,1 0,0-1,0 0,1 0,0 0,0-1,1 0,0 0,0 0,0-1,0-1,1 0,0 0,0 0,0-1,0 0,0-1,1 0,-1-1,19 1,-24-2,-1-1,1 1,-1-1,1 0,-1 0,1 0,-1-1,0 1,6-4,7-6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4.1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1,'4'0,"2"4,3 1,5 1,4-6,0-7,-5-2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5.4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 0,'0'9,"0"6,0 6,0 2,0 3,0 0,0 0,0 1,0-2,-4-3,-1-7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6.2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1,'9'0,"0"1,0 0,0 1,0 0,0 1,0-1,-1 2,0-1,1 1,-1 0,-1 1,1 0,-1 0,9 8,-12-10,-1 1,1-1,-1 1,0-1,0 1,0 0,-1 0,1 0,-1 0,0 1,0-1,-1 1,1-1,-1 1,0-1,0 1,0 0,-1 0,0 0,0-1,0 1,0 0,-1 0,0-1,0 1,0 0,0-1,-4 7,5-10,-1 1,1-1,-1 0,0 1,0-1,0 0,0 0,0 0,0 0,0 0,0 0,0 0,-2 1,3-2,0 1,-1-1,1 0,-1 0,1 0,-1 0,1 0,-1 0,1 1,-1-1,1 0,-1 0,1-1,-1 1,1 0,-1 0,1 0,0 0,-1 0,1 0,-1-1,1 1,-1 0,1 0,0-1,-1 1,0-2,0 1,0 0,0 0,0-1,1 1,-1-1,1 1,-1 0,1-1,-1 1,1-1,0 1,0-1,0 0,0 1,0-1,0 1,0-1,0 1,0-1,1 1,-1-1,2-2,1-3,0 1,1-1,0 0,0 1,1 0,0 0,0 0,0 1,10-8,3-1,38-23,-55 36,1 0,0-1,0 2,-1-1,1 0,0 0,0 0,0 1,0-1,0 1,0 0,0 0,0-1,0 1,0 0,0 1,0-1,0 0,0 1,0-1,0 1,0-1,0 1,0 0,0 0,0 0,2 2,-1-1,-1 1,1 0,-1 0,0 0,1 0,-1 0,-1 1,1-1,0 0,-1 1,0 0,0-1,0 1,1 5,7 40,6 50,-13-78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6.5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1,'0'8,"4"3,2 4,-1 3,-1 3,-1 2,-1 2,-1 0,0 0,-1 1,0-5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6.8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15,'0'-4,"4"-1,1-1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7.5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22,'1'15,"2"1,0-1,1 0,0 0,1-1,1 1,12 22,-18-37,0 0,0 0,0 1,0-1,0 0,1 0,-1 0,0 0,0 0,0 0,0 1,0-1,1 0,-1 0,0 0,0 0,0 0,1 0,-1 0,0 0,0 0,0 0,1 0,-1 0,0 0,0 0,0 0,1 0,-1 0,0 0,0 0,0 0,1 0,-1 0,0 0,0 0,0 0,0-1,1 1,-1 0,0 0,0 0,0 0,0 0,0 0,1-1,-1 1,0 0,0 0,0 0,0-1,0 1,0 0,0 0,0 0,0-1,8-13,-8 12,9-16,0 1,20-30,-25 41,1 0,0 0,0 1,0 0,1 0,0 0,0 1,0 0,1 0,11-6,-16 10,0-1,-1 0,1 1,0 0,0-1,-1 1,1 0,0 0,0 0,-1 0,1 0,0 0,0 0,-1 1,1-1,0 1,0-1,-1 1,1 0,2 1,-2 0,1 0,0 0,-1 0,0 1,1-1,-1 1,0 0,0 0,0 0,1 3,2 5,-1 1,0 0,0 0,-1 0,1 13,-1-5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8.3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0,'1'7,"0"0,0 0,1 0,1 0,-1-1,1 1,5 8,2 8,-5-10,-1 1,0 0,-1 0,-1 0,1 23,-4 75,-1-45,1-51,-1 0,-5 23,-2 12,9-51,0 1,0-1,0 1,-1-1,1 1,0-1,0 1,0-1,0 1,0 0,1-1,-1 1,0-1,0 1,0-1,0 1,0-1,1 1,-1-1,0 1,1-1,-1 1,0-1,1 1,-1-1,0 0,1 1,0 0,14-6,20-24,-30 25,15-17,-16 17,0-1,0 1,1 0,-1 0,1 0,10-6,-13 10,-1-1,1 1,-1-1,1 1,-1 0,1 0,-1 0,1 0,-1 0,1 0,0 0,-1 1,1-1,-1 0,1 1,-1-1,0 1,1 0,-1-1,0 1,1 0,-1 0,0 0,0 0,1 0,-1 0,0 0,0 0,0 0,0 1,-1-1,2 3,2 1,-1 1,0 0,0 1,-1-1,0 0,0 1,0-1,0 12,7 18,-3-19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8.6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1 103,'0'5,"1"1,0-1,0 0,0 1,1-1,0 0,0 0,0 0,1 0,-1 0,1-1,0 1,1-1,-1 0,1 0,0 0,0 0,0 0,0-1,0 0,7 4,-6-4,0 0,0-1,0 1,1-1,-1 0,1 0,-1-1,1 0,-1 0,1 0,0 0,0-1,-1 0,1-1,0 1,-1-1,1 0,0 0,-1-1,6-1,-6 0,-1 0,0-1,0 1,0-1,0 0,-1 0,0 0,1 0,-1 0,-1-1,1 0,-1 1,0-1,0 0,0 0,2-9,-3 9,1-1,-1 1,0-1,0 1,-1-1,0 1,0-1,0 1,0-1,-1 1,0-1,0 1,-1-1,1 1,-5-9,3 10,0 1,0 0,0-1,0 1,-1 1,1-1,-1 0,0 1,1 0,-1 0,0 0,-1 0,1 1,0-1,0 1,-1 0,1 0,0 1,-1-1,-5 1,-10-1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39.2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93 0,'-6'0,"-1"1,0 0,1 0,-1 0,1 1,-1 0,1 0,-12 6,17-7,-1-1,1 1,-1 0,1 0,0 0,0 0,-1 0,1 0,0 0,0 0,0 0,0 1,0-1,1 0,-1 1,0-1,0 1,1-1,-1 1,1-1,0 1,-1-1,1 1,0-1,0 1,0 0,0-1,0 1,0-1,0 1,1-1,-1 1,0-1,1 1,0-1,-1 1,1-1,0 1,0-1,-1 0,1 1,0-1,2 2,3 3,0 0,0 0,1 0,0-1,14 8,-11-7,0 1,-1 0,15 13,-22-17,0-1,0 0,-1 1,1-1,0 1,-1-1,0 1,1 0,-1-1,0 1,0 0,-1 0,1 0,-1 0,1 0,-1 0,0 0,0 5,-1-5,0 0,-1 0,1 0,0 0,-1-1,1 1,-1 0,0-1,0 1,0-1,0 0,0 0,-1 1,1-2,-1 1,1 0,-1 0,0-1,0 0,0 1,0-1,1 0,-1 0,-1-1,-3 2,-15 2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3.6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221 1,'-14'-1,"1"2,-1 0,1 0,0 1,-1 1,1 0,-12 5,18-5,1 0,0 1,0-1,0 1,0 0,1 1,0-1,-1 1,2 0,-1 1,1-1,0 1,0 0,0 0,-3 9,4-9,0 1,1-1,-1 1,2 0,-1 0,1 0,0 0,1 0,-1 0,2 7,-1-11,0 0,0-1,1 1,0 0,-1 0,1-1,0 1,0-1,1 1,-1-1,0 1,1-1,-1 0,1 0,0 1,0-1,0 0,0-1,0 1,0 0,1-1,-1 1,0-1,1 0,-1 1,1-1,5 1,8 1,1-1,-1-1,1 0,31-3,-17 0,-9 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4.4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75,'0'4,"-1"12,1-1,1 1,1-1,5 24,-6-36,0 1,0 0,1-1,-1 1,1-1,0 0,0 1,0-1,0 0,1 0,-1 0,1-1,0 1,0-1,0 1,0-1,0 0,0 0,1 0,-1-1,1 1,-1-1,1 0,4 1,-3-1,1 0,-1 0,1 0,0-1,-1 0,1-1,0 1,-1-1,1 0,-1 0,1-1,-1 0,0 0,1 0,-1 0,0-1,0 0,-1 0,1 0,0-1,-1 1,6-8,-5 5,0 0,-1 0,1 0,-2-1,1 0,-1 0,0 0,0 0,0 0,-1 0,-1-1,1 1,-1-1,0 0,-1 1,0-12,-1 16,1 0,-1 1,1-1,-1 0,0 1,0-1,0 1,0-1,0 1,-1-1,1 1,-1 0,0 0,0 0,1 0,-1 0,-3-2,0 0,0 1,0 0,0 0,-1 0,1 1,-11-4,-5 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5.0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1,'0'4,"4"2,2 4,4 0,0 2,2 4,0 3,-3 3,-2 1,1 2,0 0,-2-8,-2-11,-1-11,-2-9,-1-2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5.7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19,'19'-6,"-18"5,0 1,0-1,0 1,0-1,0 1,0-1,1 1,-1 0,0 0,0-1,0 1,0 0,0 0,0 0,1 0,-1 0,0 0,0 1,0-1,0 0,0 1,0-1,0 0,1 1,-1-1,0 1,-1 0,1-1,0 1,2 1,23 32,-23-28,0-1,1 0,0 0,0 0,9 8,-12-12,1 0,-1 0,1 0,-1-1,1 1,0 0,-1-1,1 1,0-1,-1 0,1 1,0-1,0 0,-1 0,1 0,0 0,0 0,-1-1,1 1,0-1,0 1,-1-1,1 1,-1-1,3-1,5-3,-1-1,0 0,0 0,10-11,-11 10,0 0,1 0,1 1,14-10,-20 15,0 0,-1 0,1 0,0 0,-1 1,1-1,0 1,0-1,0 1,-1 0,1 0,0 0,0 1,0-1,-1 0,1 1,0 0,0 0,-1 0,1 0,4 3,43 20,-33-19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6.62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47,'2'21,"0"0,2-1,0 1,1-1,15 36,-12-33,0 1,-1 0,6 43,2 18,-22-105,0 4,1-1,1 0,0 0,2 0,0-1,-1-19,3 10,0 3,0 1,2-1,7-43,-8 62,2-1,-1 1,1-1,0 1,0 0,0 0,1 0,0 0,0 0,0 1,0-1,1 1,0 0,0 0,0 0,0 0,1 1,-1 0,1 0,0 0,8-4,-10 6,0 0,0 1,-1-1,1 0,0 1,0 0,0 0,0 0,-1 0,1 0,0 0,0 1,0-1,0 1,-1 0,1 0,0 0,-1 0,1 0,-1 1,4 2,-2-1,0 0,0 1,0 0,0 0,-1 0,0 0,0 0,0 1,0 0,3 8,1 8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7.0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1,'0'4,"4"5,1 6,1 5,-2 2,3 3,0 0,0 1,-3-1,-1 1,-1-1,-1 1,-1-2,0 1,-1 0,1-1,0 1,0-4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7.7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116 73,'9'-9,"-5"6,-1 0,0-1,1 1,-1-1,0 0,3-5,-6 8,0 1,1-1,-1 0,0 0,0 0,0 0,0 0,1 0,-1 1,0-1,-1 0,1 0,0 0,0 0,0 0,0 0,-1 1,1-1,0 0,-1 0,1 0,-1 1,1-1,-1 0,1 0,-1 1,1-1,-1 0,0 1,1-1,-1 1,0-1,0 1,1-1,-1 1,0 0,0-1,0 1,0 0,-1-1,-1 0,-1 0,0 1,1-1,-1 0,0 1,1 0,-1 0,0 0,1 1,-1-1,0 1,1 0,-1 0,1 0,-1 0,1 0,-1 1,1 0,0 0,0 0,0 0,0 0,-3 3,2-1,-1-1,1 1,1 0,-1 0,0 1,1-1,0 1,0-1,0 1,1 0,0 0,0 0,0 1,0-1,0 7,2-9,0 0,1 0,-1-1,1 1,0 0,-1 0,1 0,1 0,-1-1,0 1,1 0,-1-1,1 0,0 1,0-1,0 0,0 0,0 0,0 0,1 0,-1 0,1-1,4 3,1 1,1-1,0 0,0 0,0-1,19 4,-23-5,1-1,-1 0,1-1,-1 1,1-1,-1 0,1 0,-1-1,1 0,-1 0,1 0,-1-1,0 1,10-6,1-4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8.0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0,'3'1,"-1"-1,1 1,-1 0,1 0,-1 0,0 0,1 0,-1 0,0 1,0-1,0 1,0 0,0 0,0-1,1 3,24 32,-18-21,-2 0,1 1,-2 0,0 0,-1 1,-1 0,0 0,1 22,1 142,-6-167,1 9,-1-12,0 0,0 0,-1 0,-4 16,0-12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8.4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28,'9'0,"6"-5,5 0,4-1,1 2,2 0,-1 2,0 1,0 1,-5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8.7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1 129,'-1'4,"1"1,0-1,1 1,-1-1,1 0,0 1,0-1,0 0,0 0,1 0,0 0,0 0,0 0,0 0,1 0,2 3,-1-4,-1 0,1-1,0 1,0-1,0 0,1 0,-1 0,0 0,1-1,-1 0,1 0,-1 0,1 0,-1-1,6 0,-5 1,1-1,-1 0,0 0,0-1,0 1,0-1,0 0,0-1,0 1,0-1,-1 0,1 0,0-1,-1 1,0-1,0 0,0 0,0 0,0-1,0 1,-1-1,1 0,-1 0,0 0,-1-1,1 1,-1-1,0 1,0-1,0 0,0 0,-1 0,0 0,0 0,0 0,-1 0,0 0,0 0,0 0,-1 0,1 0,-1-1,0 1,-1 1,1-1,-1 0,-4-9,2 10,1-1,-1 1,0 0,0 1,0-1,0 1,-1-1,1 1,-1 1,0-1,0 1,0 0,0 0,-1 0,1 0,0 1,-1 0,-10 0,-10-2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49.2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70 1,'-1'0,"-1"0,1 0,-1 0,1 0,-1 0,0 0,1 1,-1-1,1 1,-1-1,1 1,-1-1,1 1,0 0,-1 0,1 0,0 0,-1 0,1 0,0 0,0 0,0 0,0 1,0-1,0 0,0 1,1-1,-1 0,0 1,1-1,-1 1,1-1,0 1,-1 0,1 1,0 0,0 0,0-1,0 1,1 0,-1 0,1 0,-1-1,1 1,0 0,0-1,0 1,1-1,-1 1,1-1,-1 1,1-1,0 0,0 0,3 3,27 15,-27-18,0 1,0 0,-1 0,1 0,-1 0,1 1,4 5,-8-8,-1 1,1-1,0 1,0-1,-1 1,1 0,-1-1,0 1,1-1,-1 1,0 0,0-1,0 1,0 0,0-1,0 1,-1 0,1-1,0 1,-1 0,0-1,1 1,-1-1,0 1,0-1,1 0,-1 1,0-1,-2 2,-2 3,-1-1,1 0,-1 0,0 0,0 0,-1-1,1 0,-1-1,0 1,0-1,0-1,-1 1,-12 2,1-2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50.5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0,'0'8,"1"0,1-1,-1 1,6 14,5 23,-11-36,-1-5,0-1,0 1,0-1,1 0,-1 1,1-1,0 0,0 0,1 0,-1 1,1-1,1 3,-3-6,1 0,-1 0,1 0,-1 0,0 0,1 0,-1 0,1 0,-1 0,0 0,1 0,-1 0,1 0,-1 0,0 0,1-1,-1 1,0 0,1 0,-1 0,0 0,1-1,-1 1,0 0,1 0,-1-1,0 1,1 0,-1-1,0 1,0 0,1-1,11-14,-9 11,7-9,0 0,1 1,0 0,1 0,17-12,-28 22,1 1,0-1,0 1,0 0,0-1,0 1,0 0,0 0,0 1,0-1,0 0,1 1,-1-1,0 1,0 0,1 0,-1 0,0 0,1 0,-1 0,0 1,0-1,1 1,-1-1,0 1,0 0,0 0,0 0,0 0,0 0,0 1,0-1,0 0,-1 1,1 0,-1-1,1 1,1 3,2 3,0 0,-1 1,0-1,-1 1,5 18,10 25,-10-39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50.8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1 103,'0'4,"0"0,0 0,1 0,-1-1,1 1,0 0,0 0,0-1,1 1,0-1,-1 1,1-1,0 0,1 1,-1-1,0 0,1 0,3 3,-1-3,0 1,0-1,1 0,-1 0,1 0,-1-1,1 0,0 0,0 0,0-1,6 1,-5-1,1 0,0 0,-1-1,1 0,0-1,-1 1,1-2,-1 1,1-1,-1 0,1 0,-1-1,0 0,0-1,-1 1,1-1,-1 0,1-1,4-5,-8 7,0-1,-1 0,1 0,-1 0,0 0,-1 0,1 0,-1-1,1 1,-1 0,0-1,-1 1,1-1,-1 1,0-1,0 1,-1-5,0 5,1 1,-1-1,1 1,-1 0,-1-1,1 1,0 0,-1 0,1 0,-1 0,0 0,0 0,0 0,0 1,-1-1,1 1,-1-1,0 1,1 0,-1 0,0 0,-4-2,-4 1,-1 0,1 1,0 0,-1 0,1 1,-24 1,13 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55.7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168 0,'-8'0,"-8"0,-4 0,-4 0,-1 0,3 4,5 6,2 5,3 5,4-2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57.1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1,'4'0,"2"4,4 2,0 3,-2 5,2 0,0 1,-2 4,-3 1,-2 2,-1 2,-2 1,0-1,0 2,-9-5,-2-10,0-7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57.4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6,'0'-4,"0"3,0 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58.1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1,'4'0,"2"4,3 2,1 3,2 1,0 2,1 0,-1 1,2 4,-2 2,2-1,-2-1,-3 2,-3 2,1-3,-3-5,-4-4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58.5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287 0,'-7'2,"1"1,-1-1,1 1,-1 1,1-1,0 1,-8 6,11-8,-21 16,0 1,1 1,1 1,1 1,1 0,1 2,1 0,-27 50,36-56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5:59.1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46 103,'0'6,"0"-1,0 0,1 0,-1 0,1 0,1 0,-1 0,1 0,0 0,0 0,0-1,0 1,1-1,0 1,0-1,0 0,1 0,-1 0,1-1,0 1,0-1,0 0,1 0,-1-1,0 1,1-1,0 0,0 0,0 0,0-1,0 0,0 1,0-2,0 1,0-1,0 0,0 0,1 0,7-2,-10 1,-1 1,1-1,0 0,0 0,0 0,0-1,-1 1,1-1,0 1,-1-1,0 0,1 0,-1 0,0 0,0 0,0-1,0 1,0-1,-1 1,3-5,-2 2,-1 0,1 0,-1 0,0 0,0-1,0 1,-1 0,1-1,-1 1,-1 0,0-8,0 6,-1 0,0 0,0 0,0 1,-1-1,0 1,0-1,-7-9,8 13,0 0,-1 0,1 0,-1 0,0 0,0 0,0 1,-1-1,1 1,-1 0,1 0,-1 0,1 1,-1-1,-4 0,-1 0,-1 1,1-1,0 2,-1-1,1 2,0-1,-1 1,1 0,0 1,0 0,0 1,0 0,-15 7,2 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6:00.18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41 153,'1'7,"0"0,1 0,0 0,0-1,0 1,1 0,0-1,0 0,1 0,0 0,0 0,0 0,1-1,8 8,-60-108,47 94,-33-60,30 56,1 1,0-1,1 0,-1 0,1-1,0 1,0 0,0 0,1 0,0-9,1 12,-1 1,0-1,1 1,-1 0,1-1,0 1,-1 0,1-1,0 1,0 0,0 0,0 0,0 0,0 0,0 0,0 0,1 0,-1 0,0 1,1-1,-1 0,3 0,32-6,-15 6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6:00.7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53 100,'23'-15,"-17"12,-1-1,1 1,-1-1,0 0,7-6,-11 9,-1 0,1 0,0 0,-1 0,1 0,-1 0,1 0,-1 0,1 0,-1 0,0 0,1-1,-1 1,0 0,0 0,0 0,0 0,0-1,0 1,0 0,0 0,-1 0,1 0,0 0,-1 0,1-1,-1 1,1 0,-1 0,1 0,-1 0,0 1,1-1,-1 0,-1-1,0 0,1 1,0-1,-1 1,1 0,-1 0,1 0,-1-1,0 1,1 1,-1-1,0 0,0 0,0 1,0-1,1 1,-1-1,0 1,0 0,0 0,0 0,0 0,0 0,0 0,0 0,0 1,0-1,0 1,1 0,-1-1,0 1,0 0,0 0,1 0,-4 2,1 0,1 0,-1 1,1-1,-1 1,1 0,0-1,0 1,1 0,-1 1,1-1,0 0,0 1,-1 4,1 0,0-1,1 0,0 0,1 0,0 1,0-1,2 11,-1-15,0 0,0 1,0-1,0 0,0 0,1 0,0 0,0 0,0 0,1 0,-1-1,1 1,-1-1,1 0,5 4,6 2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6:01.4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128 1,'-6'0,"-1"1,1 1,0-1,1 1,-1 0,0 0,0 0,1 1,-1 0,1 0,0 1,0-1,0 1,1 0,-1 0,1 1,0-1,-6 9,8-10,-1 0,1 0,0 1,0-1,1 0,-1 1,0 0,1-1,0 1,0 0,0-1,1 1,-1 0,1 0,0 0,0 0,0 0,0-1,1 1,0 0,-1 0,1-1,1 1,-1 0,0-1,1 1,0-1,0 1,0-1,4 4,1-1,0-1,1-1,0 0,0 0,0 0,0-1,1 0,-1-1,1 0,0 0,0-1,-1 0,14 0,-18-2,0 1,-1-1,1 0,0 0,-1 0,1-1,-1 1,0-1,0 0,1 0,-1 0,0 0,0-1,-1 1,1-1,0 0,-1 0,0 0,0 0,0 0,0 0,0 0,0-1,-1 1,2-5,-1 2,0 0,-1 0,1 0,-1-1,0 1,-1 0,0-1,0 1,0 0,0-1,-1 1,0 0,-1 0,-2-8,4 12,-1 1,1 0,-1-1,1 1,-1 0,0-1,1 1,-1 0,0 0,0 0,0 0,0 0,0 0,0 0,0 0,0 0,0 0,0 0,-1 1,1-1,0 1,0-1,-1 1,1-1,-1 1,1 0,0-1,-1 1,1 0,-1 0,1 0,0 0,-1 0,-1 1,1 0,0 0,0 0,0 0,0 0,0 0,0 1,1-1,-1 1,1-1,-1 1,1 0,-1 0,1-1,0 1,0 0,0 0,0 0,0 0,0 0,1 1,-1 2,-1-1,1 0,0 0,1 0,-1 1,1-1,-1 0,1 1,1-1,-1 0,1 1,-1-1,1 0,1 0,-1 0,0 0,1 0,0 0,0 0,0 0,0-1,1 1,0-1,-1 1,1-1,0 0,1 0,-1 0,0-1,1 1,0-1,-1 0,1 0,0 0,0-1,0 1,0-1,0 0,1 0,-1 0,0-1,9 1,-5 0,1-1,-1 0,0 0,1 0,-1-1,11-3,-3-2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6:01.9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0,'2'3,"1"1,-1 0,1-1,-1 1,0 0,-1 0,1 0,-1 0,1 1,-1-1,0 0,0 7,1 58,-2-50,-2 107,4 96,-2-221,0 1,0-1,0 0,0 1,0-1,0 1,0-1,1 1,-1-1,1 1,-1-1,1 0,-1 1,1-1,0 0,0 1,0-1,0 0,-1 0,2 0,-1 0,0 0,0 0,0 0,0 0,2 1,7-2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7:41.86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61,'38'14,"-25"-13,-1-1,1 0,0-1,22-5,14 0,69-11,-62 7,-4-1,-37 6,1 2,25-3,2 0,-27 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7:48.95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4604,'47'0,"-10"2,0-3,-1-1,65-12,-35-3,0-3,-1-3,64-33,-92 40,-25 11,0 0,0 0,17-12,116-69,-88 54,-34 17,-2-1,0-1,-1 0,0-2,24-31,15-13,-40 41,0 0,23-38,-25 34,2 1,21-23,-9 13,-2-2,47-78,-73 108,1 0,-1 0,-1-1,1 1,1-10,12-31,1 19,1 1,40-46,-34 45,39-61,-57 79,-1-1,-1 0,6-19,-8 23,0-1,1 1,0-1,0 1,1 0,0 0,1 0,0 1,6-9,0 3,-1-2,0 1,-1-2,-1 1,0-1,8-25,-8 20,1 0,1 0,14-22,-16 33,-1-1,-1 0,0 0,0-1,-1 1,-1-1,0 0,0-1,-1 1,-1-1,0 1,0-22,-2 23,1-1,1 1,0-1,1 1,0 0,8-20,36-61,-5 12,-22 35,-9 24,-1-2,0 1,-2-1,-1-1,0 1,5-44,-10 45,2 0,0 0,2 0,0 1,2-1,18-36,-23 48,0 1,0-1,-1 0,0 0,-1 0,0-19,-1 21,0-1,1 1,0-1,0 1,1-1,0 1,0 0,1 0,7-15,49-65,-55 83,-1-1,0 0,-1 0,1-1,-1 1,0 0,-1-1,0 1,1-9,-3-59,0 54,2-39,-1 52,1 0,1 1,-1 0,1-1,0 1,1 0,-1 0,1 0,7-11,13-18,-3-1,-1 0,-1-2,-2 0,-2-1,11-48,-22 71,-1 1,0-1,-1 0,-2-24,1 21,0 0,4-27,-2 36,1 1,0 0,1 0,8-16,7-15,-1-8,-8 25,-2 0,-1 0,5-30,10-48,-20 95,1-1,0 1,0-1,0 1,1 0,0 0,0 1,0-1,8-6,14-21,-1-10,-18 31,-1-1,2 1,0 1,0-1,1 1,1 1,19-18,37-28,-32 25,24-16,31-29,-64 52,0 1,1 1,51-33,-55 43,-3 2,28-21,-38 22,-6 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9:05.6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1,'1'0,"1"0,-1 0,1 0,-1 0,1 1,-1-1,1 1,-1-1,1 1,-1-1,0 1,1 0,-1 0,0 0,0 0,1 0,-1 0,0 0,2 2,13 29,-14-27,0-1,0 1,1-1,-1 1,7 7,-3-7,0 1,1-1,-1-1,1 0,13 7,-14-9,0 1,0 0,0 1,-1-1,1 1,-1 0,0 1,0-1,-1 1,7 7,60 114,-50-83,-17-33,1 0,0-1,0 1,1-1,9 11,20 13,-29-28,1 0,-1 1,0 0,-1 0,0 0,0 0,0 1,-1 0,1 0,-2 0,5 9,1 11,1-1,28 50,-7-17,-18-29,-7-17,-1 0,2-1,0 0,11 15,-13-19,0 1,0-1,-1 1,-1 0,1 0,-1 0,-1 0,1 1,-2-1,1 1,-1 17,0-15,0-1,0 1,1-1,0 1,1-1,1 0,0 0,6 12,-3-11,0 1,-2-1,1 1,-1 1,-1-1,5 27,-8-31,0-1,-1 1,0 0,-1 0,1 0,-1 0,-1-1,0 1,0-1,-1 1,0-1,-5 10,-31 74,13-29,12-29,1 0,1 1,-9 47,18-60,2 0,1 26,0-30,0-1,-1 1,0-1,-7 29,-9 33,15-59,-2 0,-1 0,0-1,-10 22,7-23,0-1,1 0,0 1,-4 19,8-23,-4 15,1 0,2 1,-2 39,8 672,-1-725,2 0,0 0,1 0,0-1,2 1,-1-1,2 0,0-1,13 20,10 22,-22-41,0 0,2 0,0-1,1-1,16 18,68 56,-88-81,19 13,1-2,0 0,53 23,-22-11,-46-24,0 0,1-1,17 4,-16-4,-1-1,0 2,13 5,123 57,-132-58,-1-1,1 0,1-1,-1-1,1-1,0-1,1 0,-1-1,1-1,25 0,-16-1,0 1,30 7,-29-4,49 2,-59-6,1 2,-1 0,0 1,33 12,18 4,0 3,-57-17,0-1,0-1,1 0,-1-1,22 2,0-1,-1 1,-1 2,1 1,-1 1,53 24,123 43,13 5,-167-56,83 33,-58-27,76 23,-27-17,147 62,-238-85,43 10,6 3,-65-20,-1 2,0 0,-1 2,33 21,-23-13,38 18,-41-24,-1 2,38 27,-35-22,0-2,61 29,-21-12,-6-4,114 37,-132-52,-18-5,34 20,-37-19,0 0,26 8,122 43,-110-39,-35-15,0-1,1-1,-1-2,47 4,113-7,-104-3,-65 0,0-1,0-1,-1 0,1-2,17-6,-17 5,0 0,0 2,0 0,32-2,-34 5,0-1,0-1,0-1,29-10,-27 8,1 1,35-6,17-2,-48 8,0 1,30-1,-35 4,0-1,24-7,29-2,-43 8,-1-2,47-13,-50 11,1 1,1 1,40-3,32 9,-76-1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9:38.4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391 54,'-1'-1,"-1"1,1-1,-1 0,1 0,-1 0,1 0,-1 0,1 0,0 0,0 0,0-1,0 1,-1 0,0-3,-14-13,10 14,-1 0,0 0,0 1,-1 0,1 0,0 1,-1 0,1 0,-1 1,1 0,-1 0,1 0,-1 1,1 0,-1 1,1 0,0 0,0 0,0 1,0 0,0 1,1-1,-1 1,1 1,0-1,0 1,1 0,-6 6,-24 23,-29 34,58-60,-1 0,1 1,1-1,0 1,0 1,-5 14,9-21,0 0,0 1,0-1,1 1,-1-1,1 1,0-1,0 1,0-1,1 1,-1-1,1 1,0-1,0 1,0-1,3 7,-1-6,0 1,0-1,1 1,-1-1,1 0,0-1,0 1,0 0,1-1,6 4,-4-3,1 0,-1-1,1 1,0-2,0 1,0-1,0 0,1-1,-1 1,0-2,1 1,-1-1,1-1,11-1,52-18,-83 18,-11 4,0 5,1 1,-1 1,1 1,1 1,-28 19,44-28,0 1,0 0,0 0,1 0,-1 0,1 0,0 1,0-1,0 1,-2 4,4-5,0-1,0 0,1 0,-1 0,1 1,0-1,0 0,-1 1,2-1,-1 0,0 1,0-1,1 0,-1 0,1 1,0-1,0 0,-1 0,1 0,1 0,-1 0,0 0,2 2,1 1,0-1,0 0,0 0,1 0,-1 0,1-1,0 1,0-1,0-1,1 1,-1-1,1 1,0-2,-1 1,1-1,0 0,9 1,-4-1,1 0,0-1,-1 0,1-1,0 0,-1-1,1-1,11-3,-7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9:39.4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135 0,'-7'2,"0"1,0 0,0 0,1 0,-1 1,1 0,-7 5,10-7,-13 8,10-7,1 0,-1 0,1 1,0-1,1 1,-1 0,1 0,-1 1,-4 7,8-11,1 0,0 0,0-1,0 1,0 0,0 0,0 0,0 0,0 0,0 0,0 0,1 0,-1-1,0 1,0 0,1 0,-1 0,1-1,-1 1,1 0,-1 0,1-1,-1 1,1 0,0-1,-1 1,1-1,0 1,0 0,-1-1,1 0,0 1,0-1,0 0,0 1,1-1,40 13,-29-10,45 8,-48-10,1 1,-1 0,0 0,1 1,-1 0,-1 1,1 0,13 8,-22-12,0 1,0 0,1 0,-1-1,0 1,0 0,0 0,0 0,-1 1,1-1,0 0,0 0,-1 0,1 1,0-1,-1 0,0 0,1 1,-1-1,0 1,1-1,-1 0,0 1,0-1,0 2,-1-1,0 1,0-1,0 0,0 0,0 0,0 0,-1 0,1 0,-1 0,1 0,-1-1,0 1,-3 2,-1 1,-1-1,-1 1,1-1,0-1,-1 1,0-1,-13 3,17-5,1 0,0-1,0 1,-1-1,1 1,0-1,-1 0,1-1,0 1,-1-1,1 1,0-1,0 0,0 0,-1 0,1-1,0 1,0-1,1 1,-1-1,0 0,1 0,-1-1,1 1,-1 0,1-1,0 1,0-1,0 0,1 0,-1 0,1 0,-2-3,-2-12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9:40.1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29,'-1'14,"1"0,1 0,1 0,-1-1,6 18,-5-27,-1 0,1 0,0 0,0 0,0 0,1 0,0-1,-1 1,1-1,0 0,1 0,-1 0,0 0,1-1,0 1,0-1,-1 0,1 0,0 0,8 2,-3-1,1-1,0 0,0 0,0-1,0 0,0 0,0-1,0-1,0 0,0 0,17-5,-23 5,1-1,-1 1,0-1,1 0,-1-1,0 1,0-1,0 1,-1-1,1 0,0 0,-1-1,0 1,0-1,0 0,0 0,-1 0,0 0,1 0,-1 0,-1-1,1 1,-1-1,0 1,0-1,1-6,-1 7,-1 0,0 1,0-1,0 0,0 0,-1 0,1 1,-1-1,0 0,0 1,0-1,-1 1,1-1,-1 1,0 0,0-1,0 1,0 0,-4-3,3 3,-1 0,0 0,-1 0,1 1,0 0,-1-1,1 2,-1-1,0 0,0 1,0 0,1 0,-1 1,-7-1,-38 1,27 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9:40.8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0,'5'2,"-1"0,1 1,-1-1,0 1,0 0,0 0,0 0,0 0,0 1,-1-1,5 8,-6-10,5 8,0-1,0 1,0 0,-1 1,-1-1,0 1,0 0,0 1,-2-1,1 1,-1 0,-1 0,0 0,0 0,-1 19,-3 168,1-177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9:42.1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1 104,'1'5,"0"-1,1 0,0 0,-1 0,2 0,-1 0,5 5,-2 1,-2-6,0-1,0 1,0 0,0-1,0 1,1-1,0 0,-1 0,1-1,0 1,0-1,1 1,-1-1,0-1,1 1,-1-1,1 1,0-1,-1-1,1 1,0-1,0 0,7 0,-3-1,-1 0,1 0,0-1,-1 0,1-1,-1 1,0-2,0 1,0-1,0-1,-1 1,9-8,-13 10,-1-1,0 1,0 0,0-1,0 0,0 1,0-1,-1 0,1 0,-1 0,0 0,0 0,0 0,0 0,-1-1,1 1,-1 0,0 0,0-1,0 1,0 0,-1 0,1-1,-1 1,0 0,0 0,-2-4,2 3,-1 0,0 0,0 0,0 0,-1 0,1 0,-1 1,0-1,0 1,0 0,-1 0,1 0,-1 0,1 1,-1-1,0 1,0 0,0 0,-6-2,4 2,-1 1,1 0,-1 0,1 0,-1 0,1 1,-1 0,1 1,-1-1,1 1,-1 1,1-1,-1 1,1 0,0 1,0-1,0 1,0 0,1 1,-1-1,1 1,0 0,-7 7,2 2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9:42.7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72 1,'-1'7,"0"0,-1 0,0-1,-1 1,0-1,0 1,0-1,-1 0,1 0,-6 6,2-3,1 1,1 0,-1 0,-4 14,9-21,0-1,1 1,-1-1,1 1,0 0,-1-1,1 1,0-1,1 1,-1-1,0 1,1-1,0 1,-1-1,1 1,0-1,0 1,0-1,1 0,-1 0,0 1,1-1,2 2,1 0,0 0,0-1,1 0,-1 0,1 0,-1-1,1 0,0 0,11 2,-6-1,10 3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9:43.3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0 127,'0'4,"0"0,1 0,-1 0,1 0,-1-1,1 1,0 0,1-1,-1 1,1 0,-1-1,1 0,0 1,0-1,1 0,-1 0,1 0,4 4,-3-4,1 0,0 1,0-2,0 1,1-1,-1 0,0 0,1 0,-1-1,1 1,9 0,-6-2,0 1,-1-1,1 0,0-1,0 0,-1-1,1 1,0-2,-1 1,0-1,0 0,0-1,0 0,0 0,0-1,8-7,-12 7,0 1,0 0,-1-1,1 0,-1 1,0-1,-1-1,1 1,-1 0,0 0,-1-1,1 0,-1 1,0-1,0 0,-1 1,0-12,0 14,-1-1,1 1,-1 0,0-1,0 1,-1 0,1-1,0 1,-1 0,0 0,0 0,0 0,0 1,0-1,-1 0,1 1,-1 0,0-1,0 1,1 0,-1 0,-1 1,1-1,0 1,0-1,-1 1,1 0,0 0,-1 1,-3-1,-15-2,-1 2,-34 2,38-1,-3 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9:44.5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92 1,'0'4,"4"2,2 3,0 5,-2 4,-1 3,-1 3,-1 1,-5-4,-6-5,-5-6,-5-4,-2-3,-3-3,4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29:46.6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0,4 0,-5 4,-9 1,-6 1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17.9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79 0,'-2'1,"-1"-1,1 1,0 0,0-1,0 1,0 0,0 1,0-1,1 0,-1 0,0 1,1-1,-1 1,1 0,-1-1,1 1,-2 3,-20 33,19-30,1-1,0 1,0 0,1 0,0 1,0-1,1 0,0 10,1-14,0-1,0 1,0-1,0 1,1-1,-1 1,1-1,0 0,0 1,0-1,1 0,-1 0,1 0,-1 0,1 0,0 0,0 0,1 0,-1-1,1 1,4 3,18 7,2 0,-1-1,2-2,45 12,-70-21,-1-1,1 1,0 0,0-1,0 1,0-1,-1 0,1 0,0 0,0-1,0 1,0-1,0 1,-1-1,1 0,0 0,-1 0,1 0,0-1,2-1,-2 0,0-1,0 1,-1 0,1-1,-1 1,0-1,0 0,0 1,0-1,-1 0,0 0,1-1,-1-3,6-18,-4 17,0 0,-1-1,-1 1,2-16,-3 22,0 0,-1 0,1 0,-1 0,1 1,-1-1,0 0,0 0,0 1,-1-1,1 1,0-1,-1 1,0-1,0 1,1 0,-1 0,0 0,-5-3,2 1,0 0,0 1,0 0,0 0,0 0,-1 0,0 1,1 0,-8-1,7 3,11 5,14 4,-7-6,0 0,-1 1,0 0,0 0,0 2,10 5,-16-8,-1 0,0 0,1 1,-1-1,-1 1,1 0,-1 0,1 0,-1 1,0-1,0 1,-1-1,0 1,0 0,0 0,2 6,-3-5,-1-3,1 0,-1 0,1 1,-1-1,1 0,0-1,0 1,1 0,-1 0,0 0,1-1,0 1,0 0,0-1,0 0,0 1,0-1,0 0,6 3,6 1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18.8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1,'2'0,"-1"1,1-1,-1 1,0-1,1 1,-1 0,0-1,1 1,-1 0,0 0,0 0,1 0,-1 0,0 0,0 0,0 1,-1-1,1 0,0 1,0-1,-1 0,2 2,12 37,-11-32,7 25,13 33,-22-65,-1 0,1-1,-1 1,1 0,0 0,-1-1,1 1,0 0,-1-1,1 1,0-1,0 1,0-1,-1 1,1-1,0 0,0 1,0-1,0 0,0 0,0 0,0 0,0 0,0 0,0 0,0 0,0 0,0 0,-1 0,1 0,0-1,0 1,0 0,0-1,0 1,0-1,-1 1,1-1,0 1,0-1,-1 1,1-1,0 0,0-1,39-37,-31 29,-5 6,3-4,1 0,0 1,0 0,18-11,-25 17,1 0,0 0,0 0,-1 0,1 0,0 1,0-1,0 1,0-1,0 1,0 0,0-1,0 1,0 0,0 1,0-1,0 0,0 1,0-1,0 1,0-1,0 1,0 0,-1 0,1 0,0 0,-1 0,1 0,0 0,-1 1,1-1,-1 0,2 3,1 2,1 1,-1-1,-1 1,1 0,-1 0,-1 0,1 1,-1-1,0 1,-1-1,0 1,0 0,-1 14,1-1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19.3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1 147,'2'7,"0"0,0-1,1 1,1-1,-1 1,1-1,6 8,-8-11,1 1,0 0,1-1,-1 0,1 1,0-2,0 1,0 0,0-1,1 1,-1-1,1 0,-1-1,1 1,0-1,-1 0,1 0,0 0,0-1,0 0,0 0,0 0,0 0,-1-1,9-2,-8 3,0-1,0-1,0 1,-1-1,1 1,0-1,-1-1,1 1,-1-1,0 1,0-1,0-1,0 1,0 0,-1-1,1 0,-1 0,0 0,0 0,-1 0,1-1,-1 1,3-9,-4 7,0 0,0 0,-1-1,0 1,0 0,-1 0,0 0,0 0,0 0,-1 0,0 0,0 0,0 0,-1 0,0 1,0 0,0-1,-1 1,1 0,-1 1,-1-1,1 1,0-1,-1 1,0 1,0-1,0 1,-1 0,1 0,-1 0,0 1,0 0,1 0,-1 0,0 1,-1 0,1 0,0 0,-12 1,-4 6,1 5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19.8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178 1,'4'6,"0"0,-1 0,0 0,0 0,0 1,-1-1,0 1,0 0,2 11,1 2,2 14,-2 0,-1 1,-1-1,-2 1,-1-1,-6 36,6-63,-1-1,-1 1,1 0,-1-1,-1 1,1-1,-1 1,0-1,0 0,-5 6,7-11,0 1,-1-1,1 0,0 1,0-1,-1 0,1 0,0 0,-1 0,1 0,-1-1,0 1,1 0,-1-1,0 1,1-1,-1 1,0-1,1 0,-1 0,0 0,0 0,1 0,-1 0,0 0,0 0,1-1,-1 1,0-1,1 1,-1-1,1 0,-1 0,1 0,-1 1,1-1,-1-1,1 1,0 0,-1 0,1 0,0-1,-1-1,-48-52,29 30,-25-22,32 35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0.6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2 111,'0'30,"-1"-10,1 0,1 0,6 38,-6-54,0 0,0 1,0-1,1 0,0 0,0 0,0 0,0 0,0 0,1-1,0 1,-1-1,2 0,-1 0,0 0,0 0,1 0,0-1,-1 1,1-1,0 0,0 0,5 1,-7-2,1-1,-1 0,0 1,0-1,0 0,1 0,-1 0,0 0,0-1,0 1,1-1,-1 1,0-1,0 0,0 0,0 1,0-2,0 1,0 0,-1 0,1-1,0 1,-1 0,1-1,-1 0,1 1,-1-1,0 0,3-4,2-5,0-1,0-1,7-23,-5 12,-2 9,-1-1,-1 1,0-1,2-23,-5 32,0 0,-1 0,0 0,0 0,-1-1,0 1,0 0,-1 0,0 0,0 0,0 0,-5-7,-4-2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0.9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0,'7'8,"-1"0,1 1,-1-1,-1 1,0 1,6 12,20 63,-26-69,1 7,-1 0,-1 0,1 26,-3-27,1 0,0 0,11 36,-8-43,-1 0,-1 1,2 18,-4-15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1.44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1 153,'20'21,"-10"-9,0-1,1-1,1 1,18 12,-28-22,1 1,-1-1,1 1,-1-1,1 0,0 0,-1 0,1 0,0-1,0 1,-1-1,1 1,0-1,0 0,0 0,0-1,-1 1,1 0,0-1,0 0,-1 1,1-1,0 0,-1-1,1 1,-1 0,1-1,-1 1,0-1,3-2,-2 0,0 0,0 0,-1 0,1-1,-1 1,0 0,-1-1,1 1,-1-1,0 0,0 1,0-1,0 0,-1-6,1-8,-1-1,-3-20,2 36,1 1,0-1,-1 1,0-1,1 1,-2-1,1 1,0-1,-1 1,1 0,-1 0,0 0,0 0,0 0,0 0,-1 1,1-1,-1 0,0 1,-3-3,-1 2,1 1,0-1,-1 1,1 1,-1-1,0 1,0 0,1 1,-13 0,8 0,0 0,1 1,-14 3,-1 2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1.9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68 1,'-4'0,"-1"0,1 0,-1 1,1 0,-1 0,1 0,0 0,-1 1,1 0,-4 2,6-3,1-1,0 1,0 0,0 0,0 0,0 0,1 0,-1 0,0 0,0 0,1 0,-1 0,0 0,1 1,-1-1,1 0,-1 0,1 1,0-1,0 0,0 0,-1 1,1-1,0 0,1 1,-1-1,0 0,0 1,0-1,1 0,-1 0,1 1,-1-1,1 0,-1 0,1 0,0 0,0 0,1 2,4 5,0 0,1-1,1 1,-1-1,1-1,10 7,-7-5,-1 0,-1 0,11 12,-17-17,0 1,-1-1,0 1,0-1,0 1,0 0,0 0,-1 0,1 0,-1 0,0 0,-1 0,1 8,-1-10,0 1,-1-1,1 0,-1 1,0-1,0 0,0 0,0 0,0 0,0 0,-1 0,1 0,0 0,-1 0,0-1,1 1,-1-1,0 1,0-1,0 1,0-1,0 0,0 0,0 0,-5 1,-7 3,-1 0,-26 4,35-8,-18 4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3.7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102 1,'-4'0,"-1"0,0 0,1 1,-1-1,1 1,-1 0,1 0,-1 1,1-1,0 1,0 0,0 0,0 1,0-1,0 1,0 0,-4 4,5-3,1-1,0 0,0 1,0-1,0 1,1 0,-1 0,1-1,0 1,0 0,0 0,1 0,-1 0,1 0,0 0,0 0,1 0,-1 0,1 0,1 6,-1-6,1 0,-1 0,1 0,0 0,0 0,0 0,1 0,-1-1,1 1,0-1,0 0,0 0,0 0,1 0,-1-1,1 1,-1-1,1 0,0 0,0 0,0 0,0-1,1 1,4 0,9 1,1 0,-1-1,0-1,25-1,-22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4.9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1,'1'4,"0"0,0 1,1-1,0 0,-1 0,2 0,-1 0,5 6,4 10,-3 1,-1 0,7 36,-9-38,19 120,-20-112,-1 40,0-12,-3-53,0 0,1 1,-1-1,1 0,-1 0,1 0,0 1,0-1,0 0,0 0,2 3,-3-5,1 1,-1 0,1-1,0 1,-1-1,1 1,0-1,0 1,-1-1,1 1,0-1,0 0,0 1,-1-1,1 0,0 0,0 0,0 0,0 1,1-1,1-1,-1 0,0 1,0-1,0 0,0 0,0 0,0 0,0-1,0 1,0 0,0-1,-1 1,1-1,-1 0,1 0,-1 1,1-1,-1 0,0 0,1-3,1-1,1 0,-1 1,1-1,1 1,-1 0,0 0,1 0,0 1,0-1,1 1,-1 0,1 1,0 0,0 0,0 0,7-2,-9 4,1-1,0 2,-1-1,1 0,-1 1,1 0,0 0,-1 0,1 1,-1 0,1-1,-1 2,1-1,-1 0,1 1,-1 0,0 0,0 0,0 0,0 1,0 0,-1 0,1 0,3 4,-1 0,0 0,-1 0,0 1,0 0,-1-1,0 2,0-1,-1 0,0 1,0 0,-1 0,0-1,-1 1,1 16,-1-3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5.5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90,'13'-30,"-10"25,0 0,-1 0,1 0,-1-1,2-9,-4 14,0 1,0-1,1 0,-1 1,0-1,-1 0,1 1,0-1,0 0,0 1,0-1,0 1,-1-1,1 0,0 1,-1-1,1 1,0-1,-1 1,1-1,0 1,-1-1,-1 0,1 0,0 1,0-1,-1 1,1 0,0-1,-1 1,1 0,0 0,-1-1,1 1,-1 0,1 0,-2 1,1-1,0 0,0 0,0 0,0 1,0-1,1 1,-1-1,0 1,0 0,1 0,-1 0,0-1,1 2,-1-1,1 0,-1 0,1 0,-1 1,1-1,0 1,-1 1,0 0,1-1,0 1,0 0,0 0,1 0,-1 0,1 0,-1 0,1 0,0 0,0 0,1 3,1 6,0 0,1 0,0 0,1 0,7 14,-8-20,-1-1,1 1,1 0,-1-1,1 0,-1 0,1 0,1 0,-1-1,1 1,0-1,0 0,0-1,0 1,1-1,-1 0,1 0,0-1,0 0,0 0,10 2,6-1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6.1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73,'0'8,"0"0,1 1,-1-1,2 1,-1-1,1 0,0 0,1 0,5 11,-6-15,1 0,0 0,0-1,0 1,0-1,0 0,1 0,-1 0,1 0,0-1,0 1,0-1,0 0,0 0,1 0,-1-1,1 0,7 2,-2-1,-1-1,1 0,0-1,0 0,-1 0,1-1,0 0,-1-1,1 0,9-4,-16 5,1 0,-1 0,0 0,0-1,0 0,0 0,0 0,0 0,0 0,0 0,-1-1,0 1,1-1,-1 0,0 0,0 1,0-2,-1 1,1 0,-1 0,1 0,-1-1,0 1,0 0,-1-1,1 1,-1-1,0 1,0-1,0-6,-1 5,0 1,-1-1,1 1,-1 0,0 0,0-1,0 1,-1 0,1 1,-1-1,0 0,0 1,-1 0,1-1,0 1,-1 1,0-1,0 0,0 1,0 0,-6-3,-11-4,0 1,0 1,-23-4,36 9,-9-2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6.6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149 1,'11'31,"-3"-11,10 36,-6-17,9 43,-17-46,-1 0,-1 0,-7 72,5-105,0 0,-1 0,1 0,-1 0,1 0,-1 0,0 0,0 0,-1 0,1 0,0-1,-1 1,0 0,1-1,-1 1,0-1,0 0,-1 0,1 0,0 0,-1 0,-4 3,4-4,0-1,0 1,0-1,1 0,-1 0,0 0,0 0,0 0,0 0,1-1,-1 0,0 1,0-1,1 0,-1 0,0 0,1-1,-1 1,1-1,0 1,0-1,-1 0,1 0,-3-3,-13-13,0 0,-15-22,27 32,0-1,0 1,1-1,1-1,-1 1,1-1,-4-17,4 7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7.6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174 1,'-6'0,"-8"-1,0 1,1 1,-1 0,-24 6,34-5,0-1,0 1,0 0,0 0,1 0,-1 0,0 1,1-1,0 1,0 0,0 0,0 0,0 1,0-1,1 1,0-1,0 1,0 0,-3 6,4-6,-1 0,1 0,-1 0,1 0,0 0,1 0,-1 0,1 0,0 0,0 0,0 1,0-1,1 0,1 6,-1-8,0 1,1-1,-1 0,1 0,-1 1,1-1,0 0,0-1,0 1,0 0,0 0,0-1,0 1,1-1,-1 0,0 0,1 0,-1 0,1 0,-1 0,1-1,0 1,3-1,4 2,0-1,0 0,0-1,1 0,-1 0,0-1,0-1,0 1,0-2,17-5,-21 5,-1 1,1-2,-1 1,0 0,0-1,0 0,-1 0,1 0,-1-1,0 1,0-1,-1 0,1 0,-1-1,0 1,-1-1,1 1,-1-1,2-7,-4 11,1 0,-1 0,1 0,-1 0,0 0,0 0,0 0,0 0,0 0,0 0,-1 0,1 0,-1 0,1 0,-1 1,0-1,0 0,0 0,0 0,0 1,0-1,0 0,0 1,-1-1,1 1,-1 0,1-1,-1 1,-1-1,0 0,-1 0,1 1,0-1,-1 1,1 0,-1 0,0 0,1 0,-1 1,0-1,1 1,-1 0,0 0,-7 2,11-2,-1 0,1 0,-1 0,1 0,-1 0,0 0,1 0,-1 0,1 0,-1 0,1 1,-1-1,1 0,-1 0,1 1,-1-1,1 0,0 1,-1-1,1 0,-1 1,1-1,0 1,-1-1,1 1,0-1,0 1,-1-1,1 1,0-1,0 1,0-1,-1 1,1 0,1 0,-1 1,1-1,-1 0,1 1,0-1,0 0,-1 0,1 1,0-1,0 0,0 0,2 2,43 29,-41-29,24 17,-6-5,-1 0,2-2,38 16,-41-21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7.9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126 1,'-5'0,"0"0,0 0,0 1,0-1,1 1,-1 1,0-1,0 1,1-1,-1 1,1 1,-1-1,1 1,0-1,0 1,-6 7,5-5,1 0,0 1,0-1,1 1,0 0,0 0,0 0,0 1,1-1,0 1,-1 12,2-16,0 0,1 0,-1 0,1 0,0 1,0-1,0 0,1 0,-1 0,1 1,0-1,-1 0,2 0,-1 0,0 0,0 0,1-1,1 4,0-4,-1 1,1-1,0 0,0 0,-1-1,1 1,1 0,-1-1,0 0,0 0,0 0,1 0,-1 0,0 0,1-1,6 0,-3 0,0 0,0 0,0-1,0 0,0-1,0 1,-1-1,1-1,0 1,11-7,-1-2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8.35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1,'1'3,"0"0,0 0,0 0,1 0,-1 0,1 0,0 0,-1 0,5 3,5 12,32 100,-16-40,26 79,-46-130,-2 0,0-1,-2 2,0 27,-4-34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29.0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70 26,'-3'0,"0"0,0 1,0-1,0 1,0 0,0 0,0 0,0 0,0 0,1 1,-1-1,1 1,-1 0,1 0,-1 0,1 0,0 0,0 0,0 0,0 1,1-1,-1 1,0 0,1-1,0 1,0 0,0 0,0 0,0 0,0 0,1 0,-1 0,1 4,0-3,-1 0,1 0,0 0,0 0,0 0,1 0,0 0,0 0,0 0,0-1,0 1,1 0,-1-1,1 1,0-1,0 1,1-1,-1 0,1 0,-1 0,1 0,0 0,0-1,0 1,6 2,-5-3,0-1,0 0,0 0,1 0,-1 0,0-1,0 0,1 0,-1 0,0 0,0-1,1 1,-1-1,0 0,0 0,0-1,0 1,0-1,0 0,0 0,-1-1,1 1,-1 0,1-1,-1 0,0 0,0 0,3-5,-2 3,0 1,-1 0,0-1,0 0,0 0,-1 0,0 0,0 0,0-1,0 1,-1 0,0-1,0 1,0-1,-1 0,0 1,0-1,0 1,-1-1,1 0,-4-8,3 12,1 0,-1 0,0 0,0 1,0-1,0 0,-1 1,1-1,0 1,-1-1,1 1,-1 0,1-1,-1 1,0 0,0 0,1 0,-1 0,0 1,0-1,0 0,0 1,0 0,0-1,0 1,0 0,0 0,0 0,0 0,0 0,0 0,0 1,0-1,0 1,0-1,0 1,1 0,-1 0,-2 1,2-1,1 0,-1-1,1 1,0 0,0 0,-1 0,1 1,0-1,0 0,0 0,0 1,1-1,-1 0,0 1,0-1,1 1,-1-1,1 1,-1-1,1 3,0-2,0 0,0 0,1 0,-1 0,1 0,-1 0,1 0,0 0,0 0,0 0,0 0,0-1,0 1,0 0,1-1,-1 1,1-1,-1 1,1-1,3 2,4 4,1-1,0-1,0 1,1-2,-1 0,19 5,71 12,-73-16,3-1,0-1,48-1,-67-3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31.3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58 296,'-47'2,"37"-1,36-5,-20 4,0-2,0 1,0-1,0 0,-1 0,1 0,0-1,-1 0,0 0,0 0,0-1,0 0,0 0,-1 0,0-1,0 1,5-7,3-8,0 0,-1-1,11-28,-17 37,-3 5,0 0,0-1,-1 1,0 0,0 0,0-1,-1 1,0-1,0 1,-2-10,2 14,0 0,0 0,-1 0,1 1,-1-1,1 0,-1 1,0-1,1 0,-1 1,0-1,0 1,0-1,0 1,0 0,-1-1,1 1,0 0,-1 0,1 0,-1 0,1 0,-1 0,1 0,-1 0,0 1,1-1,-1 1,0-1,0 1,1 0,-1-1,0 1,0 0,1 0,-1 0,0 1,0-1,1 0,-1 1,0-1,-1 1,-1 1,1 0,0 0,0 0,0 0,0 0,0 0,0 1,0-1,1 1,0 0,-1 0,1 0,0 0,0 0,1 1,-1-1,1 0,-1 1,1-1,0 1,0 4,-1-4,1 1,1-1,-1 0,1 0,-1 1,1-1,0 0,1 1,-1-1,1 0,0 1,0-1,0 0,0 0,1 0,0 0,0 0,2 4,1-3,1 0,-1-1,1 1,-1-1,1 0,1-1,-1 0,13 5,62 17,-31-10,-28-7,48 12,-69-19,1-1,-1 0,0 0,1 0,-1 0,1 0,-1 0,0 0,1 0,-1-1,0 1,1 0,-1-1,0 1,1-1,-1 0,0 1,2-3,6-5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32.4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183 1,'-8'0,"-15"0,-45 5,62-4,0 0,1 0,-1 1,1-1,-1 1,1 1,0-1,0 1,0 0,0 0,0 0,1 1,-7 5,11-9,0 1,-1-1,1 0,0 1,-1-1,1 0,0 1,0-1,-1 0,1 1,0-1,0 1,0-1,-1 0,1 1,0-1,0 1,0-1,0 1,0-1,0 1,0-1,0 1,0-1,0 0,0 1,0-1,0 1,1-1,-1 1,0-1,0 0,0 1,1-1,-1 1,0-1,0 0,1 1,20 8,27-3,-4-4,-17-2,0 2,0 1,40 9,-55-9,0 1,-1 1,1 0,18 11,-28-15,0 0,1 0,-1 1,0-1,0 1,0-1,0 1,0 0,0 0,0 0,-1 0,1 0,-1 1,0-1,1 0,-1 1,0-1,0 1,-1-1,1 1,0-1,-1 1,0-1,1 1,-1 0,0-1,0 1,-1 4,-1-4,1-1,0 0,-1 0,0 0,1 0,-1 0,0 0,0 0,0 0,0-1,-1 1,1-1,0 0,-1 1,1-1,-1 0,-4 1,-49 13,52-15,-7 2,0 0,0-1,0 0,-1-1,-19-2,27 1,1 1,0-1,-1 1,1-1,0 0,0 0,0 0,0-1,0 1,0-1,0 0,0 1,1-1,-1-1,1 1,-1 0,1 0,0-1,0 0,0 1,0-1,0 0,-2-6,2-1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33.5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122 37,'-12'0,"0"1,0-1,0 2,-21 5,31-7,0 1,0-1,0 1,0-1,0 1,0 0,0 0,0 0,1 0,-1 1,0-1,1 0,-1 1,1-1,-1 1,1-1,0 1,-1 0,1-1,0 1,0 0,0 0,1 0,-1 0,0 0,1 0,-1 0,1 0,0 0,0 0,0 0,0 0,0 0,0 0,0 1,1 1,0-1,0 0,0 0,1 0,-1 0,1-1,-1 1,1 0,0-1,0 1,0-1,0 0,1 1,-1-1,1 0,-1-1,1 1,0 0,0-1,-1 1,1-1,0 0,0 0,0 0,1-1,-1 1,5 0,-3 0,0-1,-1 0,1 0,0 0,-1 0,1-1,-1 0,1 0,-1 0,1 0,-1-1,0 1,1-1,-1 0,0-1,0 1,6-6,-5 3,-1 1,0-1,-1 0,1 0,-1 0,0 0,0-1,-1 1,3-10,-4 13,0 0,-1 0,0 0,1 0,-1 0,0 0,0-1,0 1,0 0,-1 0,1 0,-1 0,1 0,-1 0,0 0,1 0,-1 0,0 0,0 0,-1 0,1 1,0-1,-1 0,1 1,-1-1,1 1,-1 0,1-1,-4-1,1 1,0 0,0-1,-1 1,1 1,-1-1,1 1,-1 0,-5-1,9 2,1 0,-1-1,0 1,0 1,0-1,0 0,0 0,0 0,0 0,0 1,0-1,0 0,0 1,0-1,1 1,-1-1,0 1,0-1,0 1,1 0,-1-1,0 1,1 0,-1 0,1-1,-1 1,1 0,-1 0,1 0,-1 0,1 0,0-1,-1 1,1 0,0 0,0 0,0 0,0 0,0 0,0 0,0 0,0 0,0 0,0 0,1 0,-1 1,1 2,0 0,0 0,1 1,-1-1,1-1,0 1,0 0,0 0,0-1,1 1,-1-1,1 1,0-1,0 0,0 0,0-1,1 1,-1-1,8 5,8 2,-1 0,39 12,-26-11,-21-6,13 5,0 0,-1 1,34 20,-43-21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34.0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1,'4'0,"2"4,-1 6,4 0,-1 4,-1 3,3 3,-1 3,-2 0,2-2,5-6,-2-8,3-7,2-7,-2-6,-3-6,-7 1,-6 3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34.5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79,'8'0,"3"-4,4-1,4-5,2 0,2-2,1 0,-3-1,-5 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35.3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92 26,'-5'0,"0"0,0 1,0-1,0 1,0 0,1 1,-1-1,0 1,1 0,0 0,-1 0,-5 5,8-6,0 1,0 0,0-1,0 1,1 0,-1 0,1 0,-1 0,1 1,0-1,0 0,0 0,0 1,0-1,1 1,-1-1,1 1,-1-1,1 1,0-1,0 1,0-1,0 1,1-1,-1 1,1 2,0-3,0 0,-1 0,1 0,0 0,0 0,0 0,0-1,1 1,-1 0,0-1,1 1,-1-1,1 0,-1 1,1-1,0 0,2 2,1-1,0 0,1 0,-1 0,0-1,0 0,9 1,4 0,-1-2,0 0,22-4,-35 4,-1-1,1 0,-1 0,1 0,-1-1,1 1,-1-1,0 0,0 1,0-2,0 1,0 0,0 0,0-1,-1 0,1 1,-1-1,0 0,0 0,0-1,0 1,-1 0,1-1,-1 1,2-6,-2 6,-1 0,1 1,-1-1,0 0,0 0,0 0,0 0,0 0,0 1,-1-1,0 0,1 0,-1 1,0-1,0 0,-1 1,1-1,0 1,-1-1,1 1,-1 0,0-1,0 1,0 0,0 0,0 1,-1-1,1 0,0 1,-1-1,0 1,-3-2,-13-3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35.7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0,'1'1,"0"-1,0 1,0-1,0 1,1-1,-2 1,1 0,0-1,0 1,0 0,0 0,0 0,-1-1,1 1,0 0,-1 0,1 0,0 0,-1 0,1 0,-1 1,0-1,1 0,-1 0,0 0,0 0,0 2,5 38,-5-37,2 199,-3-106,1-76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36.9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94 1,'-4'0,"-1"0,0 1,0-1,1 1,-1 0,0 1,1-1,-1 1,1 0,0 0,-8 5,9-5,1 0,-1 0,1 0,0 0,0 0,0 1,0-1,1 0,-1 1,0 0,1-1,0 1,0 0,-1 0,2 0,-1 0,0-1,1 1,-1 0,1 4,0-4,1 0,-1-1,1 1,0 0,0 0,0-1,0 1,1 0,-1-1,1 1,0-1,-1 0,1 1,0-1,0 0,1 0,-1 0,0-1,1 1,-1 0,1-1,4 2,7 5,1-2,25 8,-37-13,1 0,0 0,0 0,0 0,0-1,0 1,0-1,0 0,1-1,-1 1,0-1,0 0,0 0,0 0,0 0,0 0,6-4,-8 3,0 1,0-1,0 1,0-1,0 1,0-1,-1 0,1 0,-1 0,1 0,-1 0,0 0,0-1,0 1,0 0,0-1,0 1,-1 0,1-1,-1 1,0-1,1 1,-1-1,0 1,-1-1,1 1,0-1,-1 1,0-4,0 4,0 0,0 0,0 1,0-1,0 0,0 0,0 0,-1 1,1-1,0 1,-1-1,0 1,1 0,-1-1,0 1,1 0,-1 0,0 0,0 0,0 1,0-1,0 1,0-1,0 1,0-1,0 1,0 0,-1 0,-2 0,5 1,0-1,0 0,0 1,0-1,-1 0,1 1,0-1,0 1,0-1,0 0,0 1,0-1,0 1,0-1,0 0,0 1,0-1,0 0,1 1,-1-1,0 0,0 1,0-1,0 1,1-1,-1 0,0 0,0 1,1-1,-1 0,0 1,0-1,1 0,-1 0,1 1,11 10,76 44,6 3,-74-43,1 0,0-2,1-1,0 0,1-2,0 0,31 7,-35-13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34:37.2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0,'4'0,"1"0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4:41.1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0,'0'5,"0"0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4:44.9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80 54,'-1'7,"1"-1,-1 0,0 1,-1-1,0 0,0 0,0 0,0 0,-1 0,0 0,-1-1,1 1,-7 7,-5 9,11-15,0 1,0 0,1 0,0 0,0 1,1-1,0 1,0-1,1 1,0 0,1-1,0 1,0 0,1 0,0-1,1 1,0-1,0 1,1-1,0 0,0 1,1-2,5 10,-4-9,0 1,1 0,0-1,0 0,1-1,0 1,1-1,-1-1,1 1,1-2,-1 1,1-1,0 0,0-1,1 1,-1-2,1 0,0 0,14 2,19 2,-32-4,0-1,0-1,0 0,22 0,-30-2,1 0,-1 1,1-1,-1 0,1-1,-1 1,0 0,1-1,-1 0,0 0,0 0,0 0,-1 0,1-1,0 1,-1-1,0 0,1 1,2-7,7-14,-1-1,0 0,-2-1,6-26,1-1,-9 26,7-44,-3 11,-9 52,-1 1,0-1,0 1,0-1,-1 0,0 1,0-1,-1 0,0 1,-2-8,3 12,-2-1,1 1,0 0,0 0,-1 0,1 0,-1 0,0 0,1 0,-1 0,0 1,0-1,0 1,0 0,-1-1,1 1,0 0,0 0,-1 0,1 1,-1-1,1 0,-1 1,1 0,-1-1,1 1,-1 0,1 0,-5 1,-1 0,1 0,-1 1,0 0,0 0,1 1,-1 0,1 0,0 1,0-1,0 2,0-1,1 1,-8 7,7-7,1 1,0 1,0-1,1 1,-1 0,1 0,1 0,0 1,0 0,0-1,1 1,-3 10,5-12,1 0,-1-1,1 1,1 0,-1 0,1-1,0 1,0 0,0-1,1 1,0-1,0 0,0 1,1-1,0 0,0 0,0-1,1 1,-1-1,1 1,0-1,0 0,1-1,-1 1,1-1,0 0,0 0,0 0,0-1,0 1,1-1,6 1,-5-2,0 0,0 1,-1-1,1 1,0 1,-1-1,0 1,1 0,-1 0,-1 1,1 0,0 0,-1 0,0 1,0 0,0 0,0 0,-1 0,5 9,67 82,-73-93,-1-1,1 0,-1 0,1 0,0 0,0 0,0-1,5 3,8 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4:46.0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 62,'-10'27,"1"-2,7-20,2 0,-1 0,1 1,-1-1,2 0,-1 1,0-1,1 0,0 0,0 1,1-1,3 8,-4-10,1 0,0 0,0 0,1 0,-1-1,1 1,-1-1,1 1,0-1,-1 0,1 0,0 0,1-1,-1 1,0-1,0 1,1-1,-1 0,1 0,3 0,140 16,-142-16,0 0,0-1,0 0,0 1,0-2,0 1,0 0,0-1,0 0,0-1,-1 1,1-1,0 1,-1-1,8-4,-9 3,0 0,0 0,0 0,0 0,0 0,-1 0,1-1,-1 1,0-1,0 1,0-1,0 0,-1 0,0 0,1 0,-1 0,-1 0,1-8,2-6,-2 0,-1 1,0-1,-1 0,0 1,-6-20,2 25,-1 7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4:47.3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26 154,'46'2,"-31"-1,-1 0,1-1,0 0,0-1,0-1,18-4,-28 3,0 0,1 0,-1 0,0-1,-1 1,1-1,-1 0,1-1,-1 1,0-1,-1 0,1 0,-1 0,5-11,-7 14,0 1,0-1,0 0,-1 0,1 0,0 0,-1 0,1 0,-1 0,0 0,0 0,0 0,0 0,0 0,0 0,0 0,-1 0,1 0,-1 0,1 1,-1-1,0 0,0 0,0 0,0 0,0 1,0-1,0 1,-1-1,1 1,0-1,-1 1,1 0,-1-1,0 1,1 0,-1 0,0 0,0 1,0-1,0 0,0 1,0-1,0 1,0-1,-3 1,-5-2,0 0,0 1,0 1,-1 0,1 0,0 1,0 0,-1 0,1 1,0 1,-18 7,22-8,1 1,-1 0,1 1,0-1,0 1,1 0,-1 0,1 1,0-1,0 1,0 0,1 0,-1 0,1 1,1-1,-1 1,1 0,0 0,0-1,0 1,0 7,1-8,0 1,0 0,1 0,0-1,0 1,0 0,0-1,1 1,0 0,3 7,-2-9,-1 0,1-1,0 0,1 1,-1-1,1 0,-1 0,1 0,0 0,0-1,0 1,1-1,-1 0,0 0,7 3,5 3,-1 1,19 14,-5-3,-22-16,0-1,1 0,-1-1,1 1,0-1,-1-1,1 1,0-1,0 0,0-1,0 0,0 0,0 0,1-1,11-3,-3-1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4:48.3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48 75,'-2'0,"0"0,0 1,0-1,0 1,0 0,0-1,1 1,-1 0,0 0,0 0,1 0,-1 1,1-1,-1 0,1 1,0-1,-1 1,1-1,0 1,0 0,0 0,0-1,0 1,0 0,1 0,-1 2,-1 1,0 0,1 1,0-1,0 0,0 0,1 1,0-1,1 9,0-10,0 0,1 0,0 0,0 0,0 0,0 0,0-1,1 1,0-1,0 0,0 0,0 0,0 0,1 0,-1-1,1 0,-1 1,1-1,0-1,0 1,0 0,0-1,8 2,2 0,0 0,0 0,1-2,-1 0,0 0,16-2,-20-1,0 0,0 0,0-1,0 0,-1-1,1 0,-1-1,0 0,9-6,-13 8,0-1,0 1,-1-1,1 0,-1 0,0-1,0 1,0-1,0 0,-1 0,0 0,0-1,0 1,-1-1,0 1,2-10,-4 11,0 0,0 0,0 0,-1 0,0 0,0 0,0 1,0-1,-1 0,1 0,-1 1,0-1,0 1,0-1,-1 1,1 0,-1 0,0 0,1 0,-1 0,-1 1,1-1,-6-2,3 1,-1-1,0 1,0 1,-1 0,1 0,-1 0,1 1,-1 0,0 0,-16 0,21 2,0 0,0 1,-1 0,1-1,0 1,0 1,0-1,0 0,1 1,-1-1,0 1,0 0,1 0,-5 4,-4 4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4:49.1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1,'12'14,"0"0,-2 1,0 0,0 1,-2 0,9 21,-7-10,-1 1,-1-1,6 37,-9-17,-2 1,-5 65,0-26,2-66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4:50.0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1 144,'1'5,"0"-1,0 0,1 0,0 1,0-1,0 0,0 0,5 5,4 11,-7-13,6 12,-7-20,-1-13,-4-31,1-28,1 69,1-1,-1 1,1-1,0 1,1-1,-1 1,1-1,-1 1,1 0,0 0,1 0,2-5,1 5,0 0,-1 0,1 0,0 1,1-1,-1 1,1 1,-1-1,1 1,0 1,0-1,0 1,0 0,0 0,0 1,14 1,6 17,-15-8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4:51.1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114 0,'-4'2,"-1"0,0 0,1 1,-1-1,1 1,0 0,0 1,0-1,0 1,0-1,-5 9,-1-2,6-4,-1 0,1 0,0 0,1 1,0-1,0 1,0 0,1 0,0 0,-2 10,-3 10,6-25,1-1,-1 1,1 0,-1-1,1 1,0 0,0-1,0 1,0 0,0 0,0-1,0 1,1 0,-1 0,0-1,1 1,0 0,-1-1,1 1,0-1,0 1,0-1,0 1,2 2,0-2,0 0,-1 0,1-1,0 1,1 0,-1-1,0 0,0 0,1 0,-1 0,0 0,5-1,0 1,1 0,0-1,0 0,0-1,-1 0,1 0,0-1,-1 0,15-6,-18 5,-1 1,0-2,0 1,0 0,0-1,-1 1,1-1,-1 0,0 0,0-1,0 1,-1-1,0 1,1-1,-2 0,3-5,-3 7,-1 0,1 0,-1 1,1-1,-1 0,0 0,0 0,0 0,0 1,0-1,-1 0,0 0,1 0,-1 1,0-1,0 0,0 1,-1-1,1 1,-1-1,1 1,-1 0,0 0,0 0,0 0,0 0,0 0,0 0,-1 0,-3-1,5 2,-1 0,1 0,0 0,0 0,-1 1,1-1,-1 1,1-1,-1 1,1-1,-1 1,1 0,-1 0,1 0,-1 0,1 0,-1 0,1 0,-1 0,1 1,-1-1,1 0,0 1,-1-1,1 1,-1 0,1 0,0-1,-1 1,1 0,0 0,0 0,-1 2,1-2,0 1,0 0,1 0,-1 0,1 0,-1 0,1 0,0-1,0 1,0 0,0 0,0 0,0 0,0 0,1 0,-1 0,1 0,-1 0,1-1,0 1,0 0,0 0,0-1,0 1,0 0,2 1,9 10,0-1,1 0,0-1,1 0,1-1,19 10,19 15,-41-27,32 29,-31-23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4:52.21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118 25,'1'-1,"-1"0,0 0,1 0,-1 0,1 0,0 0,-1 0,1 0,0 0,-1 0,1 0,0 0,0 1,0-1,0 0,0 0,0 1,0-1,0 1,0-1,0 1,0-1,0 1,0 0,1 0,-1-1,2 1,37-5,-35 5,4 0,1 1,-1 0,0 0,1 1,-1 0,0 0,0 1,0 0,12 7,-16-8,-1 0,1 1,-1-1,0 1,0 0,0 0,0 1,0-1,-1 1,1 0,-1 0,0 0,0 0,0 0,-1 1,0-1,0 1,3 9,-5-11,0-1,0 1,0-1,-1 0,1 1,-1-1,0 1,1-1,-1 0,0 0,0 1,-1-1,1 0,0 0,-1 0,1 0,-1 0,0-1,0 1,0 0,1-1,-1 0,-1 1,1-1,-3 2,-9 4,0 0,-26 9,30-12,-49 19,-65 36,118-55,0 0,0 0,0 0,0 1,1 0,-1 0,1 1,-5 8,8-13,1 0,1 1,-1-1,0 1,0-1,0 1,1-1,-1 1,1-1,-1 1,1 0,0-1,-1 1,1 0,0-1,0 1,0 0,0-1,1 1,-1 0,0-1,1 1,-1-1,1 1,0 0,-1-1,1 1,0-1,0 0,0 1,0-1,0 0,0 1,0-1,0 0,1 0,-1 0,0 0,1 0,-1 0,1-1,2 2,5 1,0 0,0 0,0-1,0-1,1 1,-1-2,0 1,1-1,9-1,-7 0,10 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4:52.7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37,'0'5,"0"-4,4-1,2-5,3-2,1-4,3 1,-1 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22.7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113 85,'0'-68,"0"51,0 47,1 42,-3 84,2-151,-1-1,0 0,0 1,0-1,-1 0,1 0,-1 0,0 0,-1 0,1-1,0 1,-1-1,0 1,0-1,0 0,-6 5,4-4,-1 0,1-1,-1 0,1 0,-1 0,0-1,0 0,0 0,0 0,-10 0,123-26,-59 13,-24 5,45-5,-64 11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23.9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1,'1'3,"0"-1,0 1,0 0,0 0,1-1,-1 1,1 0,0-1,-1 0,1 1,4 2,10 19,-8-1,-1 0,5 29,8 30,12 35,-30-110,-1-1,1 1,-1 0,0 0,-1 0,1-1,-1 1,-1 0,1 0,-1 0,0 0,-1-1,0 1,0-1,0 1,-1-1,0 0,0 0,0 0,-1 0,0 0,0-1,-1 0,-5 5,-1 4,9-11,0 0,0 0,-1-1,1 1,0-1,-1 1,0-1,1 0,-1 0,-6 3,8-7,4-2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27.5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52,'11'-1,"-1"-1,1 0,0 0,-1-1,1-1,16-7,36-11,-58 20,0 2,-1-1,1 0,0 1,0 0,0 0,-1 0,1 1,0 0,0 0,4 1,-8-1,1-1,-1 0,0 1,0-1,0 1,0-1,1 1,-1-1,0 1,0 0,0 0,0-1,0 1,-1 0,1 0,0 0,0 0,-1 0,1 0,0 0,-1 0,1 0,-1 1,1-1,-1 2,0-1,0 0,0 0,0 0,-1 0,1-1,-1 1,0 0,0 0,1 0,-1-1,0 1,0-1,0 1,-3 2,-2 2,0 0,0 0,0-1,-1 1,0-2,-11 7,-5 0,0 1,1 1,0 1,1 1,0 1,-35 35,55-50,0 0,0 0,1-1,-1 1,0 0,1 0,-1 0,1 0,-1 0,1 0,-1 0,1 0,0 0,-1 0,1 0,0 0,0 0,0 0,0 0,0 0,0 0,0 0,0 0,0 0,0 0,1 0,-1 0,1 1,0 0,0 0,1 0,0-1,-1 1,1-1,0 1,-1-1,1 0,0 0,0 1,0-1,4 1,4 2,1-1,0 0,0-1,16 2,98-3,-109-2,-6 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28.4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0,'2'5,"0"0,0-1,0 1,1-1,0 0,0 0,0 0,0 0,1 0,0 0,7 5,0 1,-4-3,-1 1,0 0,-1 0,0 0,0 0,-1 1,0 0,4 12,1 10,6 37,-3-12,-8-39,-2 0,1 0,-2 1,0 0,-2-1,1 1,-8 32,7-40,-2 0,0 0,0 0,0-1,-1 0,-1 0,1 0,-2 0,1-1,-1 1,0-1,-1-1,0 1,0-1,-10 7,15-13,0 0,1 0,-1 0,0 0,0 0,0 0,0 0,0-1,0 1,0-1,0 0,0 1,-3-1,-7-2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29.8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1,'3'2,"0"0,0 0,0 0,-1 0,1 0,-1 1,1 0,-1-1,0 1,0 0,0 0,3 6,4 5,114 143,-94-119,66 68,-81-86,-13-18,0 0,1 1,-1-1,1 0,0 0,-1 0,1 0,0 0,0 0,0 0,0-1,4 3,-6-4,1 0,-1 0,1 0,-1 0,1 0,-1 0,1-1,-1 1,1 0,-1 0,1 0,-1-1,1 1,-1 0,0 0,1-1,-1 1,0 0,1-1,-1 1,0 0,1-1,-1 1,0-1,1 1,-1-1,0 1,0 0,0-1,0 1,1-1,-1 1,0-1,0 0,3-12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30.6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486 0,'-5'2,"0"0,1 0,0 1,-1 0,1-1,0 2,0-1,0 0,1 1,-1-1,-4 7,8-9,-28 33,2 2,-40 74,59-100,0-1,0 0,-1 0,0-1,-1 0,1 0,-2-1,1-1,-1 1,-19 8,14-7,1 1,-1 1,2 0,-16 14,-4 5,-12 13,43-39,-1 0,0 0,0 0,0 0,0 0,-6 3,0-2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31.74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176 1,'10'27,"-1"-2,-3 21,-3 0,-4 89,-1-43,2-83,0-1,-1 0,1 1,-1-1,-1 0,0 1,-3 9,3-15,1 0,-1-1,0 1,0 0,0 0,0-1,0 1,-1-1,1 0,-1 0,0 0,1 0,-1 0,0-1,0 1,0-1,0 1,0-1,-1 0,1-1,-4 2,2-1,1-1,-1 1,1-1,-1 0,1 0,-1 0,0-1,1 1,-1-1,1 0,0-1,-1 1,1-1,0 0,0 0,0 0,0 0,0-1,0 0,1 1,-1-1,1-1,0 1,0 0,0-1,0 0,0 1,1-1,0 0,0 0,0-1,0 1,1 0,0-1,-1 1,2-1,-2-7,1-8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32.1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0,'0'4,"-4"6,-2 5,1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34.1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49 1,'-1'10,"0"0,-1 0,0 0,0 0,-1-1,-1 1,-5 12,4-13,1 0,1 1,0 0,0-1,1 1,-2 17,4-26,0 1,0-1,0 1,0 0,0-1,1 1,-1-1,0 1,1 0,-1-1,1 1,0-1,-1 0,1 1,0-1,0 1,0-1,0 0,0 0,0 0,0 0,1 1,-1-1,0-1,1 1,-1 0,0 0,1 0,-1-1,1 1,-1-1,1 1,0-1,-1 0,1 1,-1-1,1 0,0 0,-1 0,1 0,-1-1,1 1,0 0,-1-1,3 0,0 0,-1 1,1-1,0-1,0 1,-1 0,1-1,-1 0,1 0,-1 0,1 0,-1-1,0 1,0-1,-1 0,1 0,0 0,-1 0,3-4,0-25,-5 28,0 1,0 0,1-1,-1 1,1-1,0 1,2-6,22 40,-10-2,-7-12,0-2,1 1,0-1,1-1,1 1,0-2,22 21,-30-32,0 0,0 0,0 0,0 0,0 0,1-1,-1 0,1 1,-1-1,1 0,0-1,-1 1,1-1,0 1,-1-1,1 0,0-1,-1 1,1 0,0-1,-1 0,1 0,-1 0,1-1,-1 1,1-1,-1 1,0-1,0 0,0-1,0 1,0 0,0-1,2-3,1 0,0-1,0-1,-1 1,0-1,-1 0,1 0,-1 0,-1-1,0 1,0-1,-1 0,3-18,-4-69,-1 75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35.4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126 0,'-2'10,"1"0,-2 0,1-1,-1 1,-1-1,0 1,0-1,-1 0,0-1,0 1,-13 14,-18 33,31-45,0 0,0 1,1-1,0 1,1-1,1 1,0 0,0 0,1 24,2-27,0-1,0 0,1 0,0 0,0 0,1 0,0 0,0-1,1 1,0-1,1 0,-1 0,1 0,1-1,7 9,2 0,-8-8,0 1,0-1,0 0,1-1,0 0,0 0,1 0,12 5,-11-10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39.6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1,'4'4,"1"5,1 6,-2 5,3-2,0 0,0 2,-3 2,-1 1,-1 0,-5-3,-3-5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40.5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1,'8'-1,"1"2,-1-1,0 1,0 0,0 1,12 3,-18-4,0 0,0-1,-1 1,1 0,-1 0,1 0,-1 0,1 0,-1 1,0-1,1 0,-1 1,0-1,0 1,0-1,0 1,0-1,0 1,-1 0,1-1,0 1,-1 0,0-1,1 1,-1 0,0 0,0 0,0 0,0-1,0 1,0 0,0 0,-1 0,1-1,-1 1,0 2,-1 0,1-1,-1 1,-1 0,1 0,0-1,-1 1,0-1,0 0,0 0,0 0,0 0,0 0,-1-1,0 0,1 1,-1-1,-5 2,-6 2,0-1,0 0,-19 4,39-10,1 1,-1 1,1-1,-1 1,0 0,1 0,-1 1,0 0,0 0,0 0,0 0,7 5,-3-2,0 1,-1 0,1 0,-1 1,0 0,10 12,-8-5,-1 1,11 23,7 10,-16-32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41.1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55,'0'5,"0"0,1 0,0 0,0 0,1 0,-1 0,1 0,0-1,0 1,1 0,-1-1,1 0,0 0,0 0,0 0,1 0,0 0,5 4,-6-6,0 0,0 0,0 0,0 0,0-1,0 1,1-1,-1 0,0 0,1 0,-1 0,1-1,-1 1,0-1,1 0,0 0,-1 0,1 0,-1-1,0 0,1 1,-1-1,1 0,-1-1,0 1,6-4,-5 2,1 0,-1-1,0 1,0-1,-1 0,1 0,-1 0,0-1,0 1,0-1,-1 0,1 0,-1 0,0 0,1-8,-2 11,-1 0,0-1,1 1,-1-1,0 1,0 0,0-1,-1 1,1-1,-1 1,1 0,-1-1,0 1,0 0,0 0,0 0,0 0,0 0,-1 0,1 0,-1 0,1 0,-1 0,0 1,0-1,0 1,0-1,0 1,0 0,0 0,0 0,0 0,0 0,-1 0,1 0,-4 0,-4-1,0 0,-1 1,1-1,0 2,-1 0,1 0,0 1,-1 0,-13 4,7 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41.7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46,'2'5,"0"1,0-1,1 0,-1 0,1 0,0 0,0-1,1 1,5 5,4 7,-10-13,0 0,0 0,0 0,0 0,1-1,0 1,0-1,0 0,0 0,0-1,0 1,1-1,-1 0,1 0,0 0,0-1,0 1,-1-1,1-1,0 1,0-1,0 1,0-1,1-1,-1 1,0-1,-1 0,1 0,0 0,0-1,0 1,-1-1,1-1,-1 1,1 0,-1-1,0 0,0 0,0 0,0-1,-1 1,0-1,1 0,-1 0,4-7,4-6,-6 10,0-1,-1 0,7-15,-10 22,0-1,-1 1,1 0,-1-1,0 1,1-1,-1 1,0-1,0 1,0-1,0 1,0-1,-1 1,1-1,0 1,-1-1,1 1,-1 0,1-1,-1 1,1 0,-1-1,0 1,0 0,0 0,0-1,0 1,-2-2,-11-5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42.2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1,'0'396,"-2"-371,0-1,-7 29,4-26,-2 41,6-44,1-3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42.58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0,'5'0,"4"0,6 0,4 0,4 0,1 0,1 0,1 0,0 0,-1 0,1 0,-1 0,0 0,0 0,-5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43.3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0,'0'371,"0"-368,0 2,0 1,0-1,1 0,-1 0,3 9,-2-14,-1 1,0 0,0-1,1 1,-1-1,0 1,0-1,1 1,-1-1,1 1,-1-1,1 1,-1-1,0 0,1 1,-1-1,1 0,0 1,-1-1,1 0,0 1,1-1,-1 0,0 0,0-1,0 1,1 0,-1 0,0-1,0 1,0 0,0-1,0 1,0-1,0 0,0 1,2-2,19-16,-14 11,0 1,0 0,0 0,1 1,-1 0,14-5,-21 9,1 1,0-1,0 1,0 0,0-1,0 1,0 0,0 0,0 1,-1-1,1 0,0 1,0-1,0 1,0-1,1 2,0-1,-1 1,0 0,0 0,1 0,-1 0,-1 0,1 0,0 0,0 0,-1 1,0-1,1 1,-1-1,1 4,15 62,-12-50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43.9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0,'2'0,"-1"1,1 0,-1-1,1 1,-1 0,0 0,1 0,-1 0,0 0,0 0,0 0,0 0,0 0,0 0,0 1,0-1,0 0,-1 1,1-1,0 1,0 1,12 35,-13-37,11 36,-3 0,-1 0,-1 0,0 74,-7 234,-9-271,11-68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56.4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75 2,'21'0,"-8"-1,0 0,-1 2,1 0,-1 0,16 4,-26-5,0 1,0 0,0-1,0 1,0 0,0 0,-1 0,1 0,0 1,-1-1,1 0,0 1,-1-1,0 1,1-1,-1 1,0 0,0-1,0 1,0 0,0 0,0 0,0 0,-1 0,1 0,-1 0,0 0,1 0,-1 0,0 0,0 0,0 1,0-1,-1 0,1 0,-1 0,0 4,0-3,0 1,0 0,0-1,-1 1,1-1,-1 1,0-1,0 0,0 1,0-1,-1 0,1-1,-1 1,0 0,1-1,-1 1,-1-1,1 0,-5 3,-1-2,-1 1,0-1,0-1,-1 0,-14 1,15-2,1 0,-1 1,1 0,0 0,0 1,0 0,-13 6,21-9,1 0,-1 1,1-1,-1 0,1 0,-1 1,1-1,-1 0,1 1,-1-1,1 0,-1 1,1-1,-1 1,1-1,0 1,-1-1,1 1,0-1,-1 1,1-1,0 1,0-1,-1 1,1-1,0 1,0 0,0-1,0 1,0 0,1 0,-1 0,1-1,0 1,0 0,0-1,0 1,0-1,0 1,-1-1,1 0,0 1,0-1,0 0,1 0,0 1,47 2,-47-3,13-1,1-1,24-6,-29 5,0 1,1 0,-1 0,1 1,-1 0,20 3,-28-2,0 1,0 0,0 0,0 0,0 1,0-1,-1 1,1 0,0-1,-1 1,1 1,-1-1,0 0,1 0,-1 1,-1-1,1 1,0 0,0-1,-1 1,0 0,1 0,-1 0,0 0,-1 0,1 1,0-1,-1 6,2-3,-1 0,-1 0,0 0,1 0,-2 0,1 0,-1 0,0 0,0 0,-1 0,1 0,-1 0,-1-1,1 1,-1-1,0 1,0-1,-1 0,1 0,-1 0,-6 5,-26 34,27-31,0 0,-2-2,-12 14,19-22,1-1,0 1,-1-1,1 1,-1-1,0 0,0-1,0 1,0-1,0 0,0 0,0 0,0 0,-1-1,1 1,-6-1,-8-3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5:57.7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103 0,'2'11,"-1"-1,1 0,1 1,0-1,0 0,1-1,0 1,1 0,0-1,1 0,8 11,-3-3,17 34,-18-27,0 0,-1 1,-1 0,-2 0,-1 1,0 0,1 46,-5-52,1 0,5 27,-3-29,-1 0,0 25,-3-35,0-1,-1 1,0-1,0 0,-1 1,0-1,-1 0,1 0,-6 9,-7 13,-36 50,41-68,1 1,-2-1,0-1,0 0,0 0,-18 10,0 1,21-15,0 0,0-1,0 1,-12 4,19-10,1 0,0 0,-1 0,1 0,0 0,-1 0,1 0,0 0,-1 0,1 0,0 0,-1 0,1 0,0 0,-1 0,1 0,0 0,-1-1,1 1,0 0,0 0,-1 0,1-1,0 1,0 0,-1 0,1-1,0 1,0 0,0 0,-1-1,1 1,0 0,0-1,0 1,0 0,0-1,0 1,-1 0,1-1,-2-15,2 14,0-14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46.6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1,'3'0,"0"0,1 0,-1 0,0 1,0-1,1 1,-1-1,0 1,0 0,0 0,0 1,0-1,0 1,0-1,5 5,-6-3,0 0,0 0,0 0,0 0,0 1,-1-1,1 1,-1-1,0 1,0-1,0 1,-1 0,1-1,-1 5,3 38,-2 0,-6 63,-9-45,6-36,6-19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47.3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20 168,'-19'-52,"19"48,0 1,0-1,1 0,-1 1,1-1,0 1,0-1,0 1,1-1,-1 1,1 0,0-1,0 1,0 0,0 0,1 0,-1 1,1-1,-1 1,1-1,0 1,0 0,0 0,0 0,5-2,7-3,-1 1,1 0,1 1,23-5,-34 9,1 1,-1 0,0 0,0 0,0 0,0 1,0 0,0 0,0 0,0 1,0-1,-1 1,1 1,0-1,-1 0,0 1,0 0,1 0,-2 0,1 1,0 0,-1-1,1 1,2 5,-3-6,-1 0,0 1,0-1,0 0,-1 1,1-1,-1 1,0-1,0 1,0-1,0 1,-1 0,1 0,-1-1,0 1,0 0,-1 0,1-1,-1 1,1 0,-1 0,0-1,-1 1,1-1,-1 1,1-1,-1 0,0 0,0 1,-1-1,1 0,-1-1,-2 4,-19 13,-38 25,24-18,21-14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48.1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1 122,'-1'3,"1"0,0 1,1-1,-1 0,0 0,1 0,0 0,0 0,0 0,0 0,0 0,0 0,1 0,-1 0,1 0,2 2,-1-3,0 1,0-1,1 0,-1 0,0-1,0 1,1-1,-1 0,1 0,0 0,-1 0,1 0,7-1,-3 1,0-1,1 0,-1 0,0-1,0 0,1 0,-1-1,0 0,8-4,-12 5,-1 0,0-1,0 1,0-1,0 0,0 0,-1 0,1-1,-1 1,1-1,-1 1,0-1,0 0,0 0,0 0,0 0,-1 0,1 0,-1 0,0 0,0-1,0 1,0-1,0-4,-1 5,-1 1,1-1,0 1,-1 0,0-1,0 1,1 0,-1-1,0 1,-1 0,1 0,0 0,-1 0,1 0,-1 0,0 0,-3-2,-39-29,31 24,-30-14,25 16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48.6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1,'-1'29,"3"0,0 0,9 41,24 119,-30-164,0-4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49.0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1 201,'27'1,"-14"0,0-1,0 0,-1-1,1 0,17-5,-26 5,-2 0,1 0,0-1,0 1,0-1,0 1,-1-1,1 0,-1 0,1 0,-1 0,0-1,0 1,0 0,0-1,0 0,-1 1,1-1,-1 0,0 0,0 0,0 0,0 0,0 0,0 0,0-6,-1 5,0-1,1 1,-1 0,0-1,-1 1,1 0,-1-1,0 1,0 0,0 0,-1 0,0 0,1 0,-1 0,-1 0,1 0,0 1,-1-1,0 1,-5-6,2 5,1 0,-1 0,0 1,0-1,0 1,-1 0,1 1,-1 0,1 0,-1 0,0 1,-9-1,-6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49.6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112 25,'-1'-1,"1"-1,-1 1,1 0,-1 0,0 0,1 0,-1 0,0 0,0 0,0 0,0 0,0 0,0 0,0 0,0 1,0-1,-1 0,1 1,0-1,0 1,-1-1,1 1,0 0,0-1,-1 1,1 0,-2 0,-38-3,39 2,0 1,0 1,0-1,0 0,0 0,0 1,0-1,1 1,-1 0,0-1,0 1,0 0,1 0,-1 0,1 0,-3 2,3-2,0 0,1 0,-1 1,0-1,1 0,-1 0,1 0,-1 0,1 1,0-1,-1 0,1 0,0 1,0-1,0 0,0 0,0 1,0-1,1 2,-1 0,1 0,1 0,-1 0,0 0,1 0,-1 0,1-1,0 1,0-1,0 1,0-1,0 1,0-1,1 0,-1 0,1 0,0-1,5 4,47 15,-43-18,-1 2,0 0,0 0,-1 1,1 0,-1 0,0 1,0 1,11 10,-20-16,0 0,0 0,0 0,0 0,0 1,-1-1,1 0,0 1,-1-1,1 0,-1 1,1-1,-1 1,0-1,1 1,-1-1,0 1,0-1,0 1,0-1,0 0,-1 1,1-1,0 1,-1 1,-1 1,0-1,0 0,0 0,0 0,-1 0,1 0,-1 0,1-1,-1 1,-3 1,-6 4,1 0,-1-2,0 1,-23 7,-30 11,48-18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0.1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23 192,'15'-1,"1"-2,-1 1,0-2,22-7,-14 4,-18 6,1-1,-1 0,0-1,0 1,0-1,0 0,0-1,0 1,-1-1,0 0,0 0,7-8,-10 10,0 0,1 0,-1 0,0 0,0 0,0-1,0 1,-1-1,1 1,-1 0,1-1,-1 1,0-1,0 1,0-1,0 1,0-1,-1 1,1 0,-1-1,1 1,-1-1,0 1,0 0,0 0,-1-1,1 1,0 0,-1 0,1 0,-1 0,-2-2,0 0,1 1,-1-1,0 1,0 0,0 0,-1 0,1 0,-1 1,1 0,-1 0,0 0,0 0,-7-1,9 3,-1 0,1 0,-1 0,1 0,-1 0,1 1,-1-1,1 1,0 0,-1 0,1 1,0-1,0 1,-1-1,1 1,1 0,-1 0,0 0,-4 5,-1 0,1 1,1-1,-1 1,2 0,-1 1,1 0,0-1,0 2,-3 10,7-16,0 1,0-1,0 0,0 0,1 0,0 1,0-1,0 0,0 0,1 1,0-1,0 0,0 0,0 0,0 0,1 0,0 0,0 0,0-1,0 1,1 0,-1-1,6 6,4 1,1 0,0-1,0 0,1-1,0-1,0 0,1-1,0 0,24 5,-15-5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1.3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0,'6'0,"0"1,0-1,0 1,0 1,0-1,0 1,0 0,-1 0,1 1,-1-1,0 1,1 0,-1 1,-1-1,6 6,-7-7,-1 0,0 1,0-1,0 1,0 0,-1-1,1 1,-1 0,1 0,-1 0,0 0,0 0,0 0,-1 0,1 0,-1 1,1-1,-1 0,0 0,-1 0,1 1,0-1,-1 0,0 0,0 0,0 0,0 0,0 0,-3 5,-6 7,-1 0,-20 22,17-22,1 1,0 0,-14 26,25-38,-1 0,1 0,1 0,-1 1,1-1,0 0,0 1,0-1,0 1,1-1,0 1,0 0,0-1,0 1,1-1,0 1,0-1,0 1,0-1,3 5,-2-5,1-1,-1 0,0 0,1 0,0 0,0 0,0 0,0-1,0 0,0 1,1-1,-1 0,1-1,5 3,3 0,-1 0,1-1,16 3,-6-3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1.6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0,'4'0,"6"0,5 0,5 0,2 0,2 0,-3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2.2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1 118,'21'0,"0"1,-1-2,0 0,33-6,-49 6,1 1,-1-2,0 1,0 0,0-1,0 0,0 0,-1 0,1 0,-1-1,1 1,-1-1,0 0,0 0,0 0,0 0,0-1,-1 1,1-1,-1 0,0 1,0-1,1-4,-3 7,1-1,-1 1,1 0,-1 0,0 0,1-1,-1 1,0 0,0 0,0-1,0 1,0 0,0-1,0 1,-1 0,1 0,0-1,-1 1,1 0,-1 0,1 0,-1 0,1-1,-1 1,0 0,0 0,0 0,1 0,-1 1,0-1,0 0,0 0,0 0,0 1,-1-1,1 1,0-1,0 1,0-1,0 1,-1-1,1 1,-3 0,0-1,-1 1,1 0,-1 0,1 0,-1 1,1-1,-1 1,1 0,-1 1,1-1,-7 4,1 2,-1 0,1 0,0 1,1 1,0 0,0 0,1 1,0 0,1 0,0 0,1 1,0 0,0 1,-6 19,12-29,-1 1,1-1,0 1,0 0,0-1,0 1,0-1,1 1,-1-1,1 1,-1-1,1 1,0-1,0 1,0-1,1 0,-1 1,0-1,1 0,0 0,-1 0,1 0,0 0,0-1,0 1,0 0,0-1,3 2,3 1,0 0,-1 0,2-1,-1 0,0-1,0 0,13 2,5-1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2.7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53 323,'-1'-1,"0"1,0-1,0 1,0-1,0 0,0 1,0-1,0 0,0 0,0 0,0 0,0 1,1-1,-1 0,0-1,1 1,-1 0,1 0,-2-2,-10-30,8 24,0-6,0 1,0-1,2 0,0 0,0 0,1 0,1 0,1 0,0 0,1 0,0 0,6-17,-7 29,0 0,0 0,1 1,0-1,-1 0,1 0,0 1,0-1,0 1,1 0,-1-1,1 1,-1 0,1 0,0 1,-1-1,1 1,0-1,0 1,0 0,0 0,0 0,1 0,-1 1,0-1,0 1,0 0,1 0,-1 0,0 0,5 1,13 4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3.1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1 176,'-1'9,"1"0,1 0,0 0,0 0,1 0,0 0,0-1,7 17,-6-22,-1 1,0 0,1-1,0 1,0-1,0 0,0 0,1 0,-1 0,1-1,-1 1,1-1,0 0,0 0,0 0,0-1,1 1,-1-1,9 1,-1 1,0-2,1 0,-1 0,1-1,-1-1,1 0,-1-1,0 0,0-1,17-6,-23 7,0 0,0-1,-1 0,1 0,-1-1,0 0,0 1,0-2,0 1,-1 0,0-1,0 0,0 0,0 0,-1-1,0 1,0-1,0 1,-1-1,0 0,0 0,1-7,-2 5,0 0,0 0,0-1,-1 1,0 0,-1 0,0 0,0 0,-1 0,0 0,0 0,-1 1,-6-14,5 15,1 1,-1 0,0 0,0 0,0 0,-1 1,0-1,0 1,0 1,0-1,-1 1,1-1,-1 1,0 1,0-1,0 1,0 0,-6 0,-10-2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3.6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152 1,'-14'-1,"0"2,0-1,0 2,1 0,-24 6,34-7,1 0,-1 0,0 0,1 0,0 1,-1-1,1 1,0-1,0 1,0 0,0 0,0 0,0 0,1 0,-1 1,1-1,-1 0,1 1,0-1,0 1,0-1,0 1,0 0,1-1,-1 1,1 0,0-1,0 1,0 0,0 0,0-1,0 1,1 0,-1 0,1-1,1 5,1 1,0-1,0 1,1 0,0-1,1 1,-1-1,1-1,1 1,-1-1,1 1,0-2,9 7,12 14,-25-24,-1 0,1 0,0 0,0 0,-1 1,1-1,-1 0,0 1,0-1,0 1,0-1,0 1,-1-1,1 1,-1 0,1-1,-1 1,0 0,0-1,0 1,-1 0,1-1,0 1,-1 0,0-1,0 1,0-1,0 1,0-1,-2 4,1-3,0 0,-1 0,1 0,-1-1,0 1,1-1,-1 1,0-1,-1 0,1 0,0 0,-1-1,1 1,-1-1,1 1,-1-1,1-1,-1 1,0 0,0-1,-4 0,-8-1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7.4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226 1,'-4'2,"-1"0,0 0,1 0,-1 1,1 0,0 0,0 0,0 0,0 0,1 1,-1 0,-3 5,-3 2,-26 27,-33 46,62-75,1 1,0 0,0 0,1 1,1-1,0 1,0 0,1 1,0-1,1 0,0 1,1 0,1-1,0 1,0 0,3 15,-1-13,1-1,1 0,0 1,0-1,1-1,1 1,0-1,1 0,1 0,-1-1,2 0,-1 0,17 14,-14-15,0-1,0 0,1-1,0 0,1-1,0 0,0-1,20 6,-16-5,-3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8.2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214 1,'-7'2,"0"0,1 1,-1 0,1 0,0 1,-1-1,-7 8,11-9,-11 9,-1 0,2 1,0 1,0 0,1 1,1 0,0 1,1 0,1 1,-14 31,22-45,0 0,0 0,0 1,1-1,-1 0,1 0,-1 0,1 1,0-1,-1 0,1 1,1-1,-1 0,0 0,0 1,1-1,-1 0,1 0,0 1,0-1,0 0,0 0,0 0,0 0,0 0,1-1,-1 1,1 0,-1 0,1-1,0 1,-1-1,1 0,0 1,0-1,0 0,0 0,0 0,4 1,12 4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8.8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0 150,'1'5,"1"-1,-1 0,1 0,0 0,0 0,1-1,-1 1,5 5,1 1,-6-6,0-1,1 1,0-1,-1 0,1 0,0 0,1-1,-1 1,1-1,-1 1,1-1,-1 0,1-1,0 1,0-1,0 1,0-1,0-1,1 1,-1 0,0-1,0 0,0 0,0 0,1 0,-1-1,0 0,0 0,0 0,5-2,4-2,0 0,0-1,0-1,-1 0,0 0,-1-1,21-19,-30 26,0-1,0 0,0 0,0 0,0 0,0 0,0 0,-1-1,1 1,-1-1,0 1,0-1,1 1,-2-1,1 0,0 0,-1 1,1-1,-1 0,0 0,0 0,0 1,0-1,0 0,-1 0,1 0,-1 1,0-1,1 0,-1 1,-1-1,1 1,0-1,-1 1,1-1,-1 1,0 0,0 0,1 0,-1 0,-1 0,-2-2,-4-4,0 2,0-1,-1 2,0-1,0 1,0 1,0-1,-1 2,-18-5,4 5,3 1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6:59.7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0,'2'1,"0"-1,0 1,0-1,0 1,0 0,-1 0,1 0,0 0,0 0,-1 0,1 0,-1 0,1 1,-1-1,1 1,-1-1,0 1,0-1,1 1,-1 0,-1 0,1-1,0 1,0 0,-1 0,2 4,1 4,-1 0,0 0,1 18,-2 63,0-98,1-1,-1 1,1 0,1 0,-1 0,1 0,1 0,-1 0,9-11,-9 14,-1 0,1 1,0 0,0-1,0 1,1 0,-1 0,0 1,1-1,0 1,0-1,0 1,0 1,0-1,0 0,0 1,1 0,-1 0,0 0,1 1,7-1,-8 2,-1 0,1 0,-1 1,1-1,-1 1,1 0,-1-1,0 2,0-1,0 0,0 1,0-1,-1 1,1 0,-1 0,0 0,1 0,-2 0,1 0,0 1,0-1,-1 1,2 5,3 11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7:00.3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66 0,'1'0,"0"0,0 1,0-1,0 0,0 1,0-1,-1 1,1-1,0 1,0-1,-1 1,1 0,0-1,-1 1,1 0,0 0,-1-1,1 1,-1 0,1 0,-1 0,0 0,1 0,-1-1,0 2,9 31,-5-17,14 39,-3 0,-2 1,9 83,-21-125,2 9,-2-1,-1 0,-2 25,2-43,0 0,-1 0,0 0,1 0,-1 0,-1 0,1 0,-1 0,1 0,-1-1,0 1,0-1,-1 1,1-1,-1 0,1 0,-1 0,0 0,0 0,-1-1,1 0,0 1,-7 2,8-4,-1-1,1 1,0-1,-1 1,1-1,0 0,-1 0,1 0,0 0,-1-1,1 1,0 0,-1-1,1 0,0 1,0-1,0 0,-1 0,1-1,0 1,0 0,0-1,1 1,-1-1,0 1,1-1,-1 0,1 0,-1 0,1 0,0 0,0 0,-2-2,-4-10,1-1,0 1,-7-30,8 25,-2-3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7:00.6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1,'5'0,"0"4,0 5,0 2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7:01.6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 0,'1'15,"1"-1,1 1,1-1,0 1,0-1,2 0,0-1,12 22,16 41,-26-54,-1-4,-1 0,0 0,-2 1,0-1,-1 1,1 20,-5-19,0 1,-2-1,0 1,-1-1,-1 0,-1 0,-1 0,0-1,-2 0,-16 28,23-44,0 0,0-1,1 1,-2 0,1-1,0 1,-1-1,1 0,-1 0,1 0,-1 0,0 0,0 0,0-1,0 0,0 1,-4 0,-7-1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7:02.86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1,'0'4,"0"6,0 5,0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8:22.8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1,'446'0,"-435"1,0 0,0 1,0 0,0 1,0 1,16 7,-14-6,0 0,0-1,28 6,8-7,71-4,-43-1,-58 1,0-1,31-7,-29 5,-1 0,23-1,527 4,-276 3,150-2,-425 1,-1 1,33 8,-31-6,1-1,22 2,527-3,-276-4,1061 2,-1333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8:31.4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75,'445'0,"-429"-1,-1-1,1 0,17-6,36-3,10-2,-56 8,-1 2,25-2,-34 5,17-1,-1 0,57-11,-63 8,-1 1,45-1,-46 4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8:39.8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51,'34'1,"-1"-2,0-2,49-9,-41 6,1 1,-1 2,81 5,-31 1,1413-3,-1485-1,0-1,32-8,-31 6,0 0,23 0,445 2,-235 4,-240-1,-1 1,1 0,0 1,-1 0,1 1,-1 0,0 1,14 8,-14-6,1-1,0-1,0 0,0-1,1-1,0 0,14 2,310-4,-158-3,634 2,-795-2,-1 1,33-9,-31 6,1 0,22-1,527 4,-276 3,520-2,-790 1,1 2,28 6,-27-4,43 2,-48-5,-1 0,24 7,-23-5,-1 0,26 1,539-4,-282-3,-275 2,0 1,-1 1,48 10,-36-6,1-1,0-2,0-2,45-4,6 1,-54 2,-3 1,0-2,0-1,59-11,-54 6,1 3,0 1,-1 1,48 6,4-2,121-2,-201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8:49.8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1353,'1'-5,"0"0,0 1,1-1,0 1,0 0,0-1,0 1,0 0,1 0,3-4,9-15,-3 2,1 0,1 1,23-26,6-9,-35 47,0-1,0 1,1 0,0 1,13-8,22-19,-9 0,-21 19,1 0,0 1,1 1,0 1,35-20,-36 24,-1-1,0 0,14-13,-14 11,-1 1,29-16,28-15,-57 31,0 2,1 0,0 0,0 1,1 1,0 0,0 1,25-5,-16 6,0-1,0-1,-1-1,30-14,24-7,7 0,75-20,-130 40,-1-1,33-15,21-7,-49 21,53-9,-51 12,0-2,48-19,-9 3,128-45,15-8,-122 47,55-15,46-3,-156 40,-19 4,-1 1,1 0,24 0,26 6,-47 0,0-1,0-2,30-3,-46 2,-1-1,0 1,0-1,0-1,9-4,-9 3,1 1,0 1,-1-1,13-2,109-15,-112 17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9:01.57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5210,'8'-1,"0"0,0 0,0-1,0 0,0-1,-1 0,11-5,48-30,-43 21,37-37,12-9,68-47,-40 32,-58 44,-2-2,47-53,-19 18,160-137,-220 201,-1 0,0-1,-1 0,7-9,20-25,-27 36,6-6,0 1,1 0,0 1,0 0,26-13,-20 11,-1 0,0-1,-1-1,0 0,-1-2,16-20,13-11,-4 6,-22 21,0 0,2 1,0 1,29-18,-30 23,-1-2,0 0,16-17,32-27,56-41,77-66,-182 150,-2 0,0-1,23-33,-23 27,2 1,22-20,88-68,68-60,-51 31,-87 79,-49 50,-1 0,14-22,13-15,73-84,-97 118,1 1,0 1,1 0,0 0,1 1,0 1,18-9,-10 4,-1-1,0 0,-1-2,-1 0,0-2,25-31,0 1,119-111,-38 39,135-165,-219 239,8-3,-29 30,35-44,-46 50,-1-1,13-29,-16 32,0 0,0 1,2-1,-1 1,2 1,11-15,191-193,-186 189,9-8,-15 22,-1-1,0 0,-1-2,23-32,-5 15,-29 31,1-1,-1 0,1-1,-2 1,8-11,0-1,0 0,1 2,23-23,-25 27,0 0,-1 0,0-1,0-1,-2 1,1-1,11-26,3-35,-15 48,0 0,22-44,8 9,-26 43,-1 0,-1 0,12-28,14-30,-28 62,0 0,-1-1,-1 0,0-1,-1 0,5-26,-9 27,1 0,1 0,0 0,0 0,2 1,0-1,1 1,7-14,-8 22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9:15.5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356 0,'-1'3,"1"0,-1 0,1 0,-1 0,0 0,0 0,-1 0,1 0,0-1,-1 1,0-1,1 1,-1-1,-4 4,-39 33,20-17,-2 2,-42 29,8-18,50-31,0 2,1-1,0 1,0 1,0 0,1 0,0 1,-14 14,23-21,0-1,-1 1,1-1,0 1,-1-1,1 1,0 0,0-1,-1 1,1-1,0 1,0-1,0 1,0 0,0-1,0 1,0-1,0 1,0 0,0-1,0 1,0-1,0 1,1 0,-1-1,0 1,1 0,15 11,34 0,-40-10,21 5,76 19,-94-22,-1 1,0 0,0 1,0 0,0 1,11 9,-18-12,0-1,0 0,0 0,0 0,0-1,0 0,8 3,5-1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49:17.7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73 291,'3'1,"0"0,0 0,0 0,0 0,0 1,0-1,0 1,0 0,3 3,12 7,-2-4,-2-1,-1-1,1 0,0-1,19 4,-29-8,0-1,1 1,-1-1,0 0,1 0,-1-1,1 1,-1-1,0 0,0 0,0 0,1-1,-1 1,0-1,-1 0,1 0,0-1,0 1,3-4,1-1,-1 0,0 0,0 0,-1-1,0 0,0 0,-1 0,0-1,-1 0,0 0,0 0,3-13,-5 16,-1 0,-1 0,1 0,-1 0,0-1,0 1,-1 0,0 0,0 0,0 1,-1-1,0 0,0 0,0 1,-1-1,0 1,0 0,0 0,-1 0,1 0,-9-7,1 3,0 0,0 1,-1 1,-1 0,1 1,-1 0,-18-6,-3-2,28 12,1 1,0-1,0 1,-1 0,1 0,-1 0,1 1,-1 0,1 0,-1 0,1 1,-1 0,1 0,0 0,-1 1,1 0,0 0,0 0,0 0,-7 6,5-4,0 1,1 0,0 1,0-1,0 1,0 0,1 1,0 0,1-1,-1 1,1 1,1-1,-4 10,1 2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01.0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0 248,'18'0,"-1"-2,0 0,0-1,29-9,67-30,-52 18,-16 6,-11 5,68-18,-61 22,-26 4,1 1,0 1,-1 0,1 1,0 1,0 1,0 0,0 1,18 3,5 5,61 4,-87-12,111 22,-55-4,-68-19,-1 0,0 0,0 0,0 0,0 0,0 0,0 1,0-1,0 0,1 0,-1 0,0 0,0 0,0 0,0 0,0 0,0 0,1 0,-1 0,0 0,0 0,0 0,0 0,0 0,0 0,0 0,1-1,-1 1,0 0,0 0,0 0,0 0,0 0,0 0,0 0,0 0,0 0,1 0,-1 0,0-1,0 1,0 0,0 0,0 0,0 0,0 0,0 0,0 0,0 0,0-1,0 1,0 0,0 0,0 0,0 0,0 0,0 0,0-1,0 1,0 0,0 0,0 0,0 0,0 0,-8-10,-14-8,6 9,-1 1,-28-10,28 12,1 0,0-2,-17-9,32 17,0-1,0 1,0-1,1 1,-1 0,0-1,1 1,-1-1,0 0,1 1,-1-1,0 1,1-1,-1 0,1 0,-1 1,1-1,0 0,-1 0,1 1,0-1,-1 0,1 0,0 0,0 0,0 1,0-2,0 1,1 0,0 0,-1 0,1 0,0 0,0 0,0 1,-1-1,1 0,0 1,0-1,0 1,0-1,0 1,0-1,0 1,2-1,5-1,0 0,0 0,0 1,14 0,-2 3,0 1,-1 1,1 1,0 1,-1 0,0 2,26 14,-42-21,-1 0,1 1,0 0,0-1,0 1,-1 0,1 0,-1 1,0-1,1 1,-1-1,0 1,-1 0,1-1,0 1,-1 0,1 0,-1 0,0 0,0 0,0 1,-1-1,1 0,-1 0,0 1,0-1,0 0,0 1,0-1,-1 0,1 0,-1 0,0 1,0-1,0 0,-1 0,1 0,-3 4,0 0,-1 1,0-1,0 0,-1 0,0 0,0-1,0 0,-1 0,0-1,0 0,0 0,-1 0,-12 5,19-10,0 0,0 1,0-1,0 0,0 0,0 0,-1 0,1 0,0 0,0 0,0 0,0 0,0 0,0 0,0-1,0 1,0 0,0-1,0 1,0-1,0 1,1-1,-1 1,0-1,0 0,0 0,1 1,-1-1,0 0,1 0,-1 0,0 0,1 0,-1 1,1-1,0 0,-1 0,1 0,0 0,0 0,-1-1,1 1,0 0,0-1,-1-4,1 1,-1-1,1 1,0-1,1 1,-1-1,2-6,4-5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03.1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68 1,'-3'2,"0"0,0 0,0 0,1 1,-1-1,1 1,-1-1,1 1,0 0,0 0,0 0,-2 5,-5 5,6-10,1 0,0 0,-1 0,1 0,0 1,1-1,-1 1,0-1,1 1,0-1,0 1,0 0,0-1,1 1,-1 0,1 0,0 0,0 0,0-1,1 1,0 0,-1 0,1-1,2 5,-1-4,1 0,-1 0,1-1,0 1,0-1,0 0,0 0,0 0,1 0,-1-1,1 1,0-1,0 0,0 0,0 0,0-1,0 1,1-1,-1 0,8 0,1 2,0-2,1 0,-1-1,1 0,-1-1,1 0,15-5,-26 6,0-1,0 0,0 0,0 0,0 0,-1 0,1 0,0-1,-1 1,1-1,-1 0,0 0,0 0,1 0,-1 0,0 0,-1-1,1 1,0-1,-1 1,1-1,-1 1,0-1,0 0,0 0,0 0,0 0,-1 0,1 0,-1 0,0 0,0 0,0 0,0 0,-1 1,1-1,-1 0,0-3,-1 1,0 1,0 0,0 0,-1 0,0 0,1 0,-1 1,0-1,-1 1,1-1,-1 1,1 0,-1 1,0-1,0 1,0 0,0-1,-1 2,1-1,-1 0,1 1,-1 0,1 0,-1 0,-7 1,11 0,1 0,0-1,-1 1,1 0,0 0,-1 0,1 0,0 0,0 1,-1-1,1 0,0 0,-1 0,1 0,0 0,-1 0,1 0,0 1,0-1,-1 0,1 0,0 0,0 1,-1-1,1 0,0 0,0 1,0-1,-1 0,1 0,0 1,0-1,0 0,0 1,0 0,5 12,14 9,14 1,-24-18,-1 0,0 1,-1 0,1 0,-1 1,0 0,7 10,-6-7,0-1,0 0,1 0,1-1,-1 0,1-1,0 0,1-1,0 0,0 0,0-1,19 6,-14-5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03.7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16,'1'4,"0"1,1-1,-1 0,1 0,0 0,0 0,0 0,6 6,3 10,-6-9,-2-4,0 0,1 0,0 0,0-1,5 7,-8-12,-1 0,1-1,0 1,0 0,0 0,-1-1,1 1,0-1,0 1,0-1,0 1,0-1,0 1,0-1,0 0,0 1,0-1,1 0,-1 0,0 0,0 0,0 0,0 0,0 0,0-1,0 1,0 0,0 0,0-1,0 1,0-1,0 1,0-1,0 1,0-1,0 0,0 1,0-1,-1 0,1 0,0 1,0-2,36-44,10-10,-44 53,1-1,0 1,0 0,0 0,0 0,0 1,1 0,-1 0,1 0,-1 0,10-2,-12 4,-1 0,1 0,0 0,0 0,-1 0,1 0,0 1,0-1,-1 1,1-1,0 1,-1 0,1-1,-1 1,1 0,-1 0,1 0,-1 0,0 0,1 1,-1-1,0 0,0 0,0 1,0-1,0 1,0-1,0 1,-1 0,1-1,0 1,-1-1,1 1,-1 0,0 3,3 8,-1 1,-1 0,0 22,0-17,-1-16,0 0,0 0,1 0,-1 0,1 0,0 0,0 0,0 0,1 0,-1 0,2 2,7 7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04.6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1 100,'0'8,"0"0,1-1,0 1,0 0,1-1,0 1,0-1,1 0,0 0,0 0,1 0,-1 0,2-1,-1 1,1-1,0 0,0-1,0 1,1-1,0 0,0 0,0-1,1 0,-1 0,10 4,-13-7,0-1,-1 1,1-1,0 1,-1-1,1 0,0 0,-1 0,1 0,0-1,0 1,-1-1,1 1,-1-1,1 0,-1 0,4-2,-1 0,0 0,-1 0,1-1,-1 0,0 0,0 0,7-9,-5 4,1-1,-2 0,1 0,-1 0,-1-1,0 1,-1-1,3-12,-6 19,0-1,0 1,-1-1,0 1,0-1,0 1,0-1,0 1,-1 0,0-1,0 1,0 0,-1 0,1 0,-1 1,0-1,0 1,0-1,0 1,-7-5,6 5,1 0,-1 0,1 1,-1-1,0 1,0 0,0 0,0 0,-1 1,1-1,0 1,-1 0,1 0,-1 1,1-1,-1 1,1 0,-1 0,1 0,-1 1,-5 1,9-2,0 1,0-1,0 1,0-1,-1 1,1 0,0-1,0 1,1 0,-1 0,0 0,0-1,0 1,0 0,1 0,-1 0,0 0,1 1,-1-1,1 0,0 0,-1 2,0 0,1-1,0 1,0-1,0 1,1-1,-1 1,1-1,-1 1,1-1,2 5,0 1,2-1,-1 1,1 0,0-1,9 10,-7-10,14 16,27 35,-41-48,-1 0,0 1,-1-1,0 1,0 1,5 22,-2 2,-1 0,-1 1,0 52,-5-72,0-1,2 0,3 16,-2-19,-1 1,-1 0,-1 0,1 21,-2-34,0 0,0-1,0 1,0 0,0 0,0 0,0 0,0-1,-1 1,1 0,0 0,0-1,-1 1,1 0,0 0,-1-1,1 1,-1 0,1-1,-1 1,1-1,-1 1,1-1,-1 1,0-1,1 1,-2 0,0-1,1 0,0 0,0 0,0 0,-1-1,1 1,0 0,0-1,0 1,0-1,0 1,0-1,0 0,0 1,0-1,-1-1,-34-36,-22-31,39 47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05.2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0 106,'13'33,"-5"-15,-6-13,0 0,0 0,0-1,1 1,-1-1,1 0,0 0,0 0,1 0,-1 0,1-1,0 1,0-1,0 0,6 2,-8-3,0-1,1 0,-1-1,0 1,1 0,-1-1,1 1,-1-1,1 0,-1 0,1 0,-1 0,1 0,-1-1,1 1,-1-1,1 1,-1-1,0 0,1 0,-1 0,0 0,0 0,0-1,0 1,0-1,0 1,0-1,0 0,0 0,-1 0,3-3,0-1,-1 0,0 0,0-1,0 1,0-1,-1 1,0-1,-1 0,0 0,0 0,0-12,0 7,-2 1,0 0,0-1,-1 1,0 0,-6-16,2 11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05.6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1,'1'5,"0"-1,0 1,1-1,0 0,-1 1,2-1,-1 0,0 0,1 0,0 0,0-1,5 6,-3-3,0 0,-1 0,0 0,5 9,11 40,13 62,-30-106,21 127,-17-89,-5-27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06.0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99,'3'2,"0"0,0 1,0-1,0 0,0 1,-1 0,1 0,-1-1,0 1,0 1,0-1,0 0,1 5,5 5,-1-5,0 0,0 0,1-1,0 0,0 0,0-1,1 0,0 0,1-1,10 5,-12-7,-1 0,1 0,0-1,0 0,0 0,0-1,0 0,0-1,1 1,-1-1,0-1,0 0,15-3,-21 3,1 1,-1-1,1 0,-1 0,0 0,1 0,-1-1,0 1,0 0,0-1,0 0,0 1,0-1,0 0,-1 0,1 0,-1 0,1 0,-1-1,0 1,0 0,0-1,0 1,0-1,0 1,-1-1,1 1,-1-1,0 1,0-1,0 1,0-4,-1 0,0 0,-1 0,0 0,0 0,0 1,0-1,-1 1,0-1,0 1,-1 0,1 0,-9-7,0 0,-1 1,-1 0,0 1,0 1,-1 0,0 1,0 0,-25-7,16 8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13.2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2,'31'-1,"-20"1,0-1,1 1,-1 1,1 0,15 4,-27-5,1 0,0 0,0 1,0-1,-1 0,1 0,0 1,-1-1,1 1,0-1,-1 1,1-1,0 1,-1-1,1 1,-1-1,1 1,-1 0,1-1,-1 1,1 0,-1-1,0 1,1 0,-1 0,0-1,1 2,-2 0,1 0,0-1,0 1,-1 0,1-1,-1 1,1-1,-1 1,0-1,0 1,0-1,-1 3,-6 6,-1-1,1-1,-11 9,11-11,3 0,-3 0,0 2,0-1,1 1,1 0,-7 10,12-17,0 0,1 0,-1 0,1 0,-1 0,1 1,0-1,-1 0,1 0,0 0,0 0,0 1,0-1,0 0,0 0,0 0,0 1,1-1,-1 0,0 0,1 2,0-2,1 1,-1-1,1 0,-1 1,1-1,-1 0,1 0,0 0,0 0,-1 0,1 0,0-1,0 1,0-1,0 1,0-1,3 1,37 7,-25-3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13.5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10,'0'-4,"0"-1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15.5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0,'-6'0,"-2"2,9 13,3-1,1 0,0-1,0 1,2-1,-1 0,2 0,0-1,0 0,1-1,14 14,1-1,2-1,0-1,37 22,-48-33,-1-1,-1 2,0 0,20 24,-24-24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16.2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340 1,'-1'2,"1"0,0 0,-1 0,0 0,1 0,-1 0,0 0,0 0,0 0,0 0,-1 0,1 0,0 0,-1-1,1 1,-3 1,-32 25,19-16,0 4,0 1,1 1,0 1,2 0,0 1,-21 43,-21 28,53-86,-1 0,0-1,0 1,-1-1,-7 6,11-9,0 0,-1 0,1 0,-1 0,1 0,-1 0,1-1,-1 1,1-1,-1 1,0-1,1 1,-1-1,0 0,1 0,-1 0,0 0,1 0,-1 0,0 0,1-1,-1 1,-3-2,-4-5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17.4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197 0,'0'36,"-1"-1,1 0,2 0,12 58,-11-80,0 1,-1-1,-1 1,0 0,0-1,-3 22,2-32,-1 1,1-1,-1 0,0 1,0-1,0 0,0 0,-1 0,1 0,-1 0,0 0,0 0,0-1,0 1,0-1,-1 1,1-1,-1 0,0 0,1 0,-1 0,0 0,0-1,0 1,0-1,-1 0,1 0,0 0,0 0,-1-1,-3 1,0-1,1 0,0 0,-1-1,1 1,0-2,0 1,-1-1,1 0,0 0,1 0,-1-1,0 0,1 0,-1-1,1 1,0-1,0 0,0-1,1 1,0-1,0 0,0 0,0 0,1 0,-4-7,0-5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17.8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 12,'0'-5,"-9"0,-2 4,0 2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19.6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1,'-1'50,"0"-22,0 0,3 0,0 1,1-1,8 27,-10-52,-1 0,1-1,0 1,0-1,0 1,0-1,1 0,-1 1,1-1,-1 0,1 0,0 0,0 0,0 0,0 0,0-1,0 1,0-1,1 1,-1-1,0 0,1 0,-1 0,1 0,0 0,-1-1,1 1,0-1,-1 0,1 0,0 0,-1 0,1 0,0 0,-1-1,1 1,4-2,-3 0,0 1,1-1,-1 0,0 0,0 0,0-1,0 0,0 1,-1-1,1-1,-1 1,0 0,0-1,0 0,0 1,-1-1,0 0,1-1,-1 1,-1 0,3-7,-2-2,0-1,-1 0,0 0,-2-15,3 39,1 0,0 0,1-1,0 1,8 12,36 57,-44-73,1-1,0 1,0-1,0 0,1 0,-1-1,1 0,1 0,-1 0,0 0,12 3,-14-5,0-1,-1 0,1 0,0 0,0-1,0 0,0 1,0-1,0 0,-1-1,1 1,0-1,0 0,0 0,0 0,-1 0,1-1,-1 1,1-1,-1 0,1 0,-1 0,5-5,-4 3,1-2,-1 1,0-1,0 1,0-1,-1 0,0 0,0-1,0 1,-1 0,0-1,0 0,-1 0,1-7,0-11,-1-1,-3-36,1 29,0 27,1 6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23.4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52 0,'5'0,"0"0,0 1,0-1,0 1,-1 0,1 1,0-1,0 1,-1 0,1 0,-1 0,1 1,-1-1,0 1,0 0,4 4,-6-4,0-1,0 0,-1 1,1 0,0-1,-1 1,0 0,1 0,-1 0,0 0,-1 0,1 0,0 0,-1 0,0 0,0 0,0 0,0 0,0 0,-1 0,1 0,-1 1,0-1,0-1,0 1,0 0,-2 3,-3 6,0 0,-1-1,-1 0,0 0,0-1,-1 0,0-1,-1 0,-19 15,25-21,0-1,1 1,0 0,0 1,0-1,0 0,0 1,1 0,0-1,0 1,0 0,0 0,0 1,1-1,0 0,-1 0,0 9,2-10,0-1,0 1,0-1,0 0,1 1,-1-1,1 0,-1 1,1-1,0 0,0 0,0 1,0-1,0 0,1 0,-1 0,0 0,1-1,0 1,-1 0,1 0,0-1,0 1,0-1,0 0,0 0,0 0,0 0,0 0,1 0,-1 0,0-1,5 2,16 1,-2-2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23.8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0,'0'5,"0"0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58.5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0,'4'0,"2"5,-1 5,4 1,0 3,-2 3,3-1,-1 0,-2 3,-2 1,-2 2,-1 2,-1 0,-1 1,-1 0,-3-5,-2-9,0-6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59.29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1 103,'3'-1,"1"-1,0 1,0-1,-1 0,1 0,-1 0,1 0,-1 0,0-1,3-3,11-7,0 3,1 0,0 1,1 1,0 0,25-6,-39 13,1-1,-1 1,1 0,-1 1,1 0,-1-1,1 2,0-1,-1 1,1 0,-1 0,0 0,1 1,-1-1,0 1,0 1,0-1,0 1,0 0,0 0,-1 0,1 1,-1 0,4 4,-6-6,-1 0,1 0,-1 0,0 0,0 0,1 0,-2 0,1 0,0 0,0 1,-1-1,1 0,-1 1,0-1,1 0,-1 1,0-1,0 0,-1 1,0 2,0 0,-1-1,0 1,0-1,0 0,0 1,-1-1,0-1,0 1,-5 6,-6 3,-1-1,0 0,0-1,-20 11,0-6,-9 5,84 0,-32-14,-1 1,0-1,0 1,-1 1,0-1,0 1,8 16,14 22,-17-33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0:59.6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0 117,'28'9,"-4"1,-16-9,0 0,1 0,-1-1,0 0,1-1,-1 0,12-2,-17 2,0 0,0 1,0-1,0-1,0 1,0 0,0-1,0 1,-1-1,1 0,-1 0,1 0,-1 0,1 0,-1-1,0 1,0-1,0 1,-1-1,1 0,-1 0,2-3,-3 4,0 0,0 1,0-1,0 0,0 0,0 1,0-1,-1 0,1 1,-1-1,1 0,-1 1,0-1,1 0,-1 1,0-1,0 1,0 0,0-1,0 1,-1 0,1-1,0 1,-1 0,1 0,-1 0,1 0,-1 0,-2 0,-4-3,1 0,-1 1,0 0,-15-4,-47-9,52 10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00.2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85,'0'3,"0"0,1 1,-1-1,1 0,0 0,0 0,0 0,0 0,0 0,1 0,-1 0,1 0,0-1,0 1,0-1,3 4,0-2,0 0,0 0,0 0,0-1,0 0,1 0,0-1,8 4,-8-4,1 0,-1 0,1-1,0 0,-1 0,1 0,0-1,-1 0,1 0,0-1,0 0,-1 0,1-1,-1 1,1-1,10-6,-13 6,0-1,-1 0,1-1,-1 1,0-1,0 1,0-1,-1 0,1 0,-1 0,0 0,0 0,0-1,-1 1,2-8,-1 5,-1 0,0 0,-1 0,0 0,0 0,0 0,-1 0,0 0,-3-11,-2 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00.7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1,'1'4,"0"0,1 0,-1 0,1 1,0-2,0 1,3 4,3 8,2 12,-2 0,0 1,3 31,-6-34,1 27,-1 1,-6 106,-1-57,2-80,0 0,-2 0,-6 31,3-33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01.07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25,'5'0,"5"0,1-4,3-2,3 1,3 1,2 1,-3 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01.8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0,'0'24,"2"0,0 0,9 35,-5-17,-1 1,-2-1,-6 79,1-30,2-76,-1-11,1 0,-1 0,1 0,0 0,0 0,1 0,-1 0,1 0,0 0,0 0,0 0,1 0,-1 0,4 5,-5-9,1 1,0-1,-1 0,1 1,0-1,-1 0,1 0,0 1,-1-1,1 0,0 0,0 0,-1 0,1 0,0 0,0 0,-1 0,1 0,0 0,0 0,-1 0,1-1,0 1,-1 0,1 0,0-1,-1 1,1-1,0 1,-1 0,1-1,23-20,-14 11,-3 5,-1 0,1 1,-1-1,1 1,1 1,-1-1,0 1,1 1,0-1,10-1,-14 4,0 0,0 0,0 0,0 0,1 1,-1 0,0 0,0 0,0 0,-1 1,1 0,0-1,0 1,-1 1,1-1,-1 0,0 1,0 0,0 0,0 0,4 5,-3-3,-1-1,0 1,0 0,0 0,0 0,-1 0,0 0,0 0,-1 1,1-1,-1 1,0-1,-1 1,1 0,-1-1,0 1,0 0,-1-1,0 1,0-1,0 1,-1-1,0 1,0-1,-4 8,-5 4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07.5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 1,'-10'27,"1"-2,8-19,0 0,0 0,0 0,1 1,0-1,1 0,-1 0,1 0,0 0,1 0,1 6,-1-9,-1 0,0 0,1-1,0 1,0-1,0 1,0-1,0 0,0 0,1 0,-1 0,1 0,-1 0,1-1,0 1,0-1,0 0,-1 0,1 0,0 0,0 0,1-1,4 1,-3-1,0 1,1-2,-1 1,0 0,1-1,-1 0,0 0,0-1,0 1,0-1,0 0,0-1,0 1,-1-1,1 0,-1 0,0 0,0-1,4-4,-5 5,0 0,0 0,-1-1,1 1,-1-1,0 0,0 0,-1 1,1-1,-1 0,0-1,0 1,0 0,0 0,-1 0,0 0,0-1,0 1,0 0,-1 0,1-1,-1 1,0 0,-3-6,4 9,0 0,0 0,0 0,0 1,-1-1,1 0,0 0,-1 0,1 1,-1-1,1 0,-1 1,1-1,-1 0,0 1,1-1,-1 0,1 1,-1-1,0 1,0 0,1-1,-1 1,0-1,0 1,0 0,1 0,-1-1,0 1,0 0,0 0,0 0,0 0,1 0,-1 0,0 0,0 0,0 1,0-1,-1 0,2 1,-1 0,0 0,1-1,-1 1,1 0,-1 0,1-1,-1 1,1 0,-1 0,1 0,0 0,0 0,-1 0,1 0,0-1,0 1,0 0,0 0,0 0,0 0,0 0,0 0,1 0,-1 0,0 0,1 0,-1 0,0-1,1 1,-1 0,1 0,-1 0,1-1,-1 1,2 1,5 5,-1 0,1 0,1-1,-1 0,1 0,0-1,0 0,0 0,1-1,0 0,0 0,0-1,0 0,1-1,-1 0,12 0,18 8,-23-5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08.3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23,'0'11,"1"1,1-1,0 1,1-1,0 0,0 1,1-2,1 1,0 0,0-1,10 15,-14-25,-1 1,0-1,1 0,-1 1,0-1,1 0,-1 1,1-1,-1 0,1 1,-1-1,0 0,1 0,-1 0,1 1,-1-1,1 0,-1 0,1 0,0 0,-1 0,1 0,-1 0,1 0,-1 0,1 0,-1 0,1 0,-1-1,1 1,-1 0,1 0,-1 0,0-1,1 1,-1 0,1-1,-1 1,0 0,1-1,-1 1,1 0,-1-1,0 1,0-1,1 1,-1-1,0 1,0-1,0 1,1-1,-1 0,18-37,-10 19,-2 10,0 0,1 0,0 1,1 0,0 1,17-13,-19 15,1 1,-1 0,1 0,1 0,-1 1,0 0,1 0,0 1,-1 0,10-1,-15 3,0 0,0 0,0 1,0-1,0 0,0 1,-1-1,1 1,0 0,0 0,-1 0,1-1,0 2,-1-1,1 0,-1 0,1 0,-1 1,0-1,1 1,-1-1,0 1,0-1,0 1,0 0,0 0,-1-1,1 1,-1 0,1 0,-1 0,1 0,-1 0,0 2,3 14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09.0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50 1,'-1'4,"0"1,0-1,0 1,0-1,-1 1,0-1,0 0,0 0,0 0,-1 0,-5 7,6-8,-1 0,1 0,0 0,0 1,0-1,0 1,0-1,1 1,0 0,-1-1,2 1,-1 0,0 0,0 5,2-7,0 0,0 0,0 0,0 0,0 0,0 0,0-1,1 1,-1 0,0-1,1 1,0-1,-1 0,1 1,0-1,0 0,-1 0,1 0,0 0,0 0,0-1,0 1,1 0,-1-1,0 0,0 1,0-1,3 0,8 1,-1 0,0-1,19-2,-27 2,0-1,-1 1,1-1,0 0,-1 0,1 0,0 0,-1-1,1 0,-1 1,0-1,0 0,0-1,0 1,0 0,0-1,0 0,-1 0,4-5,-4 6,-1-1,0 0,0 0,-1 0,1 0,-1 0,1 0,-1 0,0 0,0 1,0-1,0 0,-1 0,1 0,-1 0,0 0,0 0,0 0,0 1,0-1,-1 0,1 1,-1-1,0 1,-2-3,2 2,-1 0,1 0,-1 1,1-1,-1 1,0 0,-5-3,53 41,-26-23,33 30,-28-22,-10-10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09.4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0,'4'4,"1"6,5 5,0 5,-2 2,-2 2,-2 2,2-1,1 1,-2 0,0-1,1 0,2 0,-2-4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09.7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0,'0'4,"0"6,0 5,0 5,0 2,0 2,0-2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0.1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0.6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70 1,'-3'0,"-1"1,1-1,-1 1,1 0,-1 1,1-1,0 0,-1 1,1 0,0 0,0 0,0 0,0 0,1 1,-1-1,1 1,-1 0,-2 3,4-5,0 1,1-1,-1 0,0 0,0 0,1 1,-1-1,1 0,-1 1,1-1,0 0,-1 1,1-1,0 1,0-1,0 0,0 1,0-1,0 1,0-1,1 0,-1 1,1-1,-1 1,1-1,-1 0,1 0,-1 1,1-1,0 0,0 0,0 0,0 0,0 0,0 0,0 0,0 0,0 0,0 0,0-1,1 1,-1 0,0-1,1 1,-1-1,0 1,2-1,9 3,-1-1,1 0,0 0,-1-1,1-1,20-2,-23 1,0 0,0 1,0 0,0 0,0 1,0 0,0 1,0 0,0 0,0 1,-1 0,10 5,-17-7,0-1,0 1,0 0,0-1,1 1,-1 0,0 0,0 0,0 0,-1 0,1 0,0 0,0 0,-1 0,1 1,0-1,-1 0,1 0,-1 1,0-1,1 0,-1 1,0-1,0 0,0 1,0-1,0 3,-1-2,0 0,0 1,0-1,0 1,-1-1,1 0,-1 0,0 0,1 0,-1 0,0 0,0-1,-3 3,-2 1,0 0,-1-1,1 0,-1 0,0-1,0 0,0 0,-12 2,1-6,4-3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1.1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45 48,'-2'0,"0"0,0 1,0 0,0-1,0 1,0 0,0 0,0 0,1 0,-1 0,0 0,1 1,-1-1,1 0,-1 1,1 0,0-1,-1 1,1 0,0-1,0 1,0 0,0 0,1 0,-1 0,1 0,-1 0,0 4,0-2,0 0,1 0,-1 0,1 0,0 0,0 0,0 0,0 1,1-1,0 0,-1 0,2 0,1 6,-1-7,-1 0,1-1,0 1,0-1,0 1,0-1,1 0,-1 0,0 0,1 0,0 0,-1-1,1 1,0-1,0 1,0-1,0 0,0 0,0-1,0 1,0-1,0 1,0-1,1 0,-1 0,0 0,0-1,0 1,4-2,-3 1,0-1,1 1,-1-1,-1 0,1-1,0 1,0-1,-1 1,1-1,-1 0,0-1,0 1,0 0,0-1,-1 0,0 1,1-1,-1 0,0 0,1-5,0-1,-1 0,0 1,-1-1,0 0,-1-18,0 25,0 1,0-1,-1 0,1 0,-1 0,0 1,0-1,0 0,0 1,-1-1,-1-2,2 4,0 0,1 0,-1 0,0 0,-1 1,1-1,0 0,0 0,0 1,0-1,0 1,-1-1,1 1,0 0,-1-1,1 1,0 0,0 0,-1 0,1 0,0 0,-1 0,1 0,-3 1,-9 5,3 4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1.4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0 146,'16'0,"-4"0,1 0,0-1,23-4,-32 4,0 0,1-1,-1 0,0 1,0-2,0 1,-1 0,1-1,0 1,-1-1,0 0,1-1,-1 1,4-7,-2 4,3-6,1 0,0 1,0 0,2 0,12-10,-22 20,1-1,0 1,0 0,0-1,0 1,0 0,0 0,0 1,0-1,0 0,0 1,0-1,0 1,1 0,-1-1,0 1,0 0,0 1,1-1,-1 0,0 1,0-1,0 1,0-1,1 1,-1 0,0 0,0 0,-1 0,1 0,0 1,0-1,-1 0,1 1,0 0,-1-1,1 1,-1 0,0 0,0-1,0 1,0 0,1 3,1 2,1 1,-2-1,1 1,-1 0,-1 0,1 0,-1 0,-1 0,1 0,-1 1,-2 11,1-8,1 0,0-1,1 1,2 15,2-10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2.6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0,'0'12,"1"-1,1 1,-1 0,2-1,0 0,0 1,1-1,0-1,1 1,7 11,3 13,0 1,-2 0,-2 2,-2-1,-1 1,6 76,-14-113,0 0,0 0,1 1,-1-1,0 0,0 1,0-1,-1 0,1 1,0-1,0 0,-1 1,1-1,-1 0,1 0,-1 2,0-3,0 0,1-1,-1 1,1 0,-1 0,1-1,-1 1,1 0,-1-1,1 1,-1-1,1 1,-1-1,1 1,0-1,-1 1,1-1,0 1,-1-1,1 1,0-1,-1 0,-19-46,14 22,0 0,2-1,1 1,2-1,0 0,4-41,-1-2,-2 65,0-1,0 1,1-1,-1 0,1 1,0-1,0 1,0-1,1 1,0 0,0 0,0-1,0 1,0 1,4-6,-2 6,-1 1,1-1,-1 0,1 1,0 0,0 0,0 0,0 0,0 1,0 0,0-1,1 2,-1-1,1 0,-1 1,5 0,-4-1,0 1,0 0,0 0,0 1,0-1,0 1,0 0,0 0,0 1,0 0,0-1,-1 2,1-1,-1 0,1 1,-1 0,0 0,0 0,0 1,-1-1,1 1,-1 0,0 0,0 0,0 0,0 1,-1-1,0 1,3 8,-1 5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3.0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0 127,'1'1,"-1"0,0 0,1 1,-1-1,1 0,-1 0,1 0,0 0,-1 0,1 1,0-1,0 0,0-1,0 1,0 0,0 0,0 0,0 0,2 0,25 14,-23-13,7 4,0-1,1 0,-1-1,1 0,0-1,0-1,25 3,-34-5,0-1,0 1,0-1,0 1,-1-1,1 0,0-1,0 1,-1-1,1 1,-1-1,1 0,-1 0,0-1,1 1,-1-1,0 1,-1-1,1 0,-1 0,1-1,-1 1,0 0,0-1,0 1,0-1,-1 0,0 1,1-1,0-5,-2 6,1 1,0-1,-1 0,0 0,1 0,-1 1,0-1,-1 0,1 0,0 0,-1 1,0-1,1 0,-1 0,0 1,0-1,-1 1,-1-4,0 2,0 0,0 1,-1-1,1 0,-1 1,0 0,0 0,0 0,-8-3,0 0,1 2,-1-1,-1 1,1 1,0 0,-1 1,-18-1,7 3,3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3.7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0,'0'8,"1"-1,0 0,0 1,1-1,-1 0,2 1,-1-1,1 0,4 8,-6-13,0 0,0 0,0 0,0 0,1-1,-1 1,1-1,-1 1,1-1,-1 1,1-1,0 0,-1 1,1-1,0 0,0-1,0 1,0 0,0 0,0-1,0 1,0-1,0 0,0 1,0-1,0 0,0 0,1 0,-1-1,0 1,0 0,0-1,0 0,0 1,0-1,2-1,1-1,1-1,-1 1,0-1,0 0,0 0,-1-1,1 0,-1 0,6-8,18-20,-28 32,1 0,0 1,0-1,0 0,0 0,0 0,0 1,0-1,0 1,1-1,-1 1,0-1,0 1,0 0,1-1,-1 1,0 0,0 0,0 0,1 0,-1 0,0 0,0 0,1 0,-1 1,0-1,0 0,0 1,1-1,-1 1,0-1,0 1,0 0,0-1,0 1,0 0,1 1,4 5,0-1,-1 1,-1 0,8 13,2 2,-1-6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4.0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1,'9'27,"1"-3,11 136,-14-89,-4 131,-4-117,1-64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4.4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0,'9'0,"6"0,5 0,8 0,3 0,0 0,4 0,0 0,-2 0,-2 0,1 4,1 2,-2-1,-2-1,-6 4,-2-1,-2-1,-2-1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4.7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1 136,'0'3,"1"1,-1-1,1 1,0-1,0 1,0-1,0 1,1-1,-1 0,1 0,0 0,0 0,0 0,0 0,1 0,4 4,-2-2,1-1,0 0,-1 0,2 0,-1-1,0 0,0 0,14 3,-15-4,1-1,0 0,0 0,0 0,-1-1,1 0,0 0,0-1,0 1,9-4,-12 4,0-1,0-1,0 1,0 0,-1-1,1 1,0-1,-1 0,1 0,-1 0,0 0,1-1,-1 1,0-1,-1 1,1-1,0 1,-1-1,1 0,0-3,0 2,-1 0,0 0,1-1,-2 1,1 0,0-1,-1 1,0 0,0-1,0 1,-1 0,1-1,-1 1,0 0,0-1,0 1,-1 0,0 0,0 0,0 0,0 1,0-1,-1 0,-3-3,-5-4,0 1,-1 0,-1 0,1 2,-20-11,32 19,-18-11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6.0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0,'2'0,"0"1,0-1,0 1,0-1,-1 1,1 0,0 0,-1 0,1 0,0 0,-1 0,1 0,-1 0,0 1,1-1,-1 1,0-1,0 1,2 2,19 37,-18-32,11 19,26 36,-22-37,22 44,-37-63,0 1,0 0,-1 0,-1 0,1 0,-2 0,1 1,-1-1,0 16,-1-24,0-1,0 1,0-1,0 1,0 0,0-1,1 1,-2 0,1-1,0 1,0 0,0-1,0 1,0-1,0 1,-1 0,1-1,0 1,0-1,-1 1,1-1,0 1,-1-1,1 1,-1-1,1 1,-1-1,1 1,-1-1,1 0,-1 1,1-1,-1 0,-1 1,1-2,0 1,-1-1,1 0,0 0,-1 0,1 0,0 0,0 0,0 0,0 0,0 0,0 0,-1-2,-27-48,20 28,2 2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6.3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0,'4'0,"6"0,5 0,5 0,-2 4,-3 6,-1 6,-2 3,-3-1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6.7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26 165,'-4'0,"-2"-5,1-4,1-6,1-5,1-2,1-3,1 0,4 4,6 5,5 9,1 7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7.1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61 94,'-4'1,"1"0,0 0,-1 1,1-1,0 1,0 0,0-1,0 1,1 1,-1-1,0 0,1 1,0-1,-1 1,1 0,0 0,1 0,-1 0,0 0,1 0,-1 0,1 1,0-1,0 0,1 1,-2 5,3-6,0-1,0 1,0-1,0 0,0 0,1 1,-1-1,0 0,1 0,0 0,-1 0,1-1,0 1,0 0,0-1,3 2,0 0,1 0,-1-1,1 0,0 0,-1 0,11 1,2-1,0-1,0-1,30-2,-43 1,0 0,-1-1,1 1,-1-1,1 0,-1 0,0 0,0-1,0 1,0-1,0 0,0 0,-1-1,1 1,-1-1,0 1,0-1,-1 0,1 0,-1-1,0 1,0 0,2-7,0 2,-1-1,-1 1,1-1,-2 1,1-1,-1 1,-1-1,0 0,0 0,-3-15,-2 3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7.5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1 115,'4'0,"1"-4,5-6,4 0,-1-4,3 1,-2-1,1 1,-2-2,1 3,-2 3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7.8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0,'4'0,"5"0,6 4,5 2,-2 3,0 1,3-2,-4 3,0 2,1 0,-2 2,0-1,-2 0,0-1,-3 0,3-1,-3-3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8.2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216 0,'-4'4,"-6"2,-1 4,-3 0,1 3,-6-2,1 3,-1-2,2 1,1-1,2 1,0-1,2 1,3 3,-1-1,1 0,2-1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8.5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0,'0'4,"0"6,0 6,0 3,0 3,0 3,0 0,0-3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8.9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11,'0'-5,"0"0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19.9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72,'9'27,"1"-2,-9-20,0 3,0-1,1 0,-1 0,1-1,1 1,0 0,4 8,-7-15,1 0,-1 0,1-1,-1 1,0 0,1 0,-1 0,0-1,1 1,-1 0,0-1,1 1,-1 0,0 0,1-1,-1 1,0 0,0-1,0 1,1-1,-1 1,0 0,0-1,0 1,0-1,0 1,0 0,0-1,0 1,0-1,0 1,0-1,0 1,6-25,-5 20,1-4,4-14,12-35,-17 54,1 0,-1 0,1 0,0 0,0 1,1-1,-1 0,1 1,-1 0,1 0,0 0,0 0,1 0,-1 0,1 1,4-3,-6 4,0 1,0-1,-1 1,1 0,0 0,0 0,0 0,-1 0,1 0,0 0,0 1,0-1,-1 0,1 1,0 0,0-1,-1 1,1 0,-1 0,1 0,-1 0,1 0,-1 0,1 1,-1-1,0 0,0 1,2 2,4 6,-1 0,-1 0,8 19,3 2,-16-30,1 0,-1 0,1 0,0 0,0 0,-1 0,1 0,0-1,0 1,0 0,0 0,0-1,0 1,0-1,0 1,0-1,0 1,0-1,0 0,1 0,-1 1,0-1,0 0,0 0,0 0,1 0,-1 0,0-1,0 1,0 0,0 0,0-1,0 1,1-1,-1 1,1-2,5-2,-1-1,0 0,0 0,10-11,13-10,-28 25,1 0,0 0,0 1,0-1,0 1,0-1,0 1,1 0,-1-1,0 1,0 0,0 0,0 1,0-1,0 0,0 1,0-1,0 1,0 0,0-1,0 1,0 0,0 0,0 1,2 1,4 4,0 1,0-1,-1 2,7 8,19 20,-32-37,-1 1,1 0,0-1,0 1,0-1,0 1,0-1,0 1,0-1,0 0,0 1,0-1,1 0,-1 0,0 0,0 0,0 0,0 0,0 0,0 0,0 0,0 0,1-1,-1 1,0 0,0-1,0 1,0-1,0 1,1-2,23-27,-15 16,2-2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0.28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1 102,'4'1,"0"0,0 1,0 0,0 0,0 0,0 0,-1 1,6 3,2 2,24 16,-15-11,0 0,24 11,-32-19,1-1,0 0,0 0,20 2,-25-5,0 0,-1-1,1 0,0 0,-1-1,1 1,0-2,-1 1,10-4,-14 3,1 0,-1 0,1-1,-1 1,0-1,1 0,-1 0,-1 0,1 0,0-1,-1 1,0-1,0 0,0 1,0-1,0 0,-1 0,0 0,0 0,0 0,0-1,0-5,-1 6,1 0,-1-1,0 1,0 0,0 0,-1 0,0 0,0 0,0 0,0 0,0 0,-1 0,1 0,-1 1,0-1,-1 1,1-1,0 1,-1 0,0 0,0 0,-5-5,-4 2,-1-1,0 2,1 0,-2 0,1 1,0 1,-1 0,-15-1,-17 0,-48 4,78 0,-15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2.6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1,'1'19,"1"0,9 36,0 0,27 112,-12-62,-26-104,1 2,0 0,0 1,0-1,-1 0,1 0,-1 0,0 1,0-1,0 0,-1 0,1 1,-1-1,0 0,-1 5,1-8,1 1,-1-1,1 0,-1 0,0 0,1 0,-1 0,1 0,-1 0,1 0,-1 0,1 0,-1-1,1 1,-1 0,1 0,-1 0,1-1,-1 1,1 0,-1 0,1-1,-1 1,1 0,-1-1,1 1,0-1,-1 1,1-1,0 1,-1 0,1-1,0 1,0-1,0 1,-1-1,1 1,0-2,-12-20,9 11,0 0,1 0,0 0,1 0,0 0,0 0,1 0,1 0,0 0,1 0,0 0,0 0,1 0,8-19,-4 14,1 1,1-1,0 1,1 1,1 0,0 0,1 1,23-20,-32 30,0 0,0 1,1-1,-1 1,0 0,1 0,0 1,-1-1,1 1,0-1,0 1,0 0,0 1,0-1,7 1,-9 0,1 0,0 1,0 0,-1 0,1 0,0 0,-1 0,1 1,-1-1,1 1,-1-1,0 1,0 0,0 0,0 0,0 0,0 0,0 0,-1 1,1-1,-1 1,2 4,1 1,0-1,-1 1,-1 0,1 1,-1-1,-1 0,0 1,0-1,0 0,-1 1,0-1,-2 12,-3-4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3.3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71 18,'-2'0,"-1"1,1-1,0 1,-1 0,1 0,0 0,0 0,0 0,0 0,0 1,0-1,0 1,0-1,-3 4,-19 28,23-30,-1 0,0 0,1 0,0 1,0-1,0 1,0-1,1 0,-1 1,1-1,0 1,0-1,0 1,0-1,1 1,0-1,-1 1,1-1,0 0,1 1,-1-1,1 0,-1 0,1 0,0 0,0 0,0 0,0 0,1-1,-1 1,1-1,0 0,-1 0,1 0,0 0,0 0,0-1,1 1,-1-1,0 0,1 0,-1 0,0 0,1 0,-1-1,1 0,-1 0,1 0,6 0,-6-2,0 1,0 0,-1-1,1 0,0 0,-1 0,1 0,-1 0,0-1,1 0,-1 1,0-1,-1-1,1 1,0 0,-1 0,0-1,0 0,0 1,0-1,-1 0,1 0,1-8,-2 8,1-1,-1 0,0 0,0 1,0-1,-1 0,0 0,0 0,0 0,0 0,-1 0,0 0,0 1,0-1,-1 0,1 1,-1-1,0 1,-6-9,8 12,-1 0,0 0,0 0,1 0,-1 0,0 1,0-1,0 0,0 1,0-1,0 1,0-1,0 1,0-1,0 1,0-1,0 1,-1 0,1 0,0 0,0-1,0 1,0 0,0 1,-1-1,1 0,0 0,0 0,0 1,0-1,0 0,-2 2,2-1,0 0,0 0,1 0,-1 0,0 0,1 0,-1 0,0 0,1 0,0 0,-1 1,1-1,0 0,-1 0,1 0,0 1,0-1,0 0,0 0,0 1,0-1,1 0,-1 0,0 1,1-1,-1 0,0 0,1 0,0 0,0 2,4 3,-1 0,1 0,0 0,1-1,-1 0,1 0,0 0,0-1,0 0,1 0,0-1,-1 0,1 0,0 0,1-1,-1 0,0 0,13 0,1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3.6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93,'0'-5,"1"-1,-1 0,1 0,1 1,-1-1,1 0,0 1,0 0,4-7,-5 10,0 0,0 0,0 0,0 0,1 1,-1-1,1 0,-1 1,1-1,0 1,-1-1,1 1,0 0,0 0,0 0,0 0,0 0,0 0,0 1,0-1,1 1,-1-1,0 1,0 0,0 0,3 0,-3 0,1 1,-1 0,0 0,0 0,0 0,0 0,-1 1,1-1,0 0,0 1,-1-1,1 1,-1 0,0 0,1-1,-1 1,0 0,2 4,17 44,-16-37,-1-4,0-1,1 0,0 0,0 0,1 0,0-1,9 12,-12-17,0 0,1-1,-1 1,0 0,0-1,1 1,-1-1,1 0,0 0,-1 0,1 0,0 0,-1-1,1 1,0-1,0 0,-1 1,1-1,0-1,0 1,0 0,-1-1,1 1,0-1,0 0,-1 0,6-2,12-8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3.9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1,'0'4,"0"6,4 1,2 3,3-1,5-3,0 2,2-3,2-1,3-3,1-2,-3-1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4.2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74 32,'-3'0,"1"-1,0 0,0 0,0 0,0 0,0 0,0 0,0 0,0-1,1 1,-4-4,-18-10,22 14,1 1,-1 0,0 0,1 0,-1 0,0 0,0 0,1 1,-1-1,0 0,1 0,-1 0,1 1,-1-1,0 0,1 1,-1-1,1 0,-1 1,0-1,1 1,-1-1,1 1,0-1,-1 1,1-1,-1 1,1-1,0 1,-1 0,1-1,0 1,0 0,0-1,-1 1,1 1,-1 1,0 0,0 1,1-1,-1 1,1-1,0 1,0-1,0 1,0-1,1 1,-1-1,1 0,0 1,0-1,0 0,1 1,-1-1,1 0,-1 0,1 0,0 0,0 0,1-1,-1 1,1-1,-1 1,1-1,0 0,-1 0,5 2,3 2,0 0,0 0,1-1,-1-1,1 0,0 0,23 3,98 12,5 9,-116-25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5.3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311 0,'-47'53,"27"-36,0 2,1 0,-30 42,43-52,1 1,0 0,1 0,-5 16,6-14,-2-1,1 1,-10 15,-27 29,26-37,-22 37,36-54,0-1,0 1,0 0,1 0,-1 0,0 0,1 1,-1-1,1 0,0 0,0 0,0 0,0 0,0 0,0 1,0-1,1 0,-1 0,1 0,0 0,-1 0,1 0,0 0,0 0,0 0,0-1,1 1,-1 0,1-1,-1 1,1 0,-1-1,1 0,0 1,-1-1,1 0,0 0,0 0,2 1,10 4,0 0,0-1,0-1,22 5,-27-7,367 94,-231-64,-34-9,-109-23,8 3,-1-1,0-1,20 2,-28-3,1 0,-1 0,1 0,-1 0,1 0,-1 0,0-1,1 1,-1 0,1-1,-1 1,0-1,1 0,-1 1,0-1,1 0,-1 0,0 0,0 0,0 0,0 0,0 0,0 0,0 0,0 0,0-1,-1 1,1 0,0-1,-1 1,1 0,-1-1,1-2,0-11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6.0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0,'10'28,"0"-3,12 71,-12-59,-1 1,-3 0,3 43,-9-81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6.4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0,'9'0,"6"0,6 0,2 0,3 0,0 0,1 0,-1 0,-1 0,1 0,-1 0,0 0,-5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6.7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0,'4'0,"10"0,7 0,3 0,3 0,1 0,-1 0,0 0,-1 0,-1 0,0 0,-4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7.3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0,'4'0,"6"0,6 0,3 0,3 0,3 0,0 0,1 0,0 0,-1 0,0 0,0 0,0 0,0 0,-4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7.7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1,'4'0,"2"4,3 2,5-1,4 0,3-2,3-1,1-1,0-1,1 0,-1 0,0 0,-4-5,-5-1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28.3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0 100,'0'20,"1"-1,1 1,6 31,-6-43,0-1,1 0,-1 0,2 0,-1 0,1 0,0-1,0 1,0-1,1 0,0 0,8 7,-4-8,0 0,0-1,0 0,0 0,1-1,0 0,-1-1,19 2,-14-1,-8-2,1 0,-1 0,1 0,-1-1,1 0,-1 0,1-1,-1 0,1 0,-1 0,0-1,1 0,-1 0,0 0,0-1,0 0,-1-1,1 1,-1-1,0 0,0 0,0 0,0-1,-1 0,0 0,0 0,0 0,5-10,-6 10,0-1,0 0,0 1,-1-1,0 0,0 0,0 0,-1 0,1-1,-2 1,1 0,-1 0,0-1,0 1,-1 0,1-1,-2 1,1 0,-1 0,1 0,-2 0,1 0,-1 0,0 1,0-1,-4-5,1 3,0 1,-1-1,0 1,0 0,-1 1,1 0,-1 0,-1 0,1 1,-1 1,0-1,0 1,0 1,-1 0,-18-4,17 5,-1 1,1 0,-1 0,1 2,-18 1,24-1,0 0,0 0,0 1,0-1,0 1,1 0,-1 1,1-1,-1 1,1 0,0 0,0 0,0 0,-5 7,-1 2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37.9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0,'0'5,"4"1,6-1,5 0,4-2,4-1,1-1,2-1,-1 0,1 0,0 0,-1 0,0-5,0-1,0 0,-1 2,1 1,-5 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38.5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1,'4'0,"6"0,5 0,4 0,4 0,1 0,1 0,1 0,0 0,-1 0,1 0,-1 0,0 0,-5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39.2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0,'0'2,"0"-1,1 1,0-1,-1 1,1-1,0 1,0-1,-1 0,1 1,0-1,0 0,1 0,-1 0,0 0,0 0,1 0,-1 0,0 0,1 0,1 0,36 17,-30-15,22 9,63 13,-2-1,-84-21,0-1,0 1,0 0,-1 1,0 0,14 9,-19-11,-1 0,1-1,-1 1,1 0,-1 0,0 0,0 0,0 0,0 1,0-1,0 0,-1 0,1 1,-1-1,1 0,-1 1,0-1,0 0,0 1,0-1,-1 0,1 1,0-1,-1 0,0 1,1-1,-1 0,0 0,-3 4,2-3,0 1,0-1,-1 1,1-1,-1 0,0 0,0 0,0-1,0 1,0-1,-5 3,-47 23,23-12,16-7,-1 0,1-1,-2-1,1-1,-1-1,-32 7,45-12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0.1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58 117,'-2'0,"-1"0,1 0,0 0,-1 1,1-1,-1 0,1 1,0 0,-1-1,1 1,0 0,0 0,0 0,0 0,0 1,0-1,0 1,0-1,0 1,0 0,1-1,-1 1,1 0,-1 0,1 0,0 0,0 0,-1 4,1-4,1 0,0 0,0 0,0 0,0 0,0 0,1 0,-1 0,1 0,-1 0,1 0,0 0,0 0,0 0,0 0,0-1,0 1,0 0,0-1,1 1,-1-1,1 1,-1-1,1 0,0 1,-1-1,1 0,0 0,0 0,0-1,0 1,-1 0,4 0,-3 0,0-1,0 1,-1-1,1 1,0-1,0 1,0-1,0 0,-1 0,1 0,0 0,0 0,0-1,0 1,0 0,-1-1,1 0,0 1,0-1,-1 0,1 0,0 0,2-2,-2 1,1-1,-1 0,0 1,0-1,0 0,-1 0,1 0,-1-1,1 1,-1 0,0-1,0-3,1-1,-1 0,0 0,0-1,-1 1,0 0,0-1,-1 1,0 0,-1 0,-4-14,4 17,-1 0,0 0,0 0,-1 1,1-1,-1 1,-8-8,0 2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0.4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0,'0'8,"0"8,0 4,5 3,0 3,5 0,0 1,3-1,-2-1,3-4,-2-1,-3-1,-2 2,-4 1,-1 0,-1 2,-1 0,-1-4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0.8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171 19,'0'0,"-1"0,1-1,0 1,0 0,0 0,0 0,-1-1,1 1,0 0,0 0,0 0,0-1,0 1,0 0,0 0,0-1,0 1,0 0,0 0,0-1,0 1,0 0,0 0,0-1,0 1,0 0,0 0,0-1,0 1,0 0,0 0,1 0,-1-1,0 1,0 0,0 0,0 0,1 0,-1-1,0 1,0 0,0 0,1 0,-1 0,0 0,0-1,0 1,1 0,-1 0,0 0,0 0,1 0,-1 0,0 0,0 0,1 0,-1 0,0 0,0 0,1 0,-1 0,0 0,0 0,1 0,-1 1,0-1,0 0,1 0,-2-1,0 0,0 0,-1 1,1-1,0 0,0 0,0 1,-1-1,1 0,0 1,-1 0,1-1,-2 1,-7 0,0 0,0 1,0 0,0 1,0 0,0 1,1 0,-1 1,1-1,-13 9,19-11,0 1,0 0,0 0,1 0,-1 1,1-1,-1 1,1-1,0 1,0 0,0 0,0 0,0 0,-1 4,2-4,1 0,0-1,-1 1,1-1,0 1,0 0,1-1,-1 1,0-1,1 1,0-1,0 1,-1-1,1 1,1-1,-1 0,0 1,1-1,-1 0,1 0,3 3,-1-1,0 0,1 0,-1 0,1-1,0 0,0 0,0-1,1 1,-1-1,9 2,61 13,-63-15,11 2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2.0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192 0,'-14'2,"0"0,0 0,0 1,1 1,0 0,-1 1,1 0,1 1,-1 1,-18 12,30-18,-1 0,0 0,1 0,-1 0,0 0,1 1,0-1,-1 0,1 1,0-1,-1 1,1-1,0 1,0 0,0-1,1 1,-1 0,0 0,1 0,-1-1,1 1,-1 0,1 0,0 0,0 0,0 0,0 0,0 0,1 0,-1 0,0-1,1 1,-1 0,1 0,0 0,0-1,-1 1,1 0,0-1,1 1,-1 0,0-1,2 2,1 2,1-1,-1 0,1-1,-1 1,1-1,0 0,1 0,-1 0,0-1,1 0,0 0,-1 0,7 0,8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3.0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0,'1'0,"0"1,0-1,0 1,0-1,0 1,0 0,0-1,0 1,0 0,0 0,0-1,0 1,-1 0,1 0,0 0,-1 0,1 0,0 0,-1 0,1 0,-1 0,0 0,1 1,-1-1,0 0,0 0,0 2,5 38,-5-37,2 231,-3-120,1-111,0-1,0 1,0 0,0 0,-1-1,1 1,-1 0,0 0,0-1,0 1,-1-1,1 1,-1-1,-2 5,-7 2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3.4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0,'4'0,"6"0,5 0,5 0,2 0,2 0,2 0,-1 0,1 0,0 0,-1 0,0 0,0 0,-4 5,-2 1,-4-1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3.9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151 0,'-4'0,"-6"0,-5 0,-5 0,-2 0,2 5,0 4,4 7,4 3,5 3,3 3,6 0,12-3,7-2,5-4,1-5,-3-4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4.4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0 169,'0'5,"0"-8,0-7,0-6,0-5,0-2,0-3,0 0,9 5,6 4,1 7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5.6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25 189,'-1'-8,"0"0,0 0,-1 0,-4-14,-5-22,11 43,-1-9,0 0,1 0,1-18,-1 26,0 1,0 0,0 0,0-1,0 1,1 0,-1 0,0-1,1 1,-1 0,1 0,-1 0,1 0,-1 0,1 0,0 0,0 0,-1 0,1 0,0 0,0 0,0 0,0 0,0 1,0-1,0 1,0-1,1 0,-1 1,0 0,0-1,0 1,1 0,-1-1,0 1,0 0,1 0,-1 0,0 0,0 0,3 1,-1 0,-1 0,1 1,-1-1,1 0,-1 1,0 0,1-1,-1 1,0 0,0 0,0 0,-1 1,1-1,2 4,21 44,-13-26,-11-21,1-1,-1 1,1-1,0 1,0-1,0 0,0 0,0 0,1 0,-1 0,4 2,-5-4,0 1,0-1,0 0,0 0,0 0,0 0,-1 1,1-1,0 0,0 0,0-1,0 1,0 0,0 0,0 0,0-1,-1 1,1 0,0-1,0 1,0 0,-1-1,1 1,0-1,0 0,-1 1,1-1,0 0,-1 1,1-1,-1 0,1 0,-1 1,1-1,-1 0,0 0,1 0,-1 0,0 1,0-1,0 0,1-1,2-9,12-26,-15 37,0-1,1 1,-1-1,1 1,-1-1,1 1,-1 0,1-1,-1 1,1-1,-1 1,1 0,-1-1,1 1,0 0,-1 0,1 0,0-1,-1 1,1 0,0 0,-1 0,1 0,0 0,-1 0,1 0,0 0,-1 1,1-1,-1 0,1 0,0 0,-1 1,1-1,-1 0,1 1,-1-1,1 0,0 1,-1-1,0 1,1-1,-1 1,1-1,-1 1,0-1,1 1,-1 0,0-1,1 1,-1 0,10 13,-7-10,-1 0,1 0,0-1,0 1,0-1,1 0,3 4,-5-7,-1 1,0-1,1 1,-1-1,0 1,1-1,-1 0,1 1,-1-1,0 0,1 0,-1 0,1 0,-1-1,1 1,-1 0,1-1,-1 1,0 0,1-1,-1 0,0 1,0-1,1 0,-1 0,0 1,0-1,1-1,28-28,-25 24,0 0,0 1,0 0,1 0,12-9,-16 14,-1-1,1 0,0 1,0-1,-1 1,1-1,0 1,0 0,0 0,0-1,-1 2,1-1,0 0,0 0,0 0,0 1,-1-1,1 1,0 0,-1-1,1 1,0 0,-1 0,1 0,-1 0,1 0,-1 0,3 3,2 3,0-1,0 1,0 1,7 13,-4-5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1,'4'0,"6"0,5 0,4 0,0 4,0 5,-3 6,-5 5,-3 2,-4-2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6.32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11,'-4'0,"-2"-5,1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6.9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0,'1'0,"0"1,0-1,0 1,0-1,0 1,0-1,0 1,0 0,0 0,0-1,0 1,0 0,-1 0,1 0,0 0,-1 0,1 0,-1 0,1 0,-1 0,1 0,-1 0,0 0,1 0,-1 1,0-1,0 2,5 36,-5-34,0-5,0 1,0 0,-1-1,1 1,0 0,0-1,0 1,0 0,0-1,1 1,-1 0,0-1,0 1,0-1,1 1,-1 0,0-1,0 1,1-1,-1 1,1-1,-1 1,0-1,1 1,-1-1,1 1,-1-1,2 1,13-11,-2-2,-6 7,45-31,-49 34,0 0,0 0,1 0,-1 1,1-1,-1 1,1 0,0 0,-1 1,1-1,0 1,0-1,5 1,-7 2,1 0,0-1,-1 1,1 0,-1 0,1 0,-1 1,0-1,0 0,0 1,0 0,-1-1,1 1,-1 0,0 0,2 5,9 13,-3-9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7.59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49 35,'-2'1,"0"-1,0 1,0-1,1 1,-1 0,0 0,0 0,0 0,0 0,1 0,-1 0,1 1,-1-1,1 1,-1-1,1 1,0-1,-1 1,1 0,0-1,0 1,1 0,-1 0,0 0,0 0,0 3,-1 2,0 1,0-1,1 1,0 0,0 11,1-15,0-1,0 0,1 0,0 0,-1 0,1 0,0 0,0 0,1 0,-1 0,1 0,-1-1,1 1,0 0,0-1,0 0,0 1,1-1,-1 0,1 0,-1 0,1-1,0 1,-1 0,1-1,0 0,5 2,-4-2,0 0,0 0,1 0,-1-1,0 1,0-1,1 0,-1 0,0-1,0 1,1-1,-1 0,0 0,0 0,0-1,0 0,0 1,-1-1,8-5,-6 3,0-1,0 0,-1 1,0-2,1 1,-1 0,-1-1,1 0,-1 0,0 0,-1 0,1-1,1-7,-3 11,-1 0,1 0,-1 0,0 0,0 0,0 0,0-1,0 1,-1 0,0 0,1 0,-1 0,0 1,0-1,0 0,-1 0,1 0,-1 1,0-1,1 1,-1-1,0 1,-1 0,1 0,0 0,0 0,-1 0,1 0,-1 1,-5-3,0 0,0 1,-1 0,0 0,-11-2,18 5,0 0,0-1,0 1,0 0,0 0,0 0,0 1,0-1,0 0,0 1,-3 0,4 0,1-1,-1 1,0 0,0-1,1 1,-1-1,0 1,1 0,-1 0,1-1,-1 1,1 0,-1 0,1 0,-1-1,1 1,0 0,0 0,-1 0,1 0,0 0,0 0,0 0,0 0,0-1,0 3,1 1,0 0,0 0,1 0,-1 0,1 0,0 0,0-1,0 1,1-1,-1 1,1-1,0 0,0 0,0 0,5 4,4 3,0-1,1-1,14 8,10 4,-23-11,1-1,1 0,0-1,0 0,0-1,1-1,17 3,-15-7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9.2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403 0,'-3'1,"0"0,-1 0,1 0,0 0,0 1,0 0,0-1,1 1,-5 4,-11 5,13-8,-304 157,309-160,-5 3,0 0,1 0,0 0,0 0,-7 8,10-11,1 1,0-1,0 1,-1-1,1 1,0-1,0 1,-1-1,1 1,0-1,0 1,0 0,0-1,0 1,0-1,0 1,0-1,0 1,0-1,0 1,0 0,0-1,1 2,0-1,0 0,-1 0,1 0,0 0,0 0,1 0,-1-1,0 1,0 0,0 0,0-1,1 1,-1-1,2 1,20 6,0-1,0 0,0-2,31 1,-40-3,2-1,0 2,0 0,0 1,-1 1,0 0,0 1,25 14,-27-12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49.79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0 100,'0'9,"0"0,1-1,0 1,0 0,1-1,0 1,0-1,1 1,6 11,-6-15,0 0,0 0,1-1,0 1,0-1,0 0,1 0,-1-1,1 1,0-1,0 0,0 0,1 0,-1-1,7 2,-2 0,-1-1,1-1,0 0,0 0,0-1,0 0,0-1,11-1,-16 1,-1-1,0 1,1-1,-1 0,0-1,0 1,0-1,0 0,0 0,0 0,-1 0,1-1,-1 1,1-1,-1 0,0 0,0 0,0-1,0 1,-1-1,3-4,-3 5,4-7,-1-1,0 0,0 0,5-22,-9 30,-1 0,1 0,-1 0,0 0,0 0,0 0,0 0,-1 0,1 0,-1 0,0 0,0 0,0 0,0 1,0-1,-1 0,1 1,-1-1,1 1,-1-1,0 1,0 0,0 0,-5-4,-5-2,0 0,0 1,-1 1,0 0,0 1,0 0,-25-4,10 3,0 2,-54-2,61 6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01.8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 0,'9'28,"1"-3,-6 12,-1 1,-3 68,-2-42,2-60,0 1,-1-1,1 0,-1 0,0 0,0 0,0 0,-4 7,5-10,-1 0,0 0,1 0,-1 0,0 0,1 0,-1-1,0 1,0 0,0 0,0-1,1 1,-1 0,0-1,0 1,0-1,-1 1,1-1,0 0,0 1,0-1,0 0,0 0,0 0,-1 0,1 0,0 0,0 0,0 0,0 0,0 0,0-1,-1 1,1-1,0 1,-2-2,-8-5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02.24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77,'8'-8,"0"1,0 0,1 0,0 1,1 0,-1 0,1 1,0 1,0 0,1 0,-1 1,1 0,0 1,0 0,0 1,0 0,18 1,-26 0,0 1,1-1,-1 1,0 0,1 0,-1 0,0 1,0-1,0 1,0 0,0 0,-1 0,1 0,0 0,-1 1,0-1,1 1,-1-1,0 1,0 0,-1 0,1 0,2 6,-3-7,-1 0,1 0,0 0,-1 0,0 1,1-1,-1 0,0 0,0 0,0 1,-1-1,1 0,0 0,-1 0,0 0,1 0,-1 0,0 0,0 0,0 0,0 0,0 0,-1 0,1-1,-1 1,1 0,-1-1,1 1,-1-1,0 0,0 1,0-1,1 0,-1 0,0 0,-4 1,-14 4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02.7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1 126,'21'24,"-17"-19,0-1,0 1,0-1,0 0,1 0,0 0,0-1,0 1,9 4,-11-7,0 1,1-1,-1 0,0 0,0 0,1 0,-1 0,0-1,1 1,-1-1,0 0,7-1,-7 0,-1 0,0 0,0 0,0-1,1 1,-1-1,-1 0,1 1,0-1,0 0,-1 0,1 0,-1 0,1 0,-1-1,0 1,0 0,1-4,0 2,0-1,0 1,0-1,-1 1,0-1,0 0,0 1,0-1,-1 0,0 0,0 0,0 1,0-1,-1 0,0 0,0 1,0-1,-1 0,1 1,-1-1,0 1,-1 0,1 0,-1 0,0 0,1 0,-2 0,1 1,0-1,-1 1,0 0,1 0,-1 0,0 1,-1 0,1-1,0 1,-1 0,1 1,-9-2,-11-4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03.0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1,'3'57,"20"106,-14-107,-1-1,-1 58,-7-92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03.5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0 176,'48'2,"-34"-1,0 0,0 0,1-2,-1 0,0 0,0-1,26-8,-37 9,-1-1,1 0,-1 1,1-1,-1 0,0 0,0 0,1 0,-1-1,-1 1,1 0,0-1,-1 1,1-1,-1 0,0 0,0 1,0-1,0 0,0 0,-1 0,1 0,-1 0,0 0,0-4,0 4,0-1,0 1,-1-1,1 1,-1-1,0 1,0 0,0-1,0 1,-1 0,1 0,-1 0,0 0,0 0,0 0,0 1,0-1,-1 1,1-1,-1 1,-4-3,-6-1,-1 1,0 0,0 1,0 1,0 0,0 1,-1 1,1 0,-25 2,17-1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55.4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168 18,'0'-1,"0"0,0 0,-1 1,1-1,0 0,-1 0,1 0,-1 0,1 0,-1 1,1-1,-1 0,0 1,1-1,-1 0,0 1,0-1,1 1,-1-1,0 1,0-1,0 1,0-1,1 1,-1 0,0 0,0-1,0 1,0 0,0 0,0 0,0 0,-2 0,-1 0,0 0,0 0,0 1,0-1,0 1,-7 2,6-1,-1 1,1 0,0 0,0 1,0-1,0 1,1 1,-1-1,1 0,0 1,0 0,1 0,0 0,-6 11,1 2,1 0,1 1,-6 26,11-42,1 1,-1-1,1 1,0 0,0-1,0 1,0-1,1 1,0-1,-1 1,1-1,0 0,1 1,-1-1,1 0,-1 0,1 0,0 0,0 0,0 0,1 0,-1-1,1 1,2 2,1-1,-1 0,0-1,1 1,-1-1,1-1,0 1,0-1,0 0,1 0,-1 0,0-1,10 1,-12-2,1 1,0-1,0 1,0-1,0 0,0-1,0 1,0-1,0 0,-1 0,1 0,0-1,0 0,-1 0,1 0,4-3,2-6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56.3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1,'11'31,"-3"-10,2 17,-3 0,-1 1,-2-1,-1 1,-3 39,0-64,1 0,1 0,0-1,1 1,0-1,8 21,-11-33,1-1,-1 0,0 1,1-1,-1 1,1-1,-1 0,0 1,1-1,-1 0,1 1,-1-1,1 0,-1 0,1 0,-1 1,1-1,-1 0,1 0,-1 0,1 0,-1 0,1 0,-1 0,1 0,0 0,-1 0,1 0,-1 0,1-1,-1 1,1 0,-1 0,1 0,-1-1,0 1,1 0,-1-1,1 1,-1 0,1-1,-1 1,0 0,1-2,23-21,-19 18,0 0,0 1,1 0,-1 1,0-1,1 1,0 0,0 0,0 1,0-1,0 1,1 1,8-2,-12 2,-1 1,0 0,1 0,-1 0,0 0,1 0,-1 0,1 1,-1-1,0 1,1-1,-1 1,0 0,0 0,0 0,0 0,0 1,0-1,0 0,0 1,0 0,0-1,-1 1,1 0,-1 0,1 0,-1 0,0 0,0 0,0 0,0 0,0 1,0-1,-1 0,2 5,1 40,-3-25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56.8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124 44,'1'0,"-1"0,1 0,-1 0,1 0,0 0,-1 0,1 0,-1 0,1 0,-1 0,1-1,-1 1,1 0,-1 0,1-1,-1 1,1 0,-1-1,1 1,-1 0,1-1,-1 1,0-1,1 1,-1-1,0 1,1-1,-1 1,0-1,0 1,0-1,1 1,-1-1,0 1,0-1,0 1,0-1,0 0,0 1,0-1,0 1,0-1,0 1,0-1,0 1,-1-1,1-1,-1 1,1 0,-1-1,1 1,-1 0,1-1,-1 1,0 0,0 0,0-1,0 1,0 0,0 0,0 0,0 0,0 0,0 0,-1 1,-1-2,-1 1,0 1,0-1,0 1,0 0,0 0,0 0,0 1,0-1,0 1,0 0,0 0,0 0,0 1,0-1,0 1,1 0,-1 0,1 1,0-1,-1 1,1-1,0 1,-3 4,3-4,1 0,-1-1,1 1,0 0,0 0,1 0,-1 0,0 1,1-1,0 0,0 1,0-1,0 1,0-1,1 1,0-1,0 1,0-1,0 1,0-1,1 1,-1-1,1 1,0-1,0 1,3 5,21 20,-21-26,10 10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57.3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1 125,'8'1,"1"0,0 0,-1 1,9 3,-9-2,1-1,0 1,0-2,0 0,9 1,-15-2,-1 0,0-1,1 1,-1-1,0 1,1-1,-1 0,0 1,1-1,-1-1,0 1,0 0,0 0,0-1,0 1,0-1,-1 0,1 1,0-1,-1 0,1 0,-1 0,2-3,-2 2,1 0,-1 0,0 0,0 0,0 0,0-1,0 1,-1 0,1-1,-1 1,0 0,0-1,0 1,-1 0,1-1,-1 1,0 0,0 0,0 0,0-1,0 1,-1 0,1 0,-1 1,0-1,0 0,0 0,0 1,0 0,-1-1,1 1,-1 0,0 0,1 0,-1 0,0 1,0-1,0 1,0 0,0 0,-1 0,1 0,0 0,-1 1,1-1,0 1,-1 0,1 0,0 0,-4 1,-10 3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57.7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218 1,'1'4,"0"1,0-1,1 0,0 0,0 0,0 0,0 0,5 6,4 10,-1 1,-1 1,12 44,-19-58,0 0,-1-1,0 1,-1 0,1 0,-1-1,-1 1,0 0,0 0,0-1,-1 1,-5 13,5-18,-1 0,1 0,-1 0,1 0,-1 0,0-1,0 1,0-1,-1 0,1 0,0 0,-1 0,1-1,-1 1,0-1,0 0,1 0,-1 0,0-1,0 1,0-1,-6 0,0 0,-1 0,0-1,1 0,-1-1,1 0,0 0,-14-6,16 5,0 0,0-1,1 0,-1 0,1-1,0 1,0-2,0 1,1-1,0 0,-9-12,5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58.4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 0,'-1'1,"0"-1,0 0,0 1,0-1,0 1,0 0,0-1,0 1,0 0,0-1,0 1,0 0,0 0,0 0,1 0,-1 0,0 0,1 0,-1 0,1 0,-1 0,1 0,0 1,-1-1,1 0,0 0,0 0,0 0,0 2,-1 1,1 0,-1 0,1 0,0 0,0 0,1 0,0 6,0-9,-1 1,1-1,0 1,-1-1,1 0,0 1,0-1,0 0,0 0,0 1,0-1,0 0,0 0,0 0,1 0,-1 0,0-1,1 1,-1 0,0-1,1 1,-1-1,1 1,-1-1,1 1,0-1,-1 0,1 0,-1 0,3 0,-2-1,1 1,0 0,-1-1,1 0,-1 0,1 0,-1 0,1 0,-1 0,1-1,-1 1,0-1,0 0,0 1,0-1,2-3,-3 4,0 0,0 0,0 0,0 0,0 0,0 0,0 0,1 0,-1 1,0-1,1 0,-1 1,0-1,1 1,-1-1,1 1,-1 0,0-1,1 1,-1 0,1 0,-1 0,1 0,-1 1,3-1,2 2,1 1,-1-1,0 1,10 6,22 8,-17-13,-1-1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58.7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63 1,'0'4,"-8"6,-3 5,0 4,-1 4,0 1,3 1,11 1,10-5,6-5,5-6,3-4,1-4,-1-1,-3-6,-7-2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59.1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51 0,'-4'0,"-2"9,-3 6,-1 6,2 2,2 3,2 0,1 0,2 0,1 0,0 0,1-1,-1-1,5 1,0 0,5-1,0-3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1:59.4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23 102,'0'4,"0"0,0 1,1-1,0 0,0 0,0 0,0 0,0 0,1 0,0 0,0 0,0 0,0-1,1 1,-1-1,1 1,0-1,0 0,0 0,0-1,1 1,-1 0,8 3,-7-4,1 0,0 0,0-1,0 1,1-1,-1 0,0 0,1-1,-1 0,0 0,0 0,1 0,-1-1,0 0,1 0,-1 0,0-1,9-3,-11 3,-1 0,1 1,0-1,-1 0,1-1,-1 1,1 0,-1-1,0 1,0-1,0 0,0 0,-1 1,1-1,-1 0,0-1,0 1,0 0,0 0,0 0,-1-1,1 1,-1 0,0 0,0-1,-1-4,1 4,-1-1,1 1,-1 0,0 0,0 0,-1 0,1 0,-1 0,0 1,0-1,0 0,-1 1,1 0,-1-1,1 1,-1 0,0 0,-1 1,1-1,-5-3,-7 0,1 0,-1 1,1 0,-1 1,-1 1,1 0,0 2,-21-1,14 1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00.9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1,'0'4,"4"6,6 1,0 3,4-1,3 1,3-1,3-3,1-4,-4-6,-4-4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09.4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98 0,'-6'1,"1"0,0 1,0-1,1 1,-1 0,0 0,0 1,1-1,0 1,-1 0,1 0,0 1,0-1,1 1,-1 0,1 0,0 0,0 0,0 0,0 1,1-1,-3 8,4-9,0-1,1 1,-1 0,1-1,-1 1,1 0,0 0,0-1,0 1,1 0,-1 0,0-1,1 1,0 0,0-1,0 1,0-1,0 1,0-1,1 1,-1-1,1 0,-1 0,1 0,0 0,0 0,0 0,0 0,0-1,1 1,-1-1,0 1,1-1,-1 0,1 0,5 2,-5-3,0 1,0 0,0-1,1 0,-1 0,0 0,0 0,1 0,-1-1,0 1,0-1,0 0,1 0,-1 0,0 0,0 0,-1-1,1 0,0 1,0-1,-1 0,1 0,-1-1,0 1,1 0,-1-1,0 1,0-1,-1 0,1 0,2-5,0-1,-1 0,1-1,-2 0,1 0,-1 0,-1 0,1-17,-7 16,-3 3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16.2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209 1,'-12'1,"0"2,0 0,-1 0,2 2,-1-1,0 1,1 1,-16 10,-8 3,30-17,-1 2,0-1,1 0,0 1,0 0,-7 7,12-10,-1 0,0-1,1 1,-1 0,0 0,1 0,-1-1,1 1,-1 0,1 0,-1 0,1 0,0 0,0 0,-1 0,1 0,0 0,0 0,0 0,0 0,0 0,0 0,1 0,-1 0,0 0,0 0,1 0,-1 0,0 0,1 0,-1 0,1 0,0 0,-1 0,1-1,-1 1,1 0,0 0,0-1,0 1,-1-1,1 1,0 0,0-1,0 0,0 1,0-1,0 1,1-1,10 4,0 0,0-2,0 1,0-1,1-1,-1 0,1-1,-1 0,21-4,40 3,-71 1,1 0,-1 0,0 1,1-1,-1 1,0 0,0 0,1 0,-1 0,0 0,0 0,0 0,0 1,0-1,0 1,-1 0,1-1,0 1,-1 0,3 3,-3-1,1-1,0 1,-1 0,0 0,0 0,0-1,0 1,0 0,-1 0,0 0,0 8,0-8,-1 0,1 0,-1 1,1-1,-1 0,0 0,-1 0,1 0,-1 0,0-1,0 1,0 0,0-1,-1 1,1-1,-1 0,0 0,0 0,0 0,0 0,-1-1,1 0,-1 1,-7 2,-5-2,0 0,0-2,0 1,0-2,0-1,0 0,0 0,-23-7,35 7,0 0,0 0,0-1,0 0,0 0,-6-4,-1-4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17.74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99 0,'-2'4,"0"-1,0 0,0 0,-1-1,0 1,1 0,-1-1,0 0,0 1,0-1,-7 3,-4 4,10-5,0 0,0 0,0 1,0-1,1 1,0 0,0 0,0 0,0 0,1 0,0 1,0-1,1 1,-2 8,2-12,1 1,0 0,0-1,0 1,0 0,1-1,-1 1,0-1,1 1,0 0,0-1,0 1,0-1,0 0,0 1,1-1,-1 0,1 0,-1 0,1 0,0 0,0 0,0 0,0-1,0 1,0-1,0 1,1-1,-1 0,1 0,-1 0,1 0,4 1,-3-2,1 1,0-1,-1 0,1 0,0 0,0-1,-1 1,1-1,-1 0,1-1,-1 1,1-1,-1 0,0 0,0 0,0-1,0 1,0-1,0 0,-1 0,1 0,-1-1,0 1,3-5,-4 6,0 0,-1-1,1 1,0-1,-1 1,1-1,-1 0,0 1,0-1,0 0,0 0,0 0,-1 0,0 0,1 0,-1 0,0 0,0 0,0 0,-1 0,1 0,-1 0,0 0,0 1,0-1,0 0,0 0,0 1,-1-1,1 1,-1-1,0 1,0-1,0 1,0 0,0 0,-5-3,7 4,-1 1,0-1,0 0,1 1,-1-1,0 1,0-1,0 1,0 0,0-1,0 1,1 0,-1-1,0 1,0 0,0 0,0 0,0 0,0 0,0 0,0 0,0 0,0 1,0-1,0 0,0 1,0-1,0 0,1 1,-2 0,1 0,0 0,1 0,-1 0,1 0,-1 0,1 0,-1 0,1 0,0 0,0 0,-1 0,1 0,0 0,0 0,0 0,0 0,0 0,0 0,1 0,-1 0,0 0,1 0,-1 0,0 0,1 0,-1 0,2 2,47 76,-49-79,2 6,0-1,0-1,1 1,-1 0,1 0,0-1,0 0,0 1,1-1,0-1,6 7,4-2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18.1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1,'0'4,"0"6,0 5,0 5,4-2,1 1,1 1,-2 1,3-2,1-5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18.4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34,'0'-4,"0"-5,4-2,2 1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18.9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46 1,'0'4,"-4"2,-2 3,1 5,0 5,-2-2,-1 1,2 1,1 2,6 1,7-2,7-6,4-13,4-10,1-9,-3-5,-4-3,-7 3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19.2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0,'1'0,"1"1,0-1,-1 1,1-1,-1 1,1-1,-1 1,1 0,-1 0,1 0,-1 0,0 0,1 0,-1 0,0 0,0 1,0-1,0 0,0 1,0-1,0 1,-1-1,1 1,0-1,0 3,12 47,-11-39,8 28,-5-22,0 1,3 36,15 117,-22-161,0 1,1-1,5 19,-2-15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20.1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38 0,'-1'4,"0"-1,0 0,0 0,0 0,-1 0,1 0,-1 0,0 0,-3 3,-7 13,11-16,0-1,-1 1,1 0,1 0,-1 0,0 0,1 1,-1-1,1 0,0 0,0 0,0 0,1 0,-1 0,1 1,-1-1,1 0,0 0,0 0,0-1,1 1,-1 0,1 0,0-1,0 1,-1-1,4 4,-1-3,0 0,0 1,0-2,1 1,-1 0,1-1,0 0,-1 0,1 0,0-1,0 1,0-1,0 0,0-1,0 1,7-1,-8-1,0 0,0 1,0-2,-1 1,1 0,-1-1,1 1,-1-1,1 0,-1 0,0-1,0 1,0-1,0 1,-1-1,1 0,-1 0,1 0,-1 0,0-1,3-5,-4 7,0 0,0 0,0-1,0 1,0 0,-1 0,1-1,-1 1,1 0,-1-1,0 1,0-1,0 1,0 0,0-1,0 1,-1-1,1 1,-1 0,0-1,0 1,0 0,0 0,0 0,0 0,0 0,-1 0,1 0,-1 0,1 0,-1 0,0 1,0-1,-3-1,0 2,7 7,11 9,95 54,-72-53,-18-12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21.1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51 4,'38'-1,"-26"-1,0 2,0-1,0 2,0 0,0 0,19 5,-29-6,-1 1,0-1,0 1,1-1,-1 1,0-1,0 1,1 0,-1 0,0-1,0 1,0 0,0 0,0 0,0 0,0 0,-1 1,1-1,0 0,-1 0,1 0,0 1,-1-1,0 0,1 1,-1-1,0 0,1 1,-1-1,0 1,0-1,0 0,0 1,-1-1,1 0,0 1,-1-1,1 0,0 1,-1-1,0 0,1 0,-1 1,0-1,0 1,-4 5,1-1,-1 1,0-1,-1 0,1 0,-10 6,-17 13,-39 32,63-50,1 0,0 0,1 1,0 0,0 0,-8 16,13-22,0 0,0 0,0 0,0 0,0 0,1 0,-1 0,0 0,1 1,0-1,0 0,-1 0,1 0,1 0,-1 1,0-1,0 0,1 0,-1 0,1 0,0 0,0 0,-1 0,1 0,1 0,-1 0,0 0,0 0,1-1,-1 1,1-1,-1 1,1-1,0 1,3 1,5 2,0-1,0 0,0 0,1-1,20 3,-17-3,-10-2,0 0,0-1,0 1,0-1,1 0,-1 0,0-1,0 1,0-1,0 0,0 0,0 0,-1 0,8-4,5-5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21.4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1,'4'0,"6"0,5 0,5 0,2 0,3 0,0 0,-4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22.0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123 51,'1'0,"-1"0,1 0,-1 0,1 0,-1 0,1 0,-1 0,1 0,0 0,-1-1,1 1,-1 0,1 0,-1 0,1-1,-1 1,1 0,-1-1,1 1,-1 0,0-1,1 1,-1 0,1-1,-1 1,0-1,1 1,-1-1,0 1,0-1,1 1,-1-1,0 1,0-1,0 1,0-1,0 1,0-1,1 1,-1-1,0 0,-1 1,1-1,0 1,0-1,0 1,0-1,0 1,-1-2,1 1,-1-1,0 1,1-1,-1 1,0-1,0 1,0 0,0-1,0 1,0 0,0 0,-1-1,1 1,0 0,-1 0,-1-1,-2 1,0-1,0 0,0 1,0 0,0 0,0 1,0 0,-1-1,1 2,0-1,0 1,0-1,0 1,-5 2,7-2,1 0,0 0,0 0,0 0,0 1,0-1,0 1,0-1,0 1,1 0,-1 0,0 0,1 0,0 0,-1 0,1 0,0 0,0 0,0 1,1-1,-1 0,0 1,1-1,-1 0,1 1,0-1,0 1,0-1,0 1,1-1,0 4,-1-1,2 0,-1 0,1 0,-1 0,1 0,1 0,-1 0,1-1,0 1,0-1,0 1,0-1,1 0,0-1,-1 1,1-1,1 1,-1-1,1 0,-1-1,1 1,7 2,5 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22.5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23 201,'11'20,"-5"-17,-5-12,-18-53,11 46,1 1,1-1,1-1,-2-21,5 37,0-1,0 0,0 0,0 1,0-1,1 0,-1 0,1 1,-1-1,1 0,0 1,0-1,-1 0,1 1,0-1,0 1,1 0,-1-1,0 1,0 0,1 0,-1-1,0 1,3-1,0 0,1 0,-1 1,1-1,-1 1,1 0,-1 0,1 1,5-1,10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22.87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1 127,'0'4,"1"0,0-1,0 1,0 0,1-1,-1 1,1-1,0 1,-1-1,2 0,-1 0,0 0,1 0,-1 0,1 0,0-1,0 1,0-1,6 4,-2-1,1-1,-1 0,1 0,0 0,0-1,1-1,15 4,-18-6,0 1,0-2,0 1,0-1,0 0,0 0,0-1,0 0,0 0,-1 0,1 0,-1-1,1 0,-1-1,0 1,0-1,-1 0,1 0,-1 0,8-9,-9 9,0 0,0 0,0 0,-1-1,1 1,-1-1,0 1,0-1,-1 0,1 1,-1-1,0 0,0 0,-1 0,1 0,-1 0,0 0,-1 0,1 0,-1 0,0 0,0 0,-1 0,1 1,-5-10,4 11,0 1,-1-1,1 1,0-1,-1 1,1 0,-1 0,0 0,0 0,0 1,1-1,-2 1,1-1,0 1,0 0,0 1,-4-2,-7 0,-1 0,-21 0,30 2,-22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00:52:23.25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10,'0'-4,"0"-1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37:04.5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 1,'-1'0,"0"1,0-1,0 1,0-1,0 1,0 0,0-1,0 1,0 0,0 0,0 0,0 0,1 0,-1 0,0 0,1 0,-1 0,1 0,-2 3,-10 29,8-24,3-6,-1 1,1 1,0-1,0 0,0 0,0 0,1 0,0 1,0-1,0 0,0 0,1 1,-1-1,1 0,2 5,-2-6,1 0,-1 0,1-1,0 1,0-1,0 0,0 1,0-1,1 0,-1 0,1-1,-1 1,1 0,0-1,-1 1,1-1,0 0,0 0,0 0,0-1,6 2,-2-1,3 0,0 0,0 1,0 1,0-1,-1 2,1-1,-1 1,0 1,0-1,16 13,-9-3,27 30,-27-27,-11-11,0-1,1 0,-1-1,1 1,0-1,0 0,11 5,-1-4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37:12.0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0,'4'2,"0"0,1 0,-1 0,0 0,0 1,0-1,0 1,0 0,-1 0,1 1,-1-1,4 6,1-1,55 68,-54-68,0-1,1 1,0-2,1 1,20 8,-4-2,-24-11,16 9,0-1,0-1,1-1,39 12,17 4,-4 0,-48-17,0 1,-1 1,0 1,0 1,-1 1,-1 1,0 1,-1 1,31 29,-43-38,0 0,0 0,1-1,0 0,0 0,1-1,-1 0,1-1,16 4,4 2,-14-3,-1 1,0 0,16 12,26 11,-19-10,57 37,-90-54,11 5,0 0,1-1,-1-1,23 6,19 7,11 10,-41-16,1-1,0-2,30 7,-46-13,-1 0,0 0,0 1,13 8,25 10,-15-11,-1-1,2-2,54 7,-66-12,-1 1,29 10,-33-9,0-1,0 0,0-2,28 2,-33-4,1-1,-1 2,1 0,-1 1,0 0,0 1,0 1,0 0,-1 1,20 12,-24-14,1 0,0 0,0 0,0-2,0 1,0-1,1-1,-1 0,13 0,-5 0,-1 1,21 4,-5 0,-1-1,1-2,0-1,35-3,-35 1,-23 1,-1 0,0 1,1 0,-1 0,0 1,-1 1,1-1,0 1,14 10,-14-8,1-1,0 0,0 0,1-1,-1 0,1-1,13 2,18-2,-42-4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15.9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4884 5000,'0'10,"3"32,-2-38,0 1,0 0,0 0,1 0,0-1,0 1,0 0,0-1,1 0,-1 0,1 1,0-2,5 6,0 1,1 0,-2 1,1 0,-1 0,-1 0,0 1,5 17,14 25,-21-46,0 1,-1-1,0 1,-1 0,0 0,-1 0,2 15,6 32,-9-55,0 0,0 0,0-1,1 1,-1 0,0 0,1-1,-1 1,1 0,-1 0,1-1,-1 1,1 0,-1-1,1 1,0-1,-1 1,1-1,0 1,-1-1,1 1,0-1,0 0,1 1,7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15.9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0,'0'11,"0"0,1-1,0 1,0 0,7 18,-7-25,0-1,1 1,0-1,0 0,0 1,0-1,0 0,1 0,-1 0,1 0,0-1,0 1,0-1,0 0,0 0,0 0,1 0,-1 0,6 1,23 8,-18-8,-1 1,0 1,-1 0,1 1,-1 0,0 1,0 0,-1 1,0 0,10 10,-13-9,-1-1,0 1,0 1,-1-1,0 1,-1 0,6 16,-8-20,-1 0,1 0,0 0,0 0,1 0,0-1,0 0,0 1,1-1,0-1,0 1,0-1,0 0,1 0,-1 0,1-1,0 0,0 0,0 0,1-1,-1 0,11 2,1-1,0 1,0 1,0 1,0 1,-1 0,0 1,-1 1,0 0,0 1,-1 1,0 1,-1 0,0 0,-1 2,-1 0,19 25,-24-29,1 0,1-1,-1 0,13 8,-12-9,0 0,0 1,0 0,10 16,65 88,-69-94,1 0,1-2,1 0,36 27,20 17,-67-55,1 0,0-1,0 0,1 0,15 6,-14-7,0 0,-1 1,0 0,16 13,-5 2,-1 0,0 2,-2 0,19 33,-20-29,2-1,1 0,28 28,-40-47,1 0,0-1,0 0,1 0,17 7,-17-9,0 2,1-1,-2 1,1 1,11 8,-10-3,0 0,-1 1,0 0,-1 0,10 20,-10-16,1-2,0 1,22 24,-7-14,31 44,7-7,-50-50,0 0,1-1,1-1,0 0,0 0,26 12,-17-10,39 30,-11-4,-31-25,-1 1,-1 1,0 1,30 35,-44-45,-1 0,0 0,0 0,0 0,-1 0,0 1,1 6,-2-9,-1 1,1-1,1 0,-1 0,0 0,1 0,0 0,0-1,0 1,0 0,1-1,-1 1,1-1,0 0,0 0,0 0,0-1,1 1,4 3,88 56,-46-27,7-5,-43-24,0 1,-1 0,16 12,2 3,-25-19,0 1,0 0,0 0,-1 0,0 1,0 0,0 0,0 0,-1 1,7 10,-6-6,1-1,0 0,1-1,0 1,0-1,1 0,0-1,1 0,-1 0,1-1,1 0,9 4,-16-8,1 2,1-1,-1 1,-1 0,1 1,-1-1,1 1,-1-1,0 1,-1 0,1 0,2 8,15 26,-14-32,0 1,-1 1,0-1,-1 1,1 0,-2 0,1 0,-1 1,-1-1,2 14,-3-18,0 1,1-1,-1 0,1 0,0 0,0 0,0 0,1 0,-1 0,1-1,6 7,-1-3,1 0,0 0,0-1,13 6,-13-6,0 1,0 0,9 10,-10-10,1 1,-1-1,15 10,-15-13,-1 0,0 1,0 1,0-1,-1 1,0 0,0 0,-1 1,0-1,7 15,-10-18,3 3,0-1,0 0,1 1,0-2,12 11,-10-10,0 1,-1 0,10 12,11 25,-21-31,0-1,2 0,9 12,19 26,-29-37,1 0,17 18,42 48,5 6,-46-59,-8-6,1-1,1-1,38 25,-44-32,1 0,14 16,-18-17,0 0,0 0,1-1,18 10,109 61,-104-58,-23-15,0 1,0 0,17 16,-4-2,13 13,8 9,-37-36,0 1,-1 0,13 15,-10-7,2-2,-1 0,2 0,0-1,32 22,52 37,-93-69,0 1,-1 0,1 0,-1 0,0 1,-1 0,0 0,1 0,-2 0,1 0,-1 1,4 11,1-1,1-1,12 17,14 26,-29-49,0 0,1 0,0-1,1 0,0 0,1-1,0 0,0 0,17 10,-14-10,0 1,-1 0,-1 0,0 1,0 0,15 21,0 10,-7-11,1 0,28 32,-42-55,-1 0,1 0,-1 1,0 0,-1-1,0 1,-1-2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38:02.6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0,'15'1,"0"1,0 0,19 6,35 3,35-11,15 2,-112-1,1 0,-1 1,1 1,-1-1,0 1,0 0,7 5,-6-4,-1 0,1-1,-1 0,1 0,15 3,4-3,0-2,29-2,-61 2,0 0,0 0,0 0,0 1,1 0,-1 0,1 0,-9 5,-45 33,39-25,-34 18,35-23,-1 1,-31 25,43-30,0 0,0 0,1 1,0-1,0 2,0-1,1 1,0 0,-3 8,7-15,1 1,-1-1,1 1,0-1,-1 1,1-1,0 1,0-1,0 1,0-1,1 1,-1-1,0 1,1-1,-1 1,1-1,-1 1,1-1,-1 0,1 1,1 0,-4-1,0-1,0 0,0 0,0 0,0 0,-1-1,1 1,0 0,0-1,0 0,0 1,-2-2,1 0,-1 1,1-1,1 0,-1 0,0 0,0 0,1 0,-1-1,1 1,0-1,0 0,0 0,0 1,-2-5,1-2,0 1,0 0,1 0,-2-10,3 9,-1 1,0 0,0 0,-1 0,-7-15,0 4,6 12,0 0,0 0,0 0,-1 1,0 0,0 0,-1 0,-10-9,-19-17,34 31,-1 0,1 0,0 0,0 0,0 0,1 0,-1-1,0 1,0 0,1 0,-1-1,0 1,1 0,-1-1,1 1,0-1,0 1,-1-1,1 1,0-1,0 1,0-1,0 1,1 0,-1-1,0 1,1-1,0-1,6-4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38:20.04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0 199,'5'0,"0"-1,0 0,0 0,0-1,0 1,-1-1,1 0,-1 0,1-1,6-4,-5 3,0 1,0-1,1 1,12-4,3 2,-13 3,1 0,-1 0,1-1,-1 0,0-1,0 0,-1-1,1 1,8-8,0 1,0 1,1 1,0 0,0 1,32-9,25-11,-63 24,1 0,0 1,-1 1,1 0,0 0,0 1,18 2,-47 2,-1 1,1 1,-23 10,-14 4,22-7,1 1,1 1,0 1,-33 25,48-31,5-4,1-1,-1 0,-13 4,-16 6,38-13,0-1,0 0,0 0,0 0,-1 0,1 0,0 0,0 0,0 0,0 0,0 0,-1 0,1 1,0-1,0 0,0 0,0 0,0 0,0 0,0 0,0 1,-1-1,1 0,0 0,0 0,0 0,0 1,0-1,0 0,0 0,0 0,0 0,0 1,0-1,0 0,0 0,0 0,0 0,0 1,0-1,1 0,-1 0,0 0,0 0,0 0,0 1,0-1,11 6,20 5,-27-10,49 11,-39-10,0 1,0 1,0 0,20 10,60 41,-78-46,1-1,1-1,35 11,20 7,-73-24,1-1,0 1,-1-1,1 0,0 1,0-1,-1 0,1 1,0-1,0 0,0 0,-1 0,1 0,0 0,0 0,0 0,0 0,-1 0,1 0,1-1,-2 1,1-1,-1 1,0 0,0-1,0 1,0-1,0 1,1-1,-1 1,0-1,0 1,0-1,0 1,0-1,0 1,-1-1,1 1,0-1,0 1,0 0,0-1,0 1,-1-1,1 0,-19-29,13 24,1 0,0-1,0 0,1 0,0 0,0 0,1-1,0 0,0 1,1-1,0 0,0 0,1-1,0 1,0 0,1 0,0-1,2-11,-1 15,0 0,1 0,0 0,0 1,0-1,0 0,1 1,0-1,0 1,0 0,7-6,-7 7,0-1,0 1,0 0,-1-1,1 1,-1-1,0 0,0 0,0 0,0 0,-1 0,0 0,1-1,0-6,-4-1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38:33.3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0 243,'9'-2,"1"1,-1-1,0 0,0-1,-1 0,1-1,13-6,20-8,-11 5,0 0,-1-2,43-29,-49 32,1 0,1 1,0 2,1 1,37-7,60-20,-104 27,-14 6,-17 10,5-3,-16 10,0 0,-1-2,-28 12,-15 8,-74 46,126-71,-2 0,1-2,-22 8,-11 4,38-12,19-7,15-1,-9 6,0 0,-1 0,0 2,0-1,0 2,-1 0,18 12,29 15,-34-23,1-1,47 11,5-3,-78-18,1 0,-1 0,0 0,1 0,-1 0,0 0,0 0,1 0,-1 0,0 0,0-1,1 1,-1-1,0 1,0-1,0 1,1-1,-1 0,0 1,0-1,0 0,0 0,-1 0,1 0,0 0,0 0,0 0,-1 0,1 0,0 0,-1 0,1-1,-1 1,0 0,1 0,-1-1,0 1,0 0,0-3,2-7,-1 0,-1 0,-1-19,1 18,-4-166,4 157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38:46.0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182 22,'3'-17,"6"13,-5 5,-1 0,0 0,0 0,0 1,1-1,-1 1,3 3,0-1,4 3,-1 1,1 0,-2 0,1 1,-1 0,0 1,7 13,-7-12,0 0,0-1,1 1,0-2,17 14,7-5,-27-15,-1-1,1 1,-1 0,0 0,0 1,7 6,20 25,35 50,-46-56,-21-29,0 0,0 0,-1 0,1 0,0 0,-1-1,1 1,0 0,-1 0,1 0,0 0,-1 0,1 0,0 1,-1-1,1 0,0 0,-1 0,1 0,0 0,-1 0,1 1,0-1,-1 0,1 0,0 0,0 1,-1-1,1 0,0 0,0 1,0-1,-1 0,1 0,0 1,0-1,0 0,0 1,0-1,-1 0,1 1,0-1,0 0,0 1,0-1,0 0,0 1,0-1,0 0,0 1,1-1,-1 0,0 1,0-1,0 0,0 1,0-1,0 0,1 1,-1-1,0 0,0 0,0 1,1-1,-1 0,1 0,-42-8,23 3,-22 1,0 1,0 3,-41 3,15 9,48-8,0 0,-28 1,23-4,0 1,-39 10,58-12,1 1,0-1,0 1,0-1,0 0,0 0,0 0,0 0,-1-1,-3-1,6 2,1 0,-1 0,1 0,-1-1,1 1,-1 0,1 0,0-1,-1 1,1 0,0-1,-1 1,1-1,0 1,-1 0,1-1,0 1,0-1,0 1,-1-1,1 1,0-1,0 1,0 0,0-1,0 0,0-1,0 1,1-1,-1 1,1-1,-1 1,1 0,-1-1,1 1,0 0,0-1,0 1,0 0,1-2,5-4,1 0,-1 0,2 1,-1 0,10-6,28-20,46-49,-70 51,-3 2,-18 27,0 1,0-1,0 0,-1 0,1 0,0-1,0 1,-1 0,1 0,0 0,-1 0,1-1,-1 1,0 0,1-1,-1 1,0 0,0-1,0 1,0 0,0-1,0 1,0 0,0-2,-2 0,1 1,-1-1,1 1,-1-1,0 1,0 0,0-1,-4-2,-11-13,17 17,-1 1,1-1,0 1,-1-1,1 1,0-1,-1 1,1-1,-1 1,1 0,-1-1,1 1,-1 0,1-1,-1 1,0 0,1 0,-1-1,1 1,-1 0,0 0,1 0,-1 0,0 0,1 0,-1 0,1 0,-1 0,0 0,-1 0,-14 14,-1 0,-53 17,53-26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39:00.3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77 368,'0'3,"1"1,-1-1,1 0,-1 1,1-1,0 0,0 0,1 0,-1 0,0 0,1 0,0 0,0-1,0 1,0-1,0 1,1-1,-1 0,1 1,-1-1,1-1,0 1,0 0,-1-1,1 1,4 0,9 4,1 0,0-2,31 5,-23-5,-11 0,-1 0,1 1,-1 1,20 11,0-1,44 28,-59-32,0-2,1 0,0 0,30 9,-47-19,-1 1,1-1,0 1,-1-1,1 0,-1 0,1 0,0 0,-1 0,1 0,-1 0,1-1,-1 1,1-1,0 1,-1-1,0 1,1-1,-1 0,1 0,-1 0,0 0,1 0,-1 0,0 0,0 0,0 0,0 0,0-1,0 1,0 0,-1-1,1 1,0-1,-1 1,1-1,-1 1,1-1,-1 1,0-1,0-2,2-9,0 0,-2 0,0-1,-1-13,0 12,-2-292,3 239,0 63,0-1,-1 1,0-1,0 1,0 0,0-1,-1 1,0 0,0 0,-1 0,1 0,-1 0,0 1,0-1,-1 1,1 0,-5-5,4 7,1-1,0 0,-1 1,0 0,0 0,0 0,0 0,0 0,0 1,0 0,0 0,0 0,-1 0,1 1,0-1,-1 1,1 0,-1 1,1-1,0 1,-8 2,-71 28,61-21,-1-1,-33 8,30-11,-1 1,-39 15,59-19,0 0,1 1,-1-1,1 1,0 1,0-1,0 1,1 0,0 0,0 1,0-1,0 1,1 0,-5 9,5-8,0 0,0 0,0-1,-1 0,0 0,-1 0,1-1,-1 0,0 0,-11 7,-2 2,18-14,1 1,0-1,-1 0,1 0,0 0,0 1,-1-1,1 0,0 0,0 1,-1-1,1 0,0 1,0-1,-1 0,1 0,0 1,0-1,0 1,0-1,0 0,0 1,0-1,0 0,-1 1,1-1,0 0,1 1,-1-1,0 1,0-1,0 0,0 1,0-1,0 0,1 1,13 8,32 3,-37-11,8 2,0 1,-1 0,0 2,1-1,-2 2,1 0,-1 1,0 1,-1 0,0 1,0 1,12 11,-20-16,1 0,0-1,0 0,1-1,-1 0,15 6,-17-8,0 0,0 0,0 0,0-1,0 0,0 0,0 0,0-1,1 0,-1 0,0 0,6-1,-8 0,-1-1,0 1,0 0,0-1,0 1,-1-1,1 0,0 1,-1-1,1 0,-1 0,1 0,-1 0,0 0,0 0,0-1,0 1,0 0,-1 0,1-1,-1 1,1-1,-1 1,0-3,1-11,0 0,-3-25,1 24,1-8,-1 3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39:06.5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74,'88'2,"97"-4,-119-11,-48 9,-1 1,30-3,-25 4,0-1,0-1,33-11,-37 9,0 1,0 1,0 1,1 0,30 0,-48 3,-1 0,1 0,0 0,-1 0,1 0,-1 1,1-1,-1 0,1 0,-1 0,1 1,-1-1,1 0,-1 0,0 1,1-1,-1 0,1 1,-1-1,0 0,1 1,-1-1,0 1,1-1,-1 1,0-1,1 1,-1-1,0 1,0 0,-3 20,-17 18,19-38,-12 23,1 1,1 0,1 0,1 1,1 0,-4 29,9-33,-2 0,-11 35,12-48,0 0,-1 0,0 0,0-1,-1 1,0-1,-1-1,-10 11,0-1,13-11,-1-1,1 0,-2 0,1-1,0 0,-8 5,11-10,0-1,0 1,1-1,-1 1,0-1,1 1,-1-1,1 0,0 0,0 0,0 0,0 0,0 0,-1-3,-2-2,-30-53,20 34,-2 0,-23-32,9 17,24 32,0 1,0-1,-1 1,0 0,-1 0,0 1,-13-11,-96-52,125 66,15 1,-3 0,-3-2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39:23.4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0 283,'12'0,"-1"-1,1 0,-1-1,1 0,-1-1,0-1,0 1,0-2,0 1,-1-2,0 1,0-1,0-1,16-14,-2 4,1 2,1 0,43-18,-54 26,6-2,1 2,39-9,15-5,-64 16,1-1,19-12,-22 12,0 1,0-1,0 2,19-7,-5 0,-22 10,-7 4,1-1,-122 61,-84 47,129-65,60-35,1 1,-1 1,2 0,-31 27,49-39,1 1,-1-1,1 1,-1 0,1-1,-1 1,1-1,-1 1,1 0,0 0,-1-1,1 1,0 0,0 0,-1-1,1 1,0 0,0 0,0 0,0-1,0 1,0 0,0 0,0 0,0-1,1 1,-1 0,0 0,0-1,1 1,-1 0,0 0,1-1,-1 1,1 0,-1-1,1 1,-1-1,1 1,0 0,-1-1,1 1,-1-1,1 0,0 1,0-1,-1 0,1 1,1-1,7 5,1 0,0-1,12 3,-7-1,-1-2,1 0,-1-1,16 2,-17-3,-1 0,0 0,0 1,0 1,15 7,-5-2,0 0,0-1,1-2,40 8,-54-13,0 1,0-2,0 1,1-1,-1 0,0-1,0 0,11-3,-17 3,0 0,0 0,0-1,0 1,-1-1,1 0,0 1,-1-1,1 0,-1-1,0 1,0 0,0-1,0 1,0-1,0 1,-1-1,1 0,-1 0,0 0,0 0,0 0,0 0,0 0,-1 0,1-6,1-27,-4-69,-1 67,5-56,-2 86,2 0,-1 0,1 0,0 0,1 1,0-1,6-12,0 8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19.04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197 189,'31'20,"-5"-5,0 2,32 27,-49-37,1 0,1-1,-1 0,1 0,0-1,0 0,1-1,-1 0,1-1,0-1,0 0,0 0,0-1,18-1,-37 0,-23 0,-1 1,-36 6,42-2,0 0,1 3,0 0,0 1,1 1,0 1,0 1,2 2,-1 0,2 1,-21 18,38-29,0 0,0 0,0 0,0 1,1-1,-1 1,1-1,0 1,1 0,-1 0,0 6,3-27,0 0,-2-24,1 2,1-11,1 26,-2-1,0 1,-1-1,-2 1,-6-30,6 47,1 0,-1 1,-1-1,1 1,-8-10,6 10,1-1,0 1,1-1,-1 0,-3-9,7 13,-1 1,1-1,-1 0,1 0,0 1,0-1,0 0,0 0,0 0,0 0,1 1,-1-1,1 0,-1 0,1 1,-1-1,1 0,0 1,0-1,0 0,0 1,0-1,0 1,2-2,4-4,-5 5</inkml:trace>
  <inkml:trace contextRef="#ctx0" brushRef="#br0" timeOffset="-1">23 75,'-8'7,"-3"5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0:13.2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0 101,'34'-12,"-16"4,3 1,0 0,0 2,1 0,0 2,41-2,-38 5,-1-1,0-1,38-8,-21 3,0 3,0 1,81 5,-32 0,-62-2,0 1,0 1,46 10,-34-6,-1-1,1-2,0-2,46-4,5 0,1610 4,-1676-3,-1 0,29-7,-26 4,41-3,74 10,61-4,-137-9,-47 6,-1 2,27-2,-22 4,201 3,-214 0,1 1,-1-1,0 2,0-1,0 2,0-1,18 12,-17-9,1 0,1-1,-1-1,15 5,-11-5,-11-4,-1 1,1-1,-1 1,1-1,-1-1,1 1,0-1,-1 1,1-1,0-1,0 1,-1-1,1 1,-1-1,1-1,-1 1,1-1,-1 1,5-4,21-11,-23 10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0:21.50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26,'1481'0,"-1462"1,-1 1,33 8,-31-6,1-1,22 2,45-6,-56 0,0 1,0 1,56 10,-42-4,-1-1,2-3,72-3,-56-1,-42 0,0-1,31-8,27-2,-6 0,-53 7,35-3,26-4,-59 7,1 1,23 0,-26 4,1 1,-1 0,0 2,0 0,0 2,0 0,28 11,-36-12,-1 0,1-2,0 1,0-1,1-1,17 0,-31-1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0:32.54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4037,'9'-6,"-1"0,1 1,0 0,0 0,1 1,-1 0,1 1,18-4,29-4,0-3,83-31,-135 42,7-2,0 0,0 0,0 1,0 1,1 0,23-3,-27 6,0-1,-1-1,1 1,-1-2,1 1,-1-1,0 0,0-1,11-6,133-59,-86 42,-54 23,0 0,-1-1,1 0,-1-1,18-12,135-105,-138 107,38-19,19-12,-66 37,-1 1,21-8,15-8,100-69,21-12,-147 89,-14 10,1 1,1 0,20-7,-23 10,-1-1,1 0,-1-1,1 0,-2 0,1-1,10-9,-12 9,-1 0,1 1,0 0,0 0,1 1,-1 0,1 0,16-3,-15 3,6-3,1-1,-1 0,0-2,-1 1,26-23,-22 18,0-1,32-16,-18 12,0-2,56-47,-14 10,-50 38,0-1,34-39,-43 45,30-21,20-17,-22 20,-37 28,1 0,-1 0,0 0,-1-1,0 0,1 0,9-13,74-102,-52 74,-23 30,1 1,0 0,1 1,37-25,-46 33,0 0,0-1,-1 0,0-1,9-14,19-22,0 2,-28 33,-1 2,1-1,1 1,0 0,14-11,-4 5,-1 0,0-1,0 0,-2-2,0 0,19-29,-24 35,0 2,0-1,1 1,0 1,0 0,1 0,21-9,6-5,44-28,-44 29,-2-2,0-2,62-54,-90 71,1 0,0 1,0 1,0 0,13-5,-11 5,-1 0,0-1,0 0,12-10,145-128,-54 53,-7-24,-82 87,-7 10,35-27,-38 33,0 0,0 0,-1-1,16-23,-3 2,1 2,47-44,-45 47,-15 13,-1 0,22-38,-3 5,6 3,2 1,54-47,-23 23,71-53,-112 96,42-45,-27 24,-13 11,-23 25,0 0,18-14,-12 14,-2 2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0:38.23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72,'0'-4,"0"1,0-1,0 0,1 1,-1-1,1 1,0-1,0 0,0 1,1 0,-1-1,1 1,3-4,-4 5,1 0,0 1,0-1,-1 1,1-1,0 1,0 0,0 0,0 0,1 0,-1 0,0 1,0-1,1 1,-1-1,0 1,0 0,1 0,-1 0,0 0,1 0,3 1,14 3,-1 1,1 1,-1 1,0 0,26 16,-17-10,36 14,113 41,-160-62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0:45.84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1,'6'1,"-1"1,0 0,0 0,1 0,-1 1,-1-1,10 8,-1-2,117 65,-122-68,0-1,0 0,0 0,0 0,1-1,0-1,-1 1,1-1,0-1,0 0,1 0,-1-1,0 0,0 0,0-1,14-3,-16 3,1 0,0 0,-1 0,1 1,0 0,-1 1,1 0,0 0,-1 0,1 1,-1 0,10 5,5 3,0 1,31 23,-20-13,85 50,-93-55,29 25,-14-10,58 43,-90-68,-2 0,1 1,0 0,9 14,-10-13,0 0,1 0,0 0,11 8,21 15,48 49,-77-71,1 0,19 12,17 14,-32-23,0-1,1 0,0-1,1-1,19 7,25 15,-8-8,-46-22,-1 1,-1 0,1 0,0 1,0-1,-1 1,1 0,-1 1,0 0,0-1,-1 1,1 1,-1-1,0 1,0 0,0 0,5 8,-5-3,1-1,0 1,1-1,0 0,0-1,1 0,0 0,1 0,-1-1,15 11,19 15,65 68,-70-63,-26-30,0-1,0 0,1 0,-1-1,1 0,1-1,-1 0,14 3,-9-2,-1 0,0 1,25 15,-25-14,-1 0,2 0,-1-2,19 7,-22-10,0 1,0 1,0 0,-1 1,0 0,0 0,-1 1,18 15,14 23,-26-26,2 0,0-1,1-1,1-1,0 0,37 20,84 44,-108-60,-18-11,0 0,-1 1,26 23,-35-28,1 0,-1 1,-1 0,1 0,-1 0,0 1,0-1,-1 1,0 0,0 0,-1 0,0 1,0-1,0 0,0 12,-1-14,1 1,0-1,0 1,0-1,1 0,-1 0,1 0,1 0,-1-1,8 9,-5-6,-1-1,1 2,7 13,-7-9,1-1,0-1,1 1,0-1,1-1,0 1,0-1,1-1,20 14,16 15,-38-29,-1 0,0 0,0 1,-1 0,0 1,6 15,-6-13,1 0,-1-1,2 0,10 13,6-1,45 34,0-1,-46-37,1-2,47 28,-2-3,-58-36,0 0,0 0,1-1,21 5,-24-7,0 0,1 0,-1 1,0 0,-1 0,1 1,-1 0,0 1,9 7,0 6,0 0,18 29,-7-8,-18-29,0-1,1 0,0 0,23 14,24 22,-41-31,1-1,0-1,1 0,25 11,-25-14,1 1,-2 1,1 1,23 22,-20-14,0-2,29 20,-26-19,0 1,34 39,-44-43,2 1,0-2,1 0,0-2,1 1,32 16,32 17,-26-13,-39-25,1 1,-2 1,1 1,-1 0,-1 2,-1 0,0 0,22 31,-26-30,1-1,1 0,0-1,1 0,0-1,1-1,1 0,0-1,0-1,1 0,21 8,-18-8,-4-1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10.2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54,'1'-1,"-1"0,0 0,1 0,0 0,-1 0,1 0,-1 0,1 0,0 0,0 0,0 0,-1 0,1 0,0 1,0-1,0 0,0 1,0-1,0 1,2-1,25-11,-24 10,12-3,0 1,1 0,-1 1,1 0,19 1,89 4,-46 0,-42-3,-20 0,1 1,24 3,-42-3,0 0,1 0,-1 0,1 0,-1 0,0 0,1 0,-1 0,0 0,0 0,1 1,-1-1,0 0,1 0,-1 0,0 0,1 1,-1-1,0 0,0 0,1 1,-1-1,0 0,0 0,0 1,0-1,1 0,-1 1,0-1,0 0,0 0,0 1,0-1,0 0,0 1,0-1,0 0,0 1,0-1,0 1,-9 15,-21 12,-65 38,1-1,80-52,1 0,0 1,1 1,-18 28,17-24,0 0,-26 25,39-43,0-1,-1 1,1-1,0 0,-1 1,1-1,0 1,-1-1,1 0,-1 0,1 1,-1-1,1 0,-1 0,1 1,-1-1,1 0,-1 0,1 0,-1 0,1 0,-1 0,1 0,-1 0,1 0,-1 0,1 0,-1 0,1 0,-2 0,-4-16,4-30,3 39,1-41,0 34,0-1,-2 1,0 0,0 0,-1 0,-1 0,-1 0,-5-19,-1 18,-1 4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13.6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0 117,'12'-1,"0"0,-1-1,1-1,-1 0,0 0,16-8,-14 6,1 0,0 1,25-5,-24 6,1 0,-1-1,29-12,-2 1,-22 10,1 0,22-1,20-4,-60 9,0 1,0-1,0 1,0-1,0 1,0 0,0 1,0-1,0 0,6 2,-8-1,-1-1,1 0,-1 0,1 1,-1-1,1 0,-1 0,0 1,1-1,-1 1,0-1,1 0,-1 1,0-1,1 1,-1-1,0 0,0 1,1-1,-1 1,0-1,0 1,0-1,0 1,0 0,0 1,0-1,0 1,-1-1,1 1,-1-1,1 1,-1-1,0 0,0 1,1-1,-1 0,0 1,-2 0,-35 38,29-32,1 0,0 0,1 0,0 1,0 0,-6 14,-11 25,-56 86,80-134,-1 0,1 1,0-1,0 0,-1 1,1-1,-1 0,1 1,0-1,-1 0,1 1,-1-1,1 0,0 0,-1 0,1 1,-1-1,1 0,-1 0,1 0,-1 0,1 0,-1 0,1 0,-1 0,1 0,-1 0,1 0,-1 0,1 0,0-1,-1 1,1 0,-1 0,1 0,-1-1,0 1,-18-21,-12-39,28 53,-1-1,0 1,0-1,0 1,-1 0,0 1,0-1,-1 1,1 0,-2 1,1-1,0 1,-1 0,0 1,0 0,-12-6,2 3,4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19.9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1 148,'16'-1,"1"0,-1-2,0 0,0-1,-1 0,30-13,86-49,-106 51,-12 7,0 0,25-9,-73 29,16-7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22.0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165 102,'-4'1,"-1"0,1 0,0 1,0 0,-1 0,1 0,0 0,-5 5,-11 5,-6-3,-26 12,51-21,-1 1,1 0,-1 0,1-1,0 1,-1 0,1 0,0 1,0-1,0 0,0 0,0 0,0 1,0-1,0 1,0-1,1 1,-1-1,0 1,1-1,0 1,-1-1,1 1,0 0,0-1,0 3,0-3,0 0,1 0,-1 0,1 0,-1 1,1-1,0 0,-1 0,1 0,0 0,0 0,0-1,0 1,0 0,0 0,0 0,0-1,0 1,0-1,0 1,0-1,0 1,3 0,35 7,-20-5,32 10,-1 3,-1 1,54 29,-85-37,-11-4,0-1,0 0,0-1,1 0,-1 0,1 0,0-1,0 0,10 1,-18-3,1 0,0-1,-1 1,1 0,0-1,-1 1,1-1,-1 1,1-1,-1 1,1-1,-1 1,1-1,-1 1,1-1,-1 0,0 1,1-1,-1 1,0-1,1 0,-1 0,0 1,0-1,0 0,0 1,0-1,0 0,0 0,0 1,0-1,0-1,-4-32,3 25,0-9,2-1,0 1,1 0,7-25,-3 7,-4 29,1-1,-1 0,1 1,5-8,-4 8,-1-1,0 1,0-1,0 1,2-13,-5 19,0-1,0 0,0 0,0 0,0 0,-1 0,1 0,0 0,-1 0,1 0,-1 0,0 1,0-1,0 0,0 0,0 1,0-1,0 1,0-1,-1 1,1-1,-1 1,1 0,-1-1,1 1,-1 0,-1-1,0 2,0 0,1-1,-1 1,0 0,1 0,-1 1,0-1,1 1,-1-1,1 1,-1 0,1 0,-1 0,1 0,-1 0,-2 2,-16 6,-56 15,60-19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30.8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1 314,'5'1,"1"-1,0 1,-1 1,0-1,8 4,18 4,47-4,-66-5,1 0,-1 0,0 1,1 1,-1 0,0 1,0 0,0 1,22 10,4 9,-13-7,1-2,27 12,-52-26,0 1,-1-1,1 1,0-1,-1 0,1 1,0-1,-1 0,1 0,0 0,0 1,-1-1,1 0,0 0,0 0,-1 0,1 0,0 0,0-1,-1 1,1 0,0 0,0 0,-1-1,1 1,0 0,-1-1,1 1,0-1,-1 1,1 0,-1-1,1 0,-1 1,1-1,-1 1,1-1,-1 0,1 1,-1-1,0 0,1 1,-1-1,0 0,0 1,1-1,-1 0,0 0,0 1,0-1,0 0,0 0,0-1,0-1,-1-1,1 0,-1 0,0 0,0 1,0-1,0 0,-1 1,-2-6,0 4,0 0,0 0,-1 0,0 1,0-1,0 1,0 1,-1-1,1 1,-13-6,-22-15,39 23,-1 0,1 0,0-1,0 1,-1-1,1 1,0-1,0 1,0-1,1 1,-1-1,0 0,1 0,-1 1,1-1,-1 0,1-2,1-36,0 0,-10-60,5 42,4 56,0 0,0 1,0-1,-1 0,1 1,0-1,-1 0,1 1,-1-1,0 0,1 1,-1-1,0 1,0-1,0 1,0-1,0 1,0 0,0 0,-1-1,1 1,-1 0,1 0,0 0,-1 1,1-1,-1 0,0 0,1 1,-1-1,0 1,1-1,-1 1,0 0,1 0,-1 0,-3 0,-5 1,-1 1,1 0,0 0,0 1,-13 6,-4 0,5-2,0 0,-27 14,43-18,0 0,-1 1,1-1,0 2,1-1,-1 0,1 1,0 0,0 1,0-1,-5 10,2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38.6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406 6,'-2'29,"0"1,-3-1,-14 57,6-37,11-40,1 0,0 1,0-1,1 19,0-24,0-1,1 0,-1 0,1 0,0 1,0-1,0 0,0 0,0 0,1 0,-1 0,1 0,0-1,0 1,4 4,-21-17,-1 1,0 1,0 0,-1 2,0-1,0 2,-1 0,-30-3,-19 5,57 3,0 1,-1-2,1 1,0-1,0-1,0 1,0-2,0 1,-18-9,27 10,0 1,0 0,0-1,0 1,0-1,1 1,-1-1,0 0,0 1,1-1,-1 0,0 0,1 1,-1-1,1 0,-1 0,1 0,-1 0,1 0,0 0,-1 1,1-1,0 0,0 0,-1 0,1 0,0 0,0 0,1-2,-1 1,1 0,0 0,0 0,1 1,-1-1,0 0,1 1,-1-1,1 1,-1-1,1 1,-1 0,4-2,3-2,0 1,1 0,-1 0,1 0,13-2,4 1,0-1,0-1,-1-1,0-1,34-18,-56 25,0-1,0 0,1 0,-2-1,1 1,0 0,-1-1,1 0,-1 0,0 1,0-1,-1 0,1-1,-1 1,0 0,0 0,1-7,10-30,-8 34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45.9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1,'4'0,"2"4,-1 5,4 2,-1 3,-1 3,-1 3,-3 2,-1 2,-1 1,-1 0,0 0,-1 0,1 1,0-1,-1 0,1-5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46.9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189 1,'0'2,"-1"0,1 0,-1 0,1-1,-1 1,0 0,0 0,0 0,0 0,0-1,-1 1,1-1,0 1,-1-1,1 1,-3 1,-32 23,22-17,-22 13,26-17,1 0,0 1,0 0,0 1,1 0,-9 8,16-13,-1 0,1 0,0 0,0 0,0 0,0 1,0-1,0 0,0 0,1 1,-1-1,1 0,0 1,-1-1,1 1,0-1,1 0,-1 1,0-1,1 0,-1 1,1-1,0 0,0 0,0 1,0-1,0 0,0 0,0 0,1 0,-1 0,1-1,1 3,0 0,1-1,-1 1,1-1,0 0,0 0,0 0,0-1,0 1,1-1,8 3,50 10,-12-4,-35-5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47.6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0,'8'0,"7"0,6 0,3 0,1 0,1 0,0 0,0 0,-4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48.0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1,'4'0,"5"4,7 2,3-1,4-1,1-1,1-1,-3-1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48.9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0,'0'4,"0"6,4 1,2 3,-1 3,-1 3,-1 2,-1 2,-1 1,-1 0,0 0,0 1,0-1,0 0,-5-5,0-1,-1-4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49.8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1,'9'0,"6"0,6 0,2 0,3 0,0 0,0 0,0 0,0 0,0 0,-1 0,-5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50.7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52.2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140 5,'0'3,"-1"0,1 0,0 0,-1 0,0 0,0 0,0 0,0 0,0 0,0-1,-1 1,1 0,-1-1,-3 4,-33 28,32-29,-1-1,2 1,-1 0,0 1,1 0,-8 11,8-10,0 1,1 1,-1-1,1 1,0 0,-3 14,6-21,1 0,0-1,0 1,0-1,0 1,0-1,0 1,0 0,0-1,1 1,-1-1,0 1,1-1,0 1,-1-1,1 1,0-1,0 0,0 1,0-1,0 0,0 0,0 0,0 0,0 0,0 0,1 0,-1 0,0 0,1 0,-1-1,1 1,-1-1,1 1,-1-1,1 1,-1-1,1 0,-1 0,4 0,6 1,0 0,1-1,-1-1,0 0,0 0,1-1,-1-1,-1 0,1 0,0-1,-1 0,0-1,0 0,0-1,0 0,-1 0,15-14,-21 16,0 0,0 0,-1 0,1 0,-1-1,0 1,-1-1,1 1,-1-1,0 0,0 1,0-1,0 0,-1 0,0 0,0 0,0 1,-1-1,0 0,1 0,-3-5,2 6,-1 0,1 0,-1 0,0 0,0 0,-1 0,1 1,-1-1,1 1,-1 0,0-1,0 1,-1 1,1-1,0 0,-1 1,0 0,0 0,1 0,-1 0,-1 1,1-1,-7-1,-3 1,0 1,0 0,0 1,0 0,0 1,-22 4,14 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1:53.5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71 29,'-3'2,"0"0,0 0,0 0,0 0,1 0,-1 1,1-1,0 1,-1 0,1 0,1 0,-4 6,-5 4,8-10,-1 0,1 0,0 1,-1-1,1 0,1 1,-1-1,0 1,1-1,0 1,0 0,0 0,0-1,0 1,1 0,0 0,0 0,0 0,0 0,1 0,-1 0,1-1,0 1,0 0,1 0,-1-1,1 1,-1-1,4 4,-2-2,1 0,1 0,-1-1,1 0,-1 0,1 0,1 0,-1-1,0 0,1 0,0 0,-1-1,1 1,0-2,0 1,0-1,12 2,-5-2,1 1,0-2,-1 0,28-4,-37 3,0 0,1 0,-1 0,0-1,0 0,-1 0,1 0,0 0,-1 0,1-1,-1 0,0 0,0 0,0 0,0 0,0 0,-1-1,1 1,2-8,0 2,0 0,-1-1,-1 1,0-1,4-18,-7 24,1 1,-1-1,0 0,0 1,-1-1,1 1,-1-1,0 1,0-1,0 1,0 0,0-1,-1 1,1 0,-1 0,0 0,0 0,0 0,-6-5,2 3,0 0,-1 0,0 1,0 0,0 0,0 0,-1 1,1 0,-1 1,0 0,0 0,0 0,0 1,0 0,0 1,-1 0,1 0,0 1,0 0,0 0,0 1,0 0,0 0,1 1,-1 0,1 0,-8 5,2 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00.8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0,'0'5,"0"4,0 6,0 5,0 2,0 3,0 0,0 1,0-1,0 1,5-5,0-1,0-1,0 2,2-4,0-4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02.1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72,'4'0,"2"-4,4-2,4 1,4 1,-1-4,1 1,1 1,2 1,2 2,0 1,2 2,-5-5,0 0,-1 0,2 1,-3 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03.5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30 127,'0'4,"0"-1,0 0,0 1,1-1,-1 0,1 1,-1-1,1 0,0 0,1 0,-1 0,0 0,1 0,0 0,3 4,-3-4,1-1,0 0,0 0,0 0,1-1,-1 1,0-1,1 1,-1-1,1 0,-1-1,1 1,-1-1,6 1,-2 0,0 0,0-1,0 0,0 0,0-1,0 0,8-2,-13 2,1 0,-1 0,0 0,0 0,0 0,0 0,0-1,0 1,0-1,0 0,0 1,-1-1,1 0,-1 0,1 0,-1 0,0 0,0-1,0 1,0 0,0-1,0 1,-1 0,1-3,1-2,-1 0,0-1,-1 1,1 0,-1 0,-1 0,1 0,-1 0,-1-1,-3-12,3 16,1 1,-1-1,0 1,0 0,-1-1,1 1,0 0,-1 0,0 1,0-1,0 1,0-1,0 1,0 0,-1 0,1 0,-1 1,1-1,-1 1,0 0,-5-2,0 1,1 1,0 0,-1 0,1 0,0 1,-1 1,-10 1,16-2,1 1,-1-1,0 1,1 0,0 0,-1 0,1 0,-1 1,1-1,0 1,0-1,0 1,0 0,0 0,0 0,1 0,-1 0,0 0,1 0,0 0,-1 1,1-1,0 1,0-1,1 1,-2 3,-1 13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04.9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2,'-2'1,"1"-1,-1 0,0 0,0 0,1 1,-1-1,0 1,1 0,-1-1,0 1,1 0,-1 0,1 0,-1 0,1 0,0 0,-1 0,1 1,-2 1,1 1,0-1,0 1,0-1,0 1,1 0,-1 0,1 0,-1 6,0-3,1 0,1 1,-1-1,1 1,0-1,1 1,0-1,0 0,3 11,-1-14,-1 0,0-1,1 1,-1-1,1 0,0 0,0 0,0 0,1 0,-1-1,1 0,-1 1,1-1,0 0,0-1,0 1,0-1,0 0,0 0,5 1,4 0,0 0,0 0,0-1,1-1,13-1,-21 0,0 0,-1-1,1 1,0-1,-1 0,0-1,0 1,0-1,0 0,0-1,0 1,-1-1,1 1,4-7,-7 8,0 0,0 0,-1 0,1 0,-1-1,0 1,0 0,0 0,0-1,0 1,0-1,0 1,-1-1,1 1,-1-1,0 1,0-1,0 1,0-1,0 0,-1 1,1-1,-1 1,1-1,-1 1,0 0,0-1,0 1,0 0,-1-1,1 1,-1 0,1 0,-3-2,-3-1,1 0,-1 1,0 0,0 0,0 1,0 0,0 0,-1 1,0 0,1 0,-1 1,-10-1,-28-8,32 5,1 1,-1 0,0 1,0 0,0 2,0-1,0 2,0 0,0 1,-21 3,19 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10.3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 0,'0'4,"0"6,0 5,0 4,0 4,0 1,0 2,0-1,-5-3,0-2,0-5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12.7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1,'4'0,"6"0,5 0,4 0,3 0,3 0,0 0,1 0,-1 0,1 0,-9 0,-8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15.8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152 177,'2'0,"0"-1,0 1,0-1,0 1,0-1,-1 0,1 0,0 0,0 0,0 0,-1 0,1-1,-1 1,1-1,-1 1,1-1,-1 1,0-1,0 0,0 0,0 1,0-1,0 0,0 0,-1 0,1-3,2-2,-1 0,0-1,-1 1,0-1,0-13,0 18,-2-1,1 1,0 0,-1-1,0 1,1 0,-1-1,0 1,-1 0,1 0,-1 0,1 0,-1 0,0 0,0 1,0-1,-1 0,1 1,0 0,-1 0,0-1,1 1,-1 1,0-1,0 0,0 1,0-1,-1 1,1 0,0 0,0 1,-1-1,1 0,-1 1,1 0,0 0,-1 0,-4 1,3-1,0 1,0-1,0 1,0 0,0 1,1-1,-1 1,1 0,-1 0,1 0,0 0,-1 1,1 0,1 0,-1 0,0 0,1 1,-1 0,1-1,0 1,0 0,1 0,-1 1,1-1,0 1,-2 6,2-7,1 0,1 0,-1 0,0 0,1 0,0 0,0 0,0 0,0 0,1 0,0 0,0 0,0 0,0 0,0 0,1 0,0-1,0 1,0 0,0-1,0 0,1 0,-1 1,1-1,0-1,0 1,5 4,6 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18.1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 1,'-1'0,"0"1,0-1,0 1,0-1,0 1,0-1,0 1,0 0,0-1,1 1,-1 0,0 0,0 0,0 0,1 0,-1 0,1 0,-1 0,1 0,-1 0,1 0,-1 0,1 0,0 0,0 0,-1 1,1 1,-4 37,4-36,-1 5,0-1,1 0,0 1,1-1,3 14,-4-19,1-1,0 0,0 0,0 0,0 0,0 0,1 0,-1 0,1 0,-1 0,1-1,0 1,-1 0,1-1,0 0,0 1,0-1,0 0,0 0,0 0,1 0,-1 0,0-1,5 1,6 2,0-1,0-1,0 0,0-1,0 0,0-1,0-1,0 0,0-1,21-6,-32 8,0 0,0 0,0 0,0 0,0 0,-1 0,1 0,0 0,0-1,-1 1,1-1,-1 1,0-1,1 0,-1 1,0-1,0 0,0 0,0 0,0 0,0 0,-1 0,1 0,-1 0,1 0,-1 0,0-1,0 1,0 0,0 0,0 0,0 0,-1 0,1 0,-2-4,0 1,0 1,0 0,-1 0,0-1,1 1,-1 1,-1-1,1 0,0 1,-1 0,0 0,0 0,0 0,-7-4,2 3,1 0,-1 0,1 1,-1 0,0 1,0 0,-1 0,1 1,0 0,-14 1,10 2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31.6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76 0,'-2'1,"1"-1,0 1,0-1,-1 1,1 0,0-1,0 1,0 0,0 0,0 0,0 0,0 0,0 0,0 0,0 0,1 0,-1 0,-1 2,-13 27,11-22,-2 3,1 1,0 0,1 0,0 0,1 0,0 1,1 0,-1 21,4-42,1 0,0 0,0 0,1 1,0-1,4-7,3 2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33.6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0,'4'5,"2"4,-1 6,0 5,-2 2,-2 3,0 0,0 1,-1-1,0 1,-1-1,1 0,-4-4,-2-10,1-11,1-10,0-7,3-1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34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1,'0'4,"0"6,0 5,0 4,0 4,0 1,0 1,0 1,0 0,0-1,0-7,0-9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35.4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0 114,'1'-1,"0"-1,-1 1,1-1,0 1,0-1,0 1,0-1,0 1,0 0,1 0,-1-1,0 1,1 0,-1 0,1 0,-1 1,3-2,29-13,24-1,-44 13,0 0,0 0,0-1,0-1,-1-1,0 1,0-2,21-14,-33 19,-6 3,6-1,-11 3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36.3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1,'0'4,"4"2,6-1,1 3,3 1,-1 2,1 0,3-2,-2 2,1-2,-2 3,0-1,3-3,-2 2,1-1,-3 2,-3-1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37.0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0,'0'5,"4"0,6 0,6 0,3-2,3-1,3-1,0-1,1 0,0 0,-5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37.6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0,'4'0,"6"0,4 0,6 0,2 0,2 0,-2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38.9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72 50,'-2'1,"0"0,0-1,-1 1,1 0,0 0,1 0,-1 0,0 0,0 0,0 1,1-1,-1 1,0-1,1 1,0-1,-1 1,-1 3,-20 33,21-32,-1-1,1 0,0 1,1-1,-1 1,1 0,0-1,1 1,-1 0,1 0,1 9,0-12,-1 0,1-1,-1 1,1 0,0-1,0 1,0-1,0 1,1-1,-1 0,1 1,-1-1,1 0,0 0,0 0,0 0,0 0,0-1,0 1,1 0,-1-1,1 0,-1 0,1 0,-1 0,4 1,13 4,-8-3,0 0,0 0,1-1,-1 0,18 0,-26-3,-1 1,1 0,0-1,0 1,-1-1,1 0,0 0,-1 0,1 0,-1 0,1-1,-1 1,0-1,0 1,1-1,-1 0,0 0,-1 0,1 0,0 0,0-1,-1 1,0 0,1-1,-1 1,0-1,0 0,1-2,0-4,0 1,-1-1,1 1,-2-1,1 0,-1 1,0-1,-1 0,0 1,-1-1,1 0,-2 1,1 0,-1-1,-7-12,8 16,0 1,-1 0,0 0,0 0,0 0,0 0,0 0,-1 1,0 0,1-1,-1 2,-1-1,1 0,0 1,-1-1,1 1,-1 1,1-1,-1 1,0-1,0 1,0 1,0-1,0 1,0-1,0 2,0-1,-7 2,-9 2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47.3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54,'-1'55,"2"61,0-113,-1 0,1 0,0-1,0 1,0 0,0-1,0 1,0-1,1 1,-1-1,1 0,0 0,0 0,0 0,0 0,0 0,0 0,0 0,0-1,1 1,-1-1,1 0,-1 0,1 0,0 0,-1 0,1 0,3 0,0 0,0 0,1 0,-1-1,0 0,1 0,-1 0,0-1,0 0,1 0,-1 0,10-4,-13 3,-1 0,1 1,-1-1,0 0,1 0,-1 0,0 0,0 0,0-1,0 1,-1-1,1 1,-1-1,1 0,0-3,15-50,-8 25,-5 21,-1-1,0 1,-1-1,0 0,1-19,-3 28,0-1,0 1,0-1,0 1,-1-1,1 1,-1-1,0 1,0 0,0-1,0 1,0 0,0 0,0 0,-1 0,1 0,-1 0,0 0,1 0,-1 0,0 1,0-1,0 1,0-1,0 1,-1 0,1 0,0 0,0 0,-1 0,-2 0,-2-1,-1 1,1 0,-1 0,0 0,1 1,-1 0,0 1,1 0,-15 3,6 2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2:57.2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70 82,'-3'1,"0"0,0 0,0 0,0 0,0 0,0 1,1 0,-1-1,0 1,1 0,-1 0,1 1,0-1,0 0,0 1,0-1,0 1,0 0,1 0,-3 5,1-3,1-1,0 1,0-1,0 1,1 0,0-1,0 1,0 0,0 0,1 0,-1 0,2 0,-1 5,2-7,-1 0,1 0,0 0,0-1,0 1,0 0,0-1,0 0,1 0,-1 0,1 0,0 0,-1 0,1 0,0-1,0 0,0 1,6 0,-1 1,1 0,-1-1,1-1,0 1,15-1,-19-1,0-1,0 0,0 0,0 0,0-1,0 0,0 0,-1 0,1 0,-1-1,1 0,-1 0,0 0,0 0,-1-1,1 0,-1 1,1-1,-1 0,0-1,-1 1,1-1,2-4,-1 0,0-1,0 0,-1 0,0 0,0 0,-1 0,-1-1,0 1,0 0,-1-16,-1 24,1-1,-1 0,0 1,0-1,0 0,0 1,0-1,-1 1,1 0,-1-1,0 1,1 0,-1 0,0 0,0 0,0 0,-1 1,1-1,0 1,-1-1,1 1,-1 0,1 0,-1 0,1 0,-1 0,-4 0,3 0,0 0,0 0,0 1,0 0,0 0,0 0,0 0,0 0,0 1,0 0,0 0,0 0,0 0,0 1,0 0,1-1,-1 1,-4 3,-3 7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3:06.5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90 123,'25'-1,"0"0,0-1,33-8,-45 6,-1 1,1-1,-1-1,1 0,-1-1,-1-1,1 1,10-10,-13 9,1 1,0 0,1 0,-1 1,1 0,0 1,0 0,0 1,24-3,-61 20,9-2,-14 1,-64 19,-10 3,93-30,0 1,0 1,1 0,-1 0,2 1,-13 11,13-11,-1 0,0 0,0-1,-16 7,-8 5,35-19,0 1,1-1,-1 0,0 0,1 0,-1 0,0 0,1 0,-1 0,0 0,1 1,-1-1,0 0,0 0,1 0,-1 0,0 1,0-1,0 0,1 0,-1 1,0-1,0 0,0 0,0 1,1-1,-1 0,0 1,0-1,0 0,0 1,0-1,0 0,0 1,0-1,0 0,0 1,0-1,0 0,0 0,0 1,0-1,0 0,-1 1,1-1,0 0,0 1,0-1,0 0,0 0,-1 1,1-1,0 0,0 0,-1 0,1 1,0-1,0 0,-1 0,1 0,0 0,-1 1,1-1,0 0,-1 0,38 5,-21-3,26 8,10 2,54 19,36 23,-132-51,1 0,-1-1,1 0,-1-1,1 0,0-1,17-2,-27 2,0 0,0-1,0 1,0-1,0 1,0-1,0 1,-1-1,1 1,0-1,0 0,-1 0,1 1,0-1,-1 0,1 0,-1 0,1 0,-1 0,1 0,-1 0,0 0,1 0,-1 0,0 0,0 0,0 0,0 0,0-1,-1-35,0 27,0 1,-1 0,1 0,-2-1,1 2,-1-1,-1 0,1 1,-1-1,-7-9,9 15,1-1,0 1,-1-1,1 1,0-1,1 0,-1 1,1-1,0 0,-1 0,2 1,-1-1,0 0,1 1,1-6,1-6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3:08.9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1,'0'4,"0"5,0 7,0 3,0 4,0 1,0 1,0 1,0-1,0 1,0 0,0-1,0-1,0-3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3:10.6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0,'4'0,"6"0,5 0,4 0,3 0,3 0,0 0,1 0,-1 0,1 0,-1 0,0 0,-4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3:12.3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1,'0'8,"5"3,4 0,6-3,4-2,4-2,1-2,2-1,-1-1,-3 4,-2 1,0 0,1-1,1-2,-4-4,-4-3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3:14.2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148 1,'-7'0,"0"1,-1 0,1 0,0 1,0 0,0 0,0 0,0 1,1 0,-1 0,1 1,-9 6,11-7,0 1,0-1,0 0,1 1,-1 0,1 0,0 0,0 0,1 1,-1-1,1 1,0-1,0 1,1 0,-1 0,1 0,0 0,-1 9,3-12,-1 0,0 0,0 0,1 0,-1 0,1 0,-1 1,1-1,0 0,0-1,0 1,0 0,0 0,1 0,-1 0,0-1,1 1,-1-1,1 1,0-1,-1 0,1 1,0-1,0 0,0 0,0 0,0-1,0 1,0 0,0-1,0 1,4-1,8 2,1 0,-1-1,27-3,-25 1,-10 1,1 0,0-1,-1-1,1 1,-1-1,0 0,0 0,1-1,-1 0,-1 0,8-5,-12 7,1 0,-1 0,1 0,-1-1,0 1,0 0,0-1,0 1,0-1,0 0,0 1,0-1,-1 0,1 1,0-1,-1 0,1-3,-1 2,-1 1,1-1,-1 1,1-1,-1 1,0 0,0-1,0 1,0 0,0 0,0-1,-1 1,1 0,-1 0,0 1,-3-5,-4-2,0 0,0 1,-1 0,0 0,0 1,0 0,-1 1,0 0,0 0,-20-4,13 6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3:16.2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 53,'-2'1,"1"-1,-1 0,0 0,1 1,-1-1,1 1,-1-1,0 1,1 0,-1 0,1-1,0 1,-1 0,1 0,0 1,-1-1,1 0,0 0,0 1,0-1,0 0,0 1,0-1,1 1,-1-1,0 1,1 0,-1-1,1 1,-1-1,1 1,0 0,0 1,-1 1,1 0,0 0,0 0,0 0,0 0,1 0,-1-1,1 1,0 0,0 0,1-1,-1 1,3 4,0-4,-1-1,1 1,0-1,0 0,0-1,0 1,0-1,1 0,-1 0,1 0,0 0,5 1,60 11,-69-14,25 3,38 1,-58-4,-1 0,1 0,0-1,-1 0,1 0,-1 0,1 0,-1-1,0 0,1 0,-1-1,0 1,7-6,-10 6,1-1,-1 1,0 0,0-1,-1 0,1 1,0-1,-1 0,0 0,0 0,0 0,0 0,0 0,0 0,-1 0,1 0,-1 0,0 0,0 0,0-1,-1 1,1 0,-1 0,0 0,1 0,-1 0,-1 0,1 0,0 0,-1 1,1-1,-1 0,-2-2,-1-1,1-1,-1 1,0 1,-1-1,1 1,-1 0,-1 0,1 1,0-1,-1 1,0 1,-11-5,-1 4,0 0,0 2,0 0,0 2,-31 1,22 0,7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00.0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51 81,'-1'4,"1"-1,-1 1,0 0,-1-1,1 1,0-1,-1 0,0 1,0-1,0 0,-3 4,-13 24,15-20,0 1,0 0,2 0,-1 0,1 0,1 0,0 0,1 0,1 0,-1-1,2 1,0 0,0-1,1 1,0-1,9 15,-1 11,-12-33,1 0,0 0,0-1,0 1,0 0,1-1,-1 1,1-1,0 0,0 1,0-1,1 0,-1 0,1 0,0-1,-1 1,5 2,1 0,0-2,0 1,1-1,-1 0,1-1,0 0,0 0,-1-1,1 0,0-1,0 0,0 0,0-1,10-1,-8 0,0-1,-1 1,1-2,0 0,-1 0,0 0,0-1,0-1,-1 0,1 0,8-9,-13 9,0 1,-1-1,1 0,-1 0,-1-1,1 1,-1-1,0 0,-1 0,1 0,-1 0,-1 0,0-1,1-7,0-8,-2 0,0 0,-4-29,0 26,-2 0,-14-43,18 62,-2 0,1 1,-1-1,1 1,-2 0,-5-7,8 10,0 1,0-1,-1 1,1 0,-1 0,0 0,1 0,-1 0,0 0,0 1,0-1,-1 1,1 0,0 0,-6-1,7 2,0 1,0-1,0 1,0-1,0 1,0 0,0 0,0 0,0 0,0 0,1 1,-1-1,0 0,1 1,-1-1,1 1,-1 0,1-1,0 1,0 0,0 0,-1 2,-2 3,0 0,1 0,0 1,-3 14,2-1,2 0,-1 31,3-41,0-1,1 0,0 0,1 1,0-1,0 0,5 11,-5-19,-1 1,1-1,-1 0,1 1,0-1,0 0,0 0,0 0,0 0,1-1,-1 1,0-1,1 1,-1-1,1 0,0 0,-1 0,6 1,6 1,0-1,24 2,-26-4,-1 1,0 0,15 4,-19-1,1-1,-1 1,0 0,0 0,0 1,-1 0,0 0,0 0,0 1,0 0,6 10,0-1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01.3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24,'0'15,"-1"-2,2 0,-1 0,5 23,-4-32,1 0,-1 0,1 1,0-1,0 0,0-1,1 1,-1 0,1-1,0 1,0-1,0 0,0 0,7 5,7 4,0-1,1-1,20 9,-33-16,1-1,-1 0,1 0,0 0,-1-1,1 0,0 0,0 0,0-1,0 0,0 0,0-1,-1 1,1-1,7-2,-10 1,0 0,0 0,0 0,0-1,-1 1,1-1,-1 0,0 1,1-1,-1 0,-1 0,1 0,0-1,-1 1,0 0,1-1,-1 1,-1-1,1 1,0-1,-1 1,0-1,0 1,0-7,0-3,-1-1,0 0,-1 1,-1-1,-4-15,-4-11,7 22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02.8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140 99,'3'-4,"2"-2,-1 0,0 0,0 0,0-1,-1 0,1 0,-2 0,4-10,-7 16,1 0,0-1,-1 1,1 0,-1-1,0 1,1 0,-1 0,0 0,0-1,0 1,0 0,0 0,0 0,0 0,0 1,0-1,0 0,0 0,-1 1,1-1,0 1,0-1,-1 1,1-1,-1 1,1 0,0-1,-1 1,1 0,-1 0,1 0,0 0,-1 1,-1-1,-3 1,1 0,-1 0,1 0,0 0,0 1,0 0,0 0,-6 3,2 1,-1 1,1 0,0 1,1 0,-13 14,19-20,0 0,0 1,1-1,-1 0,1 1,-1-1,1 1,0-1,0 1,0 0,0 0,0-1,1 1,-1 0,1 0,0 0,0 0,0-1,0 1,0 0,1 0,-1 0,1 0,0-1,0 1,0 0,2 4,0-2,1 0,-1 0,1 0,0-1,1 1,-1-1,1 0,0 0,0 0,0-1,0 0,0 0,1 0,0-1,-1 0,1 0,0 0,0 0,0-1,0 0,0-1,12 1,-9-1,1 1,-1-1,1 0,-1-1,17-4,-10-1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03.7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86,'0'2,"1"0,0 1,-1-1,1 0,0 0,0 0,0 0,0 0,0-1,0 1,1 0,-1 0,1-1,-1 1,1-1,0 1,-1-1,4 2,38 21,-38-21,5 2,0 0,1 0,0-1,0-1,0 0,0 0,18 1,-23-4,1 0,-1 0,0-1,0 0,0-1,0 1,0-1,0 0,0 0,-1-1,1 0,-1 0,1 0,-1-1,8-6,4-3,-12 9,0 0,0 0,0 0,0-1,-1 1,8-11,-11 13,0 0,-1 1,1-1,0 0,-1 1,0-1,1 0,-1 0,0 1,0-1,0 0,0 0,0 1,-1-1,1 0,-1 1,1-1,-1 0,1 1,-1-1,0 0,0 1,1-1,-1 1,0 0,-1-1,1 1,0 0,0-1,-1 1,-1-1,0-1,0 0,0 1,-1-1,1 1,-1 0,0 0,1 0,-1 1,0-1,0 1,-8-1,-46-2,46 4,0 0,0-1,-13-3,9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04.4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 0,'1'17,"-2"0,0 0,-1 0,0-1,-2 1,0-1,-7 19,5-20,2-1,-1 0,2 1,-4 26,7-35,-1 1,1-1,1 1,-1 0,1-1,0 1,1-1,-1 1,1-1,1 1,-1-1,1 0,4 6,2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06.7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49,'-2'44,"-11"66,4-51,17-79,17-33,-8 17,-9 20,-6 8,1 1,0 0,1 0,0 0,0 0,1 1,-1-1,1 1,1 0,-1 1,1 0,8-7,0 3,-8 4,2 0,-1 0,0 1,1 0,0 1,13-5,-4 4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08.2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72 0,'-3'1,"1"-1,-1 1,1 0,-1 0,1 0,-1 0,1 1,0-1,0 1,0-1,0 1,0 0,0 0,-2 3,-22 31,24-34,1 1,0-1,0 1,0 0,0 0,0-1,1 1,-1 0,1 0,0 0,0 0,0 0,0-1,0 1,1 0,-1 0,1 0,-1 0,1-1,0 1,2 3,-1-3,1-1,-1 0,0 1,1-1,-1 0,1 0,0-1,0 1,-1-1,1 1,0-1,0 0,0 0,1 0,-1 0,0-1,0 1,7-1,-3 1,1-1,-1 0,1 0,-1-1,0 0,1 0,-1-1,0 0,0 0,11-5,-16 6,0 0,0-1,0 1,0-1,0 1,0-1,-1 0,1 0,0 0,-1 0,0 0,1 0,-1 0,0 0,0 0,0-1,-1 1,1 0,0-1,-1 1,0-1,1 1,-1 0,0-1,0 1,0-1,-1 1,1-1,-1 1,1 0,-1-1,0 1,0 0,0 0,-1-4,1 4,0-1,0 0,-1 0,1 1,0-1,-1 0,1 1,-1 0,0-1,0 1,0 0,0 0,0 0,-1 0,1 0,-5-2,7 4,-1 0,1 0,0 0,0 0,0 0,0 0,-1 0,1 0,0 0,0 0,0 0,0 0,-1 0,1 0,0 0,0 0,0 0,0 0,-1 0,1 0,0 0,0 0,0 1,0-1,0 0,0 0,-1 0,1 0,0 0,0 0,0 1,0-1,0 0,0 0,0 0,0 0,0 0,0 1,-1-1,1 0,0 0,0 0,0 0,0 1,0-1,0 0,0 0,0 0,0 0,1 1,-1-1,4 15,9 13,2-3,2 5,22 26,-33-49,0 1,0-2,1 1,0 0,0-1,0-1,1 1,13 6,-7-6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09.0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16,'4'0,"6"0,6 0,3 0,3 0,3 0,0 0,1 0,0 0,-5-4,-1-2,-5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09.9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0,'4'0,"6"0,4 0,6 0,2 0,3 0,0 0,-8 0,-10 0,-12 0,-4 4,-5 2,-5-1,2-1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12.8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78 44,'-1'15,"0"0,-2 0,-4 19,-5 34,11-51,-4 40,4-53,1-1,-1 0,0 0,0 1,-1-1,1 0,-1 0,1 0,-1 0,0-1,0 1,0 0,-4 3,5-5,1-1,-1 0,1 0,0 0,-1 1,1-1,-1 0,1 0,-1 0,1 0,-1 0,1 0,0 0,-1 0,1 0,-1 0,1 0,-1 0,1 0,-1 0,1 0,0-1,-1 1,1 0,-1 0,1 0,0-1,-1 1,1 0,-1-1,1 1,0 0,0-1,-1 1,1 0,0-1,-1 1,1 0,0-1,0 1,0-1,0 1,-1-1,1 1,0 0,0-1,0 1,0-1,0 1,0-1,0 1,0-1,-4-28,4 29,-2-22,1 1,1-1,5-33,-5 50,1 0,0 0,0 0,1 0,-1 0,1 0,0 1,1-1,-1 1,1-1,-1 1,1 0,1 0,-1 0,1 0,-1 1,1-1,0 1,0 0,0 0,6-2,-9 5,1-1,-1 1,1-1,-1 1,1 0,-1 0,1 0,-1 0,1 0,-1 0,1 0,-1 1,1-1,-1 1,1-1,-1 1,1-1,-1 1,0 0,1-1,-1 1,0 0,0 0,0 0,1 0,-1 0,0 0,1 3,4 4,0 1,0-1,6 13,-5-7,0-3,-4-5,0 0,0-1,1 1,0-1,0 0,0 0,10 8,-14-13,0 0,0 0,0 0,0 0,1 0,-1 0,0 0,0 0,0 0,1 0,-1 0,0 0,0 0,0 0,1 0,-1 0,0 0,0 0,0 0,1 0,-1 0,0 0,0 0,0 0,1 0,-1 0,0 0,0-1,0 1,0 0,0 0,1 0,-1 0,0 0,0-1,0 1,0 0,0 0,0 0,1-1,2-12,-1-16,-2 28,0-7,1 1,1-1,-1 1,1 0,0-1,1 1,-1 0,1 0,1 0,6-9,-7 11,0 0,0 1,1-1,0 1,0 0,0 0,0 1,0-1,1 1,0 0,-1 0,1 0,0 1,1 0,5-2,-10 4,0-1,1 1,-1 0,0 0,0 0,1 0,-1 0,0 0,1 1,-1-1,0 0,1 1,-1-1,0 1,0-1,0 1,1-1,-1 1,0 0,0 0,0 0,1 1,0 0,1 1,-1 0,0 1,0-1,0 0,0 0,2 7,0 4,0 0,-1 1,2 15,-1 17,-2 0,-7 86,2-113,-3-4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13.6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87 0,'-3'1,"0"1,1-1,-1 1,1-1,-1 1,1 0,0 0,0 0,0 0,0 1,0-1,0 1,1-1,-3 6,-3 1,-6 7,8-12,1 2,-1-1,1 0,-6 12,9-16,1 1,-1-1,1 0,0 0,-1 1,1-1,0 0,0 1,-1-1,1 0,0 1,0-1,1 0,-1 1,0-1,0 0,1 1,-1-1,1 0,-1 0,1 1,-1-1,1 0,0 0,0 0,-1 0,1 0,0 0,2 2,1 0,1 1,-1-1,1 0,0 0,0 0,0-1,1 1,-1-1,0-1,1 1,-1-1,1 0,0 0,-1 0,1-1,0 0,6-1,-8 1,-1 0,0-1,1 0,-1 0,0 0,1 0,-1 0,0-1,0 0,0 1,0-1,0 0,0 0,-1-1,1 1,-1-1,1 1,-1-1,0 0,0 1,0-1,-1 0,1-1,-1 1,1 0,-1 0,0-1,1-6,-1 2,0-1,0 1,-1-1,0-9,0 17,0-1,0 0,0 1,-1-1,1 1,0-1,0 1,-1-1,1 1,-1-1,0 1,1-1,-1 1,0 0,0-1,0 1,0 0,0 0,0 0,0-1,0 1,0 0,0 0,-1 1,1-1,0 0,-1 0,1 1,-3-2,3 2,0 0,1 0,-1 0,1 0,-1 0,1 0,-1 0,0 0,1 0,-1 0,1 0,-1 1,1-1,-1 0,1 0,-1 1,1-1,-1 0,1 0,-1 1,1-1,0 1,-1-1,1 0,-1 1,1-1,0 1,-1-1,1 1,0-1,0 1,-1-1,1 1,0-1,0 1,0-1,0 1,0 0,0-1,0 1,0-1,0 1,0-1,0 1,0-1,0 1,0 0,0-1,1 1,-1-1,0 1,0-1,1 1,-1-1,0 1,1 0,17 29,-5-17,0-2,1 1,0-1,1-1,0-1,1 0,0-1,33 12,-29-15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14.0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30,'0'-4,"4"-2,2-4,-1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14.5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1,'4'0,"6"0,5 0,0 4,2 2,2 3,-3 5,2 0,-4 2,1-2,-3 1,2-3,1 2,4 2,-3-1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14.9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302 1,'-4'0,"-1"0,1 1,-1 0,1 0,-1 1,1-1,0 1,0 0,0 0,-4 3,-40 29,27-18,-20 14,5-3,-54 32,75-52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16.0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 1,'-1'0,"-1"1,0-1,1 1,-1 0,0 0,1-1,-1 1,1 0,0 1,-1-1,1 0,0 0,-1 1,1-1,0 0,0 1,0-1,0 1,0-1,1 1,-1 0,0 2,-13 38,12-34,0 0,1 1,0-1,1 1,0-1,0 1,0-1,1 0,3 12,-3-17,0 0,0 0,1 0,-1 0,1 0,-1-1,1 1,0 0,0-1,0 1,0-1,0 0,1 0,-1 0,1 0,0 0,-1 0,1-1,0 1,0-1,0 0,0 0,0 0,0 0,0-1,0 1,7 0,-6-2,0 1,1 0,-1-1,0 0,0 0,0 0,0-1,0 1,0-1,0 0,-1 0,1 0,-1 0,1-1,-1 0,0 1,0-1,0-1,0 1,0 0,-1-1,0 1,1-1,-1 1,2-9,-1 8,-2 0,1 0,-1 0,1 0,-1-1,0 1,-1-1,1 1,-1-1,0 1,0-1,0 1,0-1,-1 1,0-1,0 1,0 0,-1 0,1-1,-1 1,0 0,0 0,-1 0,-3-5,-2 4,1-1,-1 2,0-1,0 1,0 1,-1-1,1 2,-1-1,0 1,0 0,-10 0,0-1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17.9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20,'-1'38,"0"-26,0 0,1 0,0 0,1 0,0 0,6 19,-6-28,1-1,0 1,0 0,0-1,0 1,0-1,0 0,1 0,-1 0,1 0,0 0,0 0,-1-1,1 1,0-1,0 0,0 0,1 0,-1 0,0-1,0 1,0-1,1 0,-1 0,0 0,6-1,-3 1,1 0,-1-1,0 0,0 0,0-1,0 1,0-1,0-1,-1 1,1-1,-1 0,0 0,7-6,-8 5,-1 0,0 0,-1-1,1 1,-1-1,0 0,0 1,0-1,-1 0,1 0,-1-1,-1 1,1 0,0-5,-1 5,0 0,0 1,1-1,0 1,0-1,0 1,0-1,1 1,-1-1,1 1,1 0,-1 0,0 0,1 0,0 1,0-1,0 1,4-4,6-1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19.6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77 0,'-1'1,"-1"-1,1 0,0 1,0-1,0 1,0-1,0 1,0 0,0 0,0-1,1 1,-1 0,0 0,0 0,1 0,-1 0,0 0,1 0,-1 0,1 0,-1 0,1 0,0 0,-1 0,1 1,0-1,0 2,-5 37,5-35,-3 60,4-43,-2 0,0 0,-1-1,-2 1,0-1,-1 0,-10 28,9-41,2-8,-1-19,3-28,2 31,1 1,1-1,0 0,1 1,1 0,1-1,0 2,0-1,2 0,0 1,12-17,-19 29,1 1,-1 0,1 0,0 0,-1 0,1 0,0 0,0 0,0 0,0 0,0 0,0 0,0 1,0-1,0 0,0 1,0-1,1 0,-1 1,0 0,0-1,1 1,-1 0,0 0,1-1,-1 1,0 0,1 0,-1 1,0-1,1 0,-1 0,0 1,0-1,1 0,-1 1,0 0,0-1,0 1,0 0,0-1,1 1,-1 0,0 0,-1 0,1 0,0 0,0 0,0 1,7 8,-2 0,1 0,-1 1,6 16,-5-11,-5-13,0 0,-1 1,1-1,0 0,1-1,-1 1,0 0,1-1,-1 1,1-1,0 0,0 1,0-2,4 3,-6-3,0-1,0 0,0 1,0-1,0 0,0 0,0 0,1 0,-1 0,0 0,0 0,0-1,0 1,0 0,0 0,0-1,0 1,0-1,0 1,0-1,1-1,0 1,0-1,-1 0,1 0,-1 1,1-1,-1 0,0-1,0 1,0 0,0 0,1-4,7-37,2-8,-10 48,0 0,0 0,1 0,-1 1,0-1,1 0,0 1,0-1,-1 1,1-1,1 1,3-4,-4 6,-1-1,1 1,-1-1,1 1,0 0,-1 0,1 0,-1 0,1 0,0 0,-1 0,1 0,-1 0,1 1,-1-1,1 1,-1-1,1 1,-1 0,1 0,-1-1,0 1,0 0,1 0,-1 0,0 0,0 1,0-1,0 0,0 0,1 3,3 2,0 0,0 1,-1 0,0 0,3 8,-3 0,0 1,-1-1,-1 1,-1 0,0-1,-1 1,-2 18,1-8,1-4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20.0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 0,'0'8,"0"8,0 4,0 3,0 3,0 0,-4-4,-1-1,-1-1,-2 1,0 1,0 1,3-3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20.3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10,'0'-4,"0"-2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21.0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0,'10'28,"0"-4,-7 20,-4-37,1 0,0 0,1 0,0 0,0 0,0-1,5 12,-6-17,1 0,-1 0,1 0,-1 0,1 0,0 0,-1 0,1-1,0 1,0 0,-1 0,1-1,0 1,0-1,0 1,0-1,0 1,0-1,0 1,0-1,0 0,0 0,0 1,2-1,-1 0,1-1,-1 1,1-1,-1 1,1-1,-1 0,0 0,1 0,-1 0,3-1,6-6,-1 1,0-1,11-11,-18 15,0 1,0 0,0 1,1-1,-1 1,0-1,1 1,-1 0,1 0,7-2,-10 4,1 0,-1 0,1 0,-1 0,0 0,1 0,-1 1,1-1,-1 1,0-1,0 1,1-1,-1 1,0 0,0 0,0-1,0 1,1 0,-1 0,0 0,-1 0,1 0,0 0,0 1,0-1,-1 0,1 0,-1 1,1-1,-1 0,1 1,-1-1,1 2,1 6,1 1,-1-1,-1 1,0 0,0-1,-1 14,0-11,0 1,5 23,-1-19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24.6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98 3,'-4'1,"0"0,0 0,0 0,0 1,0 0,1-1,-1 1,1 0,-1 1,1-1,0 1,0-1,0 1,0 0,0 0,0 0,1 1,0-1,0 0,-4 8,2-4,1 0,-1 0,1 0,0 1,1-1,0 1,0 0,1-1,0 1,0 8,1-14,0 1,1-1,-1 1,1-1,-1 0,1 0,0 1,0-1,0 0,0 0,1 0,-1 0,1 0,-1 0,1-1,-1 1,1 0,0-1,0 1,0-1,0 0,0 0,0 1,0-1,0 0,1-1,-1 1,0 0,1-1,-1 1,0-1,1 0,3 0,-1 0,-1 0,0 0,1 0,-1-1,0 1,1-1,-1 0,0-1,0 1,0-1,0 1,0-1,0 0,-1-1,1 1,-1-1,1 1,2-4,2-4,-1 0,0 0,0 0,-1-1,-1 0,7-17,-11 26,0 0,-1 0,1-1,0 1,-1 0,0-1,0 1,1 0,-1-1,-1 1,1 0,0-1,0 1,-1 0,0-1,1 1,-1 0,0 0,0 0,0 0,0 0,0 0,-1 0,1 0,-1 0,1 0,-1 1,0-1,1 1,-1-1,0 1,0 0,0-1,0 1,0 0,-1 0,1 1,0-1,0 0,-5 0,-14-3,1 2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25.1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1,'10'49,"-5"-31,4 37,4 39,-7-63,2 43,-8-54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26.0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256 54,'0'-1,"0"-1,0 0,0 0,-1 0,1 1,0-1,-1 0,0 0,1 1,-1-1,0 1,0-1,0 0,0 1,0-1,0 1,0 0,0-1,-1 1,-1-1,0 0,-1 0,1 0,-1 0,0 0,0 1,1-1,-1 1,-7-1,-4 0,0 1,-1 1,-28 2,39-1,1-1,-1 2,0-1,0 0,0 1,1 0,-1 0,1 0,-1 1,1-1,0 1,0 0,0 0,0 1,1-1,-1 1,1 0,0 0,0 0,0 0,1 0,-1 1,1-1,-3 9,3-5,0-1,0 1,0-1,1 1,1 0,-1-1,1 1,0 0,1 0,0-1,0 1,0 0,1-1,1 1,4 11,-4-15,-1 0,0 0,1-1,0 1,0-1,0 0,0 1,1-1,-1-1,1 1,-1 0,1-1,0 0,0 0,0 0,1-1,-1 1,7 1,4 0,0-1,1 0,29-1,-23-2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26.9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0,'1'1,"0"-1,0 1,0-1,1 1,-1 0,0-1,0 1,-1 0,1 0,0 0,0 0,0 0,0 0,-1 0,1 0,-1 0,1 0,0 0,-1 0,1 2,12 30,-10-24,2 9,-1 0,-1 0,0 0,-1 0,-1 0,-1 1,0-1,-2 1,0-1,-1 0,-8 27,7-25,1-2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27.5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188 1,'-6'0,"0"1,-1 0,1 1,0-1,0 1,0 0,0 1,-10 5,-46 32,44-28,14-9,0-1,0 1,1 0,0 0,-1 1,1-1,0 1,1-1,-1 1,-3 7,5-10,1 1,-1-1,1 1,-1 0,1-1,0 1,0-1,0 1,0 0,0-1,0 1,0 0,0-1,1 1,-1 0,1-1,-1 1,1-1,0 1,-1-1,1 1,0-1,0 1,0-1,0 0,0 1,0-1,1 0,-1 0,0 0,3 1,6 6,1-1,-1 0,1-1,1 0,-1-1,1 0,0-1,0 0,1-1,17 2,-11 0,-3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29.1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70,'3'5,"-1"-1,1 1,-1 0,1 0,-1 0,-1 0,1 0,-1 0,0 0,0 1,0-1,-1 7,2 2,-2-20,1 0,0 0,0 0,1 0,-1 1,1-1,1 0,-1 1,1 0,0-1,0 1,0 0,1 0,0 1,0-1,5-4,-3 3,-1 1,1-1,0 1,1 0,-1 1,1-1,0 1,0 1,0-1,0 1,1 0,-1 1,13-3,-18 5,0 0,0 0,0 1,0-1,-1 0,1 1,0-1,0 1,0 0,0-1,-1 1,1 0,0 0,-1 0,1 0,-1 1,1-1,-1 0,1 1,-1-1,0 1,0-1,0 1,0-1,0 1,0 0,0 0,0-1,-1 1,1 0,-1 0,1 0,-1 0,0 4,2 8,-1 1,0 0,-2 23,0-22,-2 85,3-79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29.6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112 131,'0'4,"1"1,0 0,0-1,0 1,1-1,0 1,-1-1,2 0,-1 0,0 0,1 0,0 0,-1-1,2 1,-1-1,0 1,6 3,-7-5,1 0,-1 0,0-1,0 1,1-1,-1 0,1 1,0-1,-1 0,1 0,0-1,-1 1,1-1,0 1,0-1,-1 0,1 0,0 0,0 0,0-1,-1 1,1-1,0 1,0-1,-1 0,1 0,-1-1,1 1,-1 0,3-3,-2 1,0-1,0 1,-1-1,1 0,-1 0,0 0,0 0,-1 0,1 0,-1-1,0 1,0-1,0 1,0 0,-1-9,0 2,0 1,0 0,-1-1,0 1,-6-19,6 25,0 1,-1 0,0 0,1 0,-1 0,0 0,-1 0,1 0,0 1,-1-1,0 1,1 0,-1-1,0 1,0 1,0-1,0 0,-1 1,1-1,0 1,-1 0,1 0,-7 0,-7-1,0 0,0 2,-31 2,21 0,-19 4,30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0.6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1 169,'5'0,"1"-1,-1-1,0 1,1-1,-1 1,0-1,0-1,0 1,0-1,0 0,-1 0,8-6,-2 0,0 0,-1 0,0-1,9-13,-16 20,0 0,-1 0,1 0,-1-1,0 1,0 0,0-1,-1 1,1 0,-1-1,1 1,-1-1,-1-3,1 6,0 0,0 0,0-1,0 1,-1 0,1 0,0 0,-1 0,1 0,-1 0,1 0,-1 0,1 0,-1 0,0 0,0 0,1 0,-1 1,0-1,0 0,0 0,0 1,0-1,0 1,0-1,0 1,0-1,0 1,0 0,0-1,-1 1,1 0,0 0,0 0,0 0,0 0,0 0,-1 0,1 0,0 0,-2 1,1 0,0 0,0 0,0 0,1 0,-1 0,0 0,0 1,1-1,-1 0,1 1,0 0,-1-1,1 1,0 0,0-1,0 1,0 0,0 0,0 0,0 0,1 0,-1 0,1 0,0 0,-1 3,-1 8,1 1,0 22,1-29,0-1,0 1,0-1,1 0,0 0,0 0,0 0,1 0,0 0,0 0,0-1,1 1,0-1,0 1,0-1,1 0,0 0,-1-1,7 6,2-1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1.0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0,'4'0,"1"9,1 6,-2 6,-1 2,-1 3,-1 0,-1 1,0-5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1.3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11,'0'-4,"-5"-1,-4 4,-2 6,1 3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1.9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1,'4'0,"6"0,5 0,4 0,-1 4,-3 6,-1 1,-2 2,-4 4,-2 3,1-2,0 0,-1 2,-2-3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2.4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317 0,'-4'0,"-6"9,-5 2,-5-1,2 3,-1-1,-1 1,-1 4,-2-3,4 2,0-2,4 0,0-2,-2-3,-2 1,-1-1,-3 3,4-2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3.0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53,'0'3,"0"1,1-1,-1 1,1-1,0 1,0-1,0 1,0-1,0 0,1 0,0 0,-1 0,1 0,0 0,1 0,2 2,-1 0,1-1,0 0,0-1,0 0,0 1,1-1,0-1,10 4,-8-3,0-1,1 0,-1 0,0-1,0 0,1-1,-1 0,1 0,-1-1,0 0,1 0,-1-1,15-5,-19 6,-1-1,0 0,0 0,0-1,0 1,0 0,0-1,-1 0,1 1,-1-1,0 0,0 0,0-1,0 1,0 0,-1-1,1 1,-1-1,1-4,-1 5,-1 1,0-1,0 1,0-1,0 1,0-1,0 1,-1-1,1 1,-1-1,0 1,1 0,-1-1,0 1,0 0,-1 0,1-1,0 1,-1 0,0 0,1 0,-1 1,0-1,0 0,0 1,0-1,0 1,-3-2,-4-1,0 1,-1 0,1 0,-1 1,1 0,-1 1,1 0,-18 1,4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4.6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1,'4'0,"2"4,-1 6,-1 5,-1 4,-1 3,-1 3,0 0,-1 1,4-5,1-1,0 0,-1 1,3 1,0-3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5.3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73,'5'-1,"-1"0,0 0,1-1,-1 0,0 0,0 0,0 0,6-5,10-4,-4 3,2 1,-1 1,1 1,-1 1,1 0,36-2,-53 5,1 1,0 0,0 0,0 0,0 0,-1 0,1 1,0-1,0 0,0 1,-1-1,1 1,0 0,-1 0,1 0,0 0,-1 0,1 0,-1 0,0 0,1 0,-1 1,0-1,0 0,0 1,1-1,-2 1,1 0,0-1,0 1,0 0,-1-1,1 1,-1 0,1 0,-1 0,0-1,0 1,0 0,0 0,0 0,0 0,0-1,-1 1,0 3,-1 5,-1-1,0 0,0 0,-1 0,0-1,-1 1,-9 12,7-12,-1-1,0 0,-1 0,0-1,0 0,-1 0,0-1,0-1,-18 8,-11 7,39-19,0-1,0 1,0-1,0 1,0-1,1 1,-1-1,0 1,0-1,1 1,-1-1,0 0,1 1,-1-1,0 1,1-1,-1 0,0 1,1-1,-1 0,1 1,-1-1,1 0,-1 0,1 1,-1-1,1 0,26 17,-10-7,-12-5,0 0,0 0,0 1,0 0,-1-1,0 2,0-1,-1 0,0 1,0 0,0-1,1 9,9 17,-12-29,1 1,0-1,0 0,1 1,-1-1,0 0,1 0,6 4,6 4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5.8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140 150,'2'0,"0"-1,0 1,0-1,0 1,0-1,-1 0,1 0,0 0,0 0,-1 0,1 0,0 0,-1-1,1 1,-1-1,0 1,1-1,-1 1,0-1,0 0,0 0,0 1,-1-1,1 0,0 0,0-4,1 2,-1-1,0 0,0 0,0 0,-1-1,1 1,-1 0,0 0,-2-7,2 9,-1 0,0 1,0-1,0 0,-1 0,1 1,-1-1,1 1,-1-1,0 1,0 0,0 0,0 0,-1 0,1 0,0 0,-1 1,1-1,-1 1,0-1,1 1,-7-2,4 2,0 0,-1 0,1 0,-1 1,1 0,0 0,-1 0,1 1,-1 0,1 0,0 0,-7 3,8-3,1 1,-1-1,0 1,1 0,-1 0,1 0,0 1,-1-1,1 1,0 0,1-1,-1 1,0 1,1-1,-4 7,5-8,0 1,0 0,1 0,-1 0,1 0,-1 0,1 0,0 0,0-1,1 1,-1 0,0 0,1 0,0 0,0 0,0-1,0 1,0 0,0-1,1 1,-1-1,1 1,0-1,3 4,5 6,1-2,1 1,0-1,0-1,15 9,-16-11,2 2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6.5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121 1,'-5'1,"-1"-1,1 2,0-1,0 0,0 1,0 0,1 0,-1 1,0-1,1 1,-1 0,1 0,0 1,0-1,-6 8,6-7,0 0,1 1,-1-1,1 1,0 0,0 0,0 0,1 1,0-1,0 0,0 1,1 0,0-1,-1 8,2-10,1 0,-1 0,1 0,0-1,0 1,0 0,1 0,-1 0,1-1,-1 1,1-1,0 1,0-1,0 0,0 0,0 0,1 0,-1 0,1 0,-1-1,1 1,0-1,-1 1,1-1,0 0,4 1,3 1,0 0,0-1,0 0,1 0,-1-1,16-1,-21 0,0-1,0 0,0-1,0 1,0-1,-1 0,1 0,-1 0,1-1,-1 1,0-1,0-1,0 1,0 0,4-6,-5 6,-1 0,1 1,-1-1,0 0,0 0,0-1,-1 1,1 0,-1-1,0 1,0-1,0 1,0-1,-1 1,1-1,-1 0,0 1,0-1,0 0,-1 1,1-1,-2-3,1 5,0 0,0 0,-1 0,1 0,-1 1,0-1,1 1,-1-1,0 1,0 0,1 0,-1-1,-4 0,5 1,1 1,-1 0,1-1,-1 1,1 0,-1-1,1 1,-1 0,1 0,-1 0,0-1,1 1,-1 0,1 0,-1 0,0 0,1 0,-1 0,1 0,-1 0,0 0,1 0,-1 1,1-1,-1 0,0 0,1 0,-1 1,1-1,-1 0,1 1,-1-1,1 0,-1 1,1-1,0 1,-1-1,1 1,-1-1,1 1,0-1,0 1,-1-1,1 1,0-1,0 1,-1 0,1-1,0 1,0 0,1 1,-1 1,1-1,0 0,0 0,0 0,0 0,1 0,-1 0,0 0,1-1,-1 1,1 0,0-1,-1 1,1-1,0 0,0 1,3 0,-5-2,17 11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36.9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0,'0'642,"0"-621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40.5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60,'-4'0,"-1"4,-5 2,5-1,2-5,6-2,7-2,2-3,2-1,0-3,1 0,2 2,3 2,-2-1,-4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41.7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1,'4'0,"2"4,3 2,1 3,2 1,0 2,1 0,0 1,-4-1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44.6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1,'4'0,"1"4,1 2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48.4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0,'0'4,"0"6,0 5,0 4,0 4,0 1,0 1,0 1,0 0,0-1,0 0,0 1,0-1,0-1,0 1,0 0,0-1,0-3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49.1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215 0,'-6'1,"0"0,1 0,-1 0,1 1,-1 0,1 0,-1 0,1 1,0-1,-6 6,-50 38,50-38,3-1,-38 34,44-39,0-1,0 1,0 0,0 0,1 0,-1 0,1 1,0-1,0 0,0 1,0-1,0 1,0-1,0 1,1-1,-1 1,1-1,0 4,1-4,0 0,0 0,0 0,0 0,0-1,1 1,-1 0,1-1,-1 1,1-1,0 0,-1 1,1-1,0 0,0 0,0 0,2 1,37 12,-22-10,0-2,31 2,-28-3,37 6,-10 2,-27-6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49.9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1,'0'4,"5"5,0 6,5 1,-1 0,4-1,-1 0,2-2,2-3,3-4,-2-6,-3-8,-5-7,-4-4,-6 0,-8 4,-2 8,1 6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50.9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1,'4'0,"6"0,5 0,4 0,4 0,1 0,1 0,1 0,0 0,-5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51.3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1,'4'0,"6"0,5 0,5 0,2 0,3 0,0 0,0 0,1 0,-4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4:52.3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107 129,'0'5,"1"1,0-1,0 0,1 1,0-1,0 0,0 0,0 0,1-1,0 1,0 0,0-1,0 0,1 0,-1 0,1 0,0 0,1-1,-1 0,1 0,-1 0,1 0,0-1,10 4,-9-3,0-1,1 0,-1 0,1 0,0 0,0-1,-1-1,1 1,0-1,0 0,0 0,0-1,-1 0,1 0,0-1,-1 0,1 0,-1 0,9-5,-9 3,-1 0,1-1,-1 0,0 0,0 0,0-1,-1 1,0-1,0 0,-1-1,1 1,-1-1,0 1,3-14,-5 16,-1 1,1-1,-1 1,1-1,-1 0,0 1,-1-1,1 0,-1 1,1-1,-1 0,0 1,-1-1,1 1,0 0,-1-1,0 1,0 0,0 0,0 0,0 0,-1 0,1 1,-1-1,0 1,0-1,0 1,0 0,0 0,-4-2,-8-2,-1-1,1 2,-1 0,0 1,0 1,0 0,-20 0,-3 1,-75 8,75 3,23-3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5:27.79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470 1,'0'21,"0"14,5 44,-4-67,2 0,0 0,0 0,1-1,0 1,1-1,8 15,10 16,22 57,-26-54,25 45,-19-42,-2 0,-2 2,27 99,41 126,-78-240,11 61,-4-8,-12-61,-1 1,-1 0,-2 0,-1 0,-4 54,-22 42,17-90,-2-1,-1 0,-1 0,-2-1,-30 50,39-74,-1-1,1-1,-1 1,-1-1,1 0,-1 0,0-1,-10 7,-22 17,-13 11,-7 5,39-24,2 1,0 1,2 0,-22 41,12-21,21-35,-1-1,0 1,-1-1,0-1,-10 9,10-9,0-1,1 1,0 1,0-1,0 1,1 0,-6 9,-33 70,-36 98,69-157,-2-2,0 0,-33 45,27-44,2 0,-26 55,35-56,7-20,0-1,0 1,0 0,-1-1,0 0,0 1,0-1,0 0,-1 0,0 0,-3 3,6-7,0 0,0 1,-1-1,1 0,0 0,0 0,0 0,-1 0,1 0,0 0,0 0,0 0,-1 0,1 0,0 0,0 0,0 0,-1 0,1 0,0 0,0 0,0 0,-1 0,1 0,0 0,0 0,0 0,-1-1,1 1,0 0,0 0,0 0,0 0,-1 0,1-1,0 1,0 0,0 0,0 0,0 0,0-1,0 1,-1 0,-3-15,1-16,2 15,2 0,0-1,1 1,1 0,7-24,32-75,-4 18,-11 11,-23 83,2 10,1 10,-2 9,-2 0,0 1,-2-1,-3 39,1-15,0-42,0 0,0 1,-1-1,0 0,-4 11,-5 25,11-44,0 1,0-1,0 0,0 0,0 1,0-1,0 0,0 0,1 1,-1-1,0 0,0 0,0 0,0 1,1-1,-1 0,0 0,0 0,0 1,1-1,-1 0,0 0,0 0,1 0,-1 0,0 0,0 0,1 1,-1-1,0 0,0 0,1 0,-1 0,0 0,0 0,1 0,-1 0,0 0,0 0,1-1,-1 1,0 0,0 0,1 0,-1 0,0 0,0 0,1-1,14-4,-14 4,59-21,-40 16,-1-1,0-1,-1 0,26-17,-41 24,-1-1,1 0,-1 0,1 0,-1 0,0 0,0-1,0 1,0-1,0 1,-1-1,1 0,-1 0,0 0,0 0,0 1,0-2,0 1,0 0,-1 0,0 0,1 0,-1 0,0 0,-1 0,1 0,-1-1,1 1,-1 0,0 0,0 0,0 0,0 1,-1-1,1 0,-1 0,0 1,1-1,-1 1,0-1,-1 1,-2-2,-21-21,16 12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5:30.32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836 0,'0'3,"-1"-1,1 0,-1 0,1 0,-1 0,0-1,0 1,0 0,0 0,0 0,-1-1,1 1,0 0,-1-1,1 0,-3 2,-32 24,23-18,-14 11,0 1,1 1,2 1,0 2,2 0,0 1,-31 51,26-34,20-35,2 0,-1 0,1 0,1 1,-1 0,2 0,-1 0,1 0,0 0,1 1,-2 14,3 279,4-136,-3-151,0 1,-1 0,-5 24,4-35,0 0,0 1,-1-1,0 0,0 0,0-1,-1 1,1-1,-1 0,-1 0,-8 9,0 0,0 0,1 1,-11 17,15-19,-2 1,0-2,0 1,-1-2,-13 12,7-11,-35 19,37-23,0 0,1 1,-26 21,22-12,-1-2,-1 0,-41 25,54-38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48.8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1,'4'0,"1"4,5 2,4-1,4-1,3-1,2-1,2-1,0-1,-3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49.8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0,'4'0,"2"5,3 0,1 5,3 0,-2 3,3-2,-2 3,2-2,2-3,-1-2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0.5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1,'0'4,"4"2,6-1,5-1,5 3,2 1,2-2,2-1,-5-2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1.10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1,'0'4,"0"6,4 0,6 0,5-3,0-2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2.3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0,'4'4,"6"2,1 3,2 1,4-2,4-1,1-3,2-2,-4-1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2.7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0,'4'0,"6"0,1 4,2 2,4-1,-1-1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3.1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1,'4'0,"6"0,5 0,1 4,1 1,2 1,2-2,-3-1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3.4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1,'4'0,"6"0,1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3.86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0,'4'0,"6"0,1 4,2 2,0 3,-3 1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4.22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0,'5'0,"4"0,6 0,0 4,-2 2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4.5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1,'5'0,"4"4,6 2,0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5.21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0,'0'4,"4"2,6-1,1 3,3 1,3-2,3-2,2-1,-2-2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5.63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1,'4'0,"5"0,7 0,-1 4,2 2,-2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6.10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1,'4'0,"2"4,3 1,1 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8.0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 0,'-4'0,"-2"0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6:59.1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10,'0'-4,"0"-1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7:20.8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237 426,'-8'0,"-1"1,1 1,0-1,-14 5,18-4,-1 0,0-1,1 1,-1-1,0-1,0 1,0-1,0 1,1-1,-1-1,0 1,0-1,0 0,0 0,1 0,-8-3,4 0,0 0,1-1,-1 0,1 0,0-1,1 0,-1 0,-8-11,12 14,1 0,0 0,0 0,0 0,1 0,-1 0,1 0,0-1,0 1,0-1,0 1,0 0,1-1,0 1,-1-1,1 0,1 1,-1-1,0 1,1-1,0 1,0 0,2-7,9-17,-1-1,-1 0,-1-1,7-47,-15 71,1 0,-1 0,1 0,0 0,0 0,1 0,-1 1,1-1,0 1,1 0,-1 0,1 0,-1 0,1 1,0 0,0-1,1 1,-1 1,1-1,0 1,-1-1,1 1,0 1,0-1,7-1,0 0,0 1,1 0,-1 1,0 0,1 1,-1 0,0 1,1 0,21 6,17 15,-40-16,-1-1,1 0,11 3,-1-1,-1 1,0 1,0 0,-1 2,0 0,-1 1,29 26,-41-33,-1 0,-1 1,1-1,-1 1,0 0,0 1,0-1,-1 1,0-1,-1 1,1 0,-1 0,2 13,-1 5,0 1,-1 39,-4-44,0-1,-10 38,1-8,10-44,0-1,-1 1,1-1,-1 1,-1-1,1 0,-1 0,0 0,0 0,0 0,-1-1,0 0,0 0,0 0,0 0,-1 0,1-1,-1 1,-8 3,-8 3,-1-1,1-2,-40 10,38-12,2 2,-35 14,49-18,1 1,0 0,0 0,0 1,0 0,1 0,0 0,0 1,0 0,1 0,-1 0,1 0,1 1,0-1,0 1,-3 10,4-12,1 0,-1 1,1 0,1-1,-1 1,1 0,0-1,0 1,1 0,0-1,0 1,0-1,0 1,1-1,0 1,0-1,1 0,-1 0,1 0,0 0,6 7,-2-5,-1 1,1-1,1-1,15 13,-16-16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4:47:21.6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1,'0'4,"0"2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19.4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841 0,'-6'0,"1"1,-1 0,0 0,1 0,-1 1,1 0,-1 0,1 0,0 0,-6 5,-49 37,22-15,-21 12,-137 102,150-108,-91 53,45-32,48-25,20-14,-43 23,66-40,0 0,1 0,-1 1,0-1,1 0,-1 1,1-1,-1 0,1 1,-1-1,1 1,-1-1,1 1,-1-1,1 1,0-1,-1 1,1-1,0 1,-1 0,1-1,0 1,0-1,-1 1,1 0,0-1,0 1,0 0,0-1,0 1,0 0,0-1,0 1,1 1,0 0,0 0,0 0,0 0,1 0,-1 0,1 0,-1 0,1-1,0 1,2 1,52 33,-54-35,17 9,1 0,1-2,0-1,0 0,43 7,-19-9,86 0,-104-3,0 1,0 1,0 2,47 16,-40-12,-2 1,-20-7,1 0,0 0,20 2,-20-4,1 0,24 8,-20-4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21.5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459 1,'-19'1,"-1"0,1 2,-1 0,1 2,0 0,0 1,1 0,0 2,0 0,1 1,0 1,0 1,1 0,-15 14,29-24,1 0,-1 1,1-1,-1 0,1 1,0-1,0 1,-1-1,1 1,0 0,1-1,-1 1,0 0,0 0,1-1,-1 1,1 0,-1 0,1 0,0 0,0 0,0 0,0 0,0 0,0 0,1-1,-1 1,1 0,-1 0,1 0,0 0,-1-1,1 1,1 2,1-1,0 0,0 0,0 0,1-1,-1 1,1-1,-1 1,1-1,0 0,0-1,0 1,0-1,0 1,8 0,28 5,-22-5,0 1,0 0,-1 2,1 0,17 8,-30-10,0 0,0 0,-1 0,1 0,-1 1,0-1,0 1,0 0,0 1,-1-1,1 1,-1-1,0 1,-1 0,1 0,-1 0,0 1,0-1,-1 0,0 1,1 5,-1-2,0 1,-1-1,0 0,-1 0,0 0,0 0,-1 0,0 0,-1 0,0 0,0-1,-1 0,0 1,-1-1,0-1,0 1,0-1,-1 1,0-2,0 1,-1-1,0 0,0 0,-1-1,1 0,-1 0,0 0,0-1,-1-1,1 1,-1-2,0 1,0-1,-12 2,4-4,0 0,0 0,0-2,1 0,-1-1,-23-7,25 6,2 1,0 0,0-1,1 0,-1-1,1-1,-14-8,13 5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22.7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103 1,'-3'2,"0"0,-1 0,1 1,1-1,-1 1,0 0,1 0,-1 0,1 0,0 0,0 0,-2 5,-6 7,3-7,1 0,0 1,0 0,1 0,0 0,1 1,0-1,1 1,-1 0,-2 18,6-23,-1 0,1 0,0 0,1 0,-1 0,1 0,0 0,0 0,0 0,1-1,0 1,0-1,0 1,0-1,1 1,0-1,0 0,0 0,0-1,1 1,-1-1,1 1,0-1,4 3,-2-3,-1 1,0-1,1 0,0-1,-1 0,1 0,0 0,0 0,0-1,1 0,-1 0,0-1,0 0,0 0,1 0,5-2,-8 2,0-1,0-1,0 1,-1 0,1-1,0 0,-1 0,0 0,1 0,-1-1,0 1,0-1,0 1,0-1,-1 0,1 0,-1-1,0 1,0 0,0-1,0 0,-1 1,1-1,-1 0,0 0,1-4,-1 2,1 0,-1-1,0 1,-1 0,1 0,-1-1,0 1,-1 0,0 0,0-1,0 1,0 0,-1 0,0 0,-1 0,1 1,-1-1,0 0,-1 1,1 0,-1 0,0 0,0 0,-1 1,1 0,-1-1,0 2,0-1,0 0,-1 1,-10-4,-13-4,29 11,0 0,0 0,0 0,0 0,0 0,-1 0,1-1,0 1,0 0,0 0,0 0,0 0,0 0,-1 0,1 1,0-1,0 0,0 0,0 0,0 0,-1 0,1 0,0 0,0 0,0 0,0 0,0 0,0 0,0 0,0 1,-1-1,1 0,0 0,0 0,0 0,0 0,0 0,0 1,0-1,0 0,0 0,0 0,0 0,0 0,0 0,0 1,0-1,0 0,0 0,0 0,11 15,32 28,90 66,-99-80,-29-22,1-2,0 1,0-1,1 0,-1 0,1 0,0-1,0 0,1-1,-1 0,13 4,-18-7,-1 0,1 0,-1 0,1 0,-1 0,0-1,1 1,-1-1,0 1,1-1,-1 1,0-1,0 0,1 0,-1 1,0-1,0 0,0 0,0 0,0 0,0-1,1-1,7-12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23.3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0,'0'5,"5"1,1 4,-1 5,0 4,-2 4,-1 2,4-3,1 0,-2-1,0 2,-2 1,4-4,-1-9,0-7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23.6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16 143,'0'-4,"0"-7,0-5,0-5,0-3,0-2,-4 3,-2 11,0 6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24.2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131 1,'-4'0,"-1"1,1 0,-1 1,1-1,-1 1,1 0,0 0,0 0,0 0,0 1,0 0,1-1,-1 2,1-1,-1 0,1 1,0-1,1 1,-1 0,-3 6,-2 3,1 1,1 0,-1 0,2 0,-4 17,7-25,1 0,-1 1,1-1,1 1,-1-1,1 1,1-1,0 10,0-14,-1 0,1 0,0 0,0 0,0 1,0-1,0-1,1 1,-1 0,1 0,-1 0,1-1,-1 1,1-1,0 1,0-1,0 0,0 1,0-1,0 0,0 0,0-1,0 1,1 0,-1-1,4 1,2 1,0-1,-1 0,1 0,0-1,0 0,0 0,-1-1,1 0,0-1,-1 1,1-1,-1-1,1 0,7-3,3-7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24.6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0,'1'19,"1"0,7 31,3 20,-8 88,-3-90,12 101,-8-132,2 0,2 0,1 0,1-2,20 41,-23-59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26.6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54 1,'-2'0,"0"1,0-1,0 1,0-1,1 1,-1 0,0-1,0 1,1 0,-1 0,1 1,-1-1,1 0,-1 0,1 1,0-1,-1 1,1-1,0 1,0 0,0-1,0 1,-1 3,-1 2,1 1,-1-1,1 0,-2 13,3-13,0 1,1-1,0 0,0 1,0-1,1 0,0 1,1-1,0 0,0 0,4 11,-4-15,-1-1,1 1,0-1,0 1,0-1,0 0,0 0,0 0,0 0,1 0,-1 0,1 0,0-1,-1 0,1 1,0-1,0 0,0 0,0-1,0 1,0 0,0-1,0 0,0 0,0 0,0 0,0 0,0-1,0 1,5-2,1-2,0 1,-1-1,1-1,-1 1,0-2,0 1,0-1,-1 0,0-1,0 1,0-2,-1 1,0-1,5-8,-5 1,-4 3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28.1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84 42,'-5'2,"1"1,-1-1,0 1,1-1,-1 1,1 1,0-1,0 1,0-1,1 1,-7 9,7-9,0 1,0-1,0 1,1 0,-1 0,1 1,0-1,1 0,-1 1,1-1,0 1,1-1,-1 1,1 0,0-1,1 1,-1-1,1 1,0-1,0 1,1-1,-1 1,1-1,1 0,-1 0,1 0,0 0,0-1,0 1,0-1,1 1,0-1,0 0,0-1,7 5,-2-2,0-1,0-1,1 0,-1 0,1-1,0 0,15 2,-22-4,1-1,-1 0,1 0,-1 0,0 0,1-1,-1 1,1-1,-1 0,0 0,0 0,1 0,-1-1,0 1,0-1,0 0,-1 0,1 0,0 0,-1 0,1-1,-1 1,0-1,0 1,0-1,2-4,39-76,-38 73,-2 0,1 0,-1 0,-1-1,1 1,0-18,-3 24,-1 1,1 0,0 0,-1 0,0 0,0 0,0 0,0 0,-1 0,1 0,-1 1,1-1,-1 0,0 1,0-1,0 1,0 0,-1 0,1 0,-1 0,1 0,-1 0,-3-1,-4-2,-1 0,1 1,-1 0,-22-5,32 9,0-1,0 1,0 0,0-1,0 1,0 0,0 0,0 0,0 0,0 0,0 0,-1 0,1 0,0 0,0 1,0-1,0 0,0 1,0-1,0 0,0 1,1 0,-1-1,0 1,0-1,0 1,0 0,0 1,1-2,0 1,0 0,0 0,0 0,0 0,0 0,0 0,0 0,1 0,-1 0,0-1,1 1,-1 0,0 0,1 0,-1 0,1-1,-1 1,1 0,0-1,-1 1,1 0,0-1,-1 1,1-1,0 1,0-1,0 1,-1-1,1 0,1 1,8 5,-1 0,0 0,0 1,-1 0,0 0,0 1,0 0,-1 1,-1-1,1 1,-1 1,7 14,-4-5,2-1,0-1,1 0,16 19,-23-31,1 0,-1 0,1-1,0 1,1-1,-1 0,1-1,-1 0,1 0,0 0,0-1,1 0,-1 0,0-1,8 1,6-1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29.5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4 217,'12'0,"0"0,0-1,0 0,-1-1,15-4,-21 4,0 0,0 0,-1 0,1-1,-1 0,1 0,-1 0,0 0,0 0,0-1,-1 0,1 0,-1 0,4-6,-2 3,-1-1,1 0,-2-1,1 1,-1-1,0 1,-1-1,2-12,-3 19,-1 0,0-1,0 1,0 0,0-1,0 1,-1-1,1 1,-1 0,1 0,-1-1,0 1,0 0,0 0,0 0,-1 0,1 0,0 0,-1 0,1 0,-1 1,0-1,1 0,-1 1,0 0,0-1,0 1,0 0,0 0,-1 0,1 0,0 0,0 1,-1-1,1 1,-3-1,0 0,1 0,-1 0,1 0,-1 1,1 0,-1-1,0 2,1-1,-1 0,1 1,-1 0,1 0,-1 1,1-1,0 1,-1 0,1 0,0 0,0 1,0-1,1 1,-1 0,1 0,-1 0,1 0,0 1,0 0,1-1,-1 1,1 0,0 0,0 0,0 1,0-1,1 0,-1 1,1-1,1 1,-1-1,0 10,0-6,1 0,0 1,0-1,1 0,0 0,0 0,1 0,0 0,0 0,1 0,0-1,0 1,7 9,-3-6,1 0,1-1,0-1,0 1,1-1,0-1,19 13,-17-13,0 0,1-1,0 0,0-2,1 1,0-2,0 1,0-2,0 0,28 2,-19-5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30.9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211 84,'0'-4,"-1"1,1-1,-1 1,1 0,-1-1,0 1,-1 0,1 0,0-1,-1 1,0 0,0 0,0 1,0-1,0 0,0 1,-1-1,1 1,-1 0,0 0,0 0,0 0,0 0,0 1,0-1,-4 0,2 0,-1 0,0 0,1 1,-1-1,0 1,0 1,0-1,0 1,0 0,0 1,0-1,0 1,1 1,-10 2,11-2,0 0,1 1,-1-1,0 1,1 0,0 0,0 1,0-1,0 1,0-1,1 1,0 0,0 0,0 0,0 0,0 0,-1 6,2-5,-1 0,1 1,-1-1,2 0,-1 0,1 1,-1-1,1 0,1 1,-1-1,1 0,0 1,0-1,2 6,2-3,0 1,1-1,0 0,0-1,1 1,0-1,0-1,1 1,-1-1,13 7,-15-10,0 0,0 0,0 0,0-1,0 0,1 0,-1 0,1-1,0 1,-1-1,1-1,0 1,0-1,0 0,-1 0,1-1,0 0,10-2,0-7,-5-2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32.0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1,'0'690,"0"-684,0 0,0 0,0 0,1 0,0-1,0 1,1 0,-1 0,1-1,0 1,1-1,-1 1,1-1,0 0,1 0,-1 0,1-1,0 1,4 3,-6-7,-1 0,0-1,0 1,0-1,0 0,0 1,0-1,0 0,1 0,-1 1,0-1,0 0,0 0,0 0,1-1,-1 1,0 0,0 0,0-1,0 1,0 0,1-1,-1 1,0-1,0 0,0 1,0-1,0 0,-1 0,1 1,0-1,0 0,0 0,-1 0,1 0,0-1,5-7,0 1,-1-1,5-13,-4 9,3-3,-1-1,1 1,0-1,24-28,-30 42,-1 0,0 0,1 1,0-1,-1 1,1 0,0 0,0 0,0 0,1 0,-1 1,0-1,1 1,-1 0,0 0,1 0,0 1,-1-1,1 1,-1 0,1 0,0 0,-1 0,1 1,-1-1,1 1,3 1,-3 0,-1-1,0 1,0 0,1 0,-1 0,-1 0,1 0,0 1,0-1,-1 1,0 0,1 0,-1 0,0 0,0 0,-1 0,1 1,1 3,1 7,0 0,-1 1,2 19,2 9,-5-36,0 2,0 0,0-1,2 1,3 9,2-4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32.6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80 133,'3'0,"0"-1,0 0,0 0,-1 0,1 0,0 0,0 0,-1-1,1 0,-1 1,1-1,-1 0,0 0,1 0,-1-1,0 1,0 0,-1-1,3-3,-1 2,-1 0,0 0,0 0,0 0,0 0,-1 0,1 0,-1 0,0-1,-1 1,1-1,0-6,-2 9,1 1,0-1,-1 0,1 1,-1-1,1 1,-1-1,0 0,0 1,1-1,-1 1,0 0,0-1,-1 1,1 0,0 0,0-1,-1 1,1 0,0 0,-1 0,1 1,-1-1,1 0,-1 1,0-1,1 1,-1-1,0 1,1 0,-1-1,0 1,1 0,-1 0,0 0,0 0,1 1,-3 0,-1-1,1 1,-1 0,1 1,0-1,0 1,-1-1,1 1,0 1,1-1,-1 0,0 1,1 0,-6 5,4-2,1 0,0 1,0-1,1 1,-1 0,2 0,-1 1,1-1,0 0,0 1,1-1,0 1,0 0,1-1,0 1,0 0,1-1,2 13,-1-14,-1 0,1 0,0-1,1 1,-1-1,1 1,0-1,1 0,-1 0,1 0,0-1,0 1,0-1,1 0,-1 0,1-1,0 1,0-1,0 0,1 0,-1-1,1 1,0-1,6 1,7 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33.6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22 157,'-1'7,"0"0,0 1,0-1,-1 0,-3 9,2-10,1 0,0 1,1-1,0 0,-1 9,2-13,0 1,1 0,-1-1,1 1,-1-1,1 1,0-1,0 1,0-1,0 0,0 0,1 1,-1-1,1 0,-1 0,1 0,3 2,-1 1,2 0,-1-1,0 0,1 0,0-1,0 0,0 0,0 0,1 0,-1-1,1 0,-1-1,1 0,0 0,0 0,-1 0,1-1,0 0,0-1,0 0,-1 0,1 0,0-1,-1 0,1 0,-1 0,0-1,0 0,0 0,0-1,0 0,-1 0,1 0,-1-1,0 1,-1-1,1-1,-1 1,0 0,0-1,-1 0,1 0,-1 0,2-8,2-4,-2 0,0 0,-1 0,-1-1,2-26,-5 41,0 0,0 0,0 0,0 0,-1 0,0 0,1 0,-1 0,-1 0,1 0,-1 0,1 1,-1-1,0 0,0 1,-1 0,1-1,-1 1,0 0,0 0,0 1,0-1,0 0,0 1,-1 0,1 0,-1 0,0 0,1 1,-1-1,-5 0,8 1,-1 1,1-1,-1 1,0 0,1 0,-1-1,0 1,1 0,-1 1,0-1,0 0,1 0,-1 1,1-1,-1 1,0-1,1 1,-1 0,1 0,-1-1,-2 3,3-1,-1 0,0 0,1 1,0-1,-1 0,1 0,0 1,0-1,0 1,0-1,1 1,-2 4,2 2,-1-1,1 1,0 0,0 0,1 0,1-1,2 13,53 123,-38-100,-1 0,11 48,2 66,-20-97,-6-39,-1 0,1 32,-5-50,1 4,-1 0,0 1,-1-1,0 0,-3 15,3-21,0 0,0 1,0-1,0 0,0 0,-1 0,1 0,-1 0,1 0,-1-1,0 1,0 0,0-1,0 0,0 1,0-1,0 0,0 0,-1 0,1 0,0 0,-1-1,1 1,-3 0,-4 0,1 0,0-1,-1 1,1-2,0 1,-1-1,1 0,0-1,0 0,0 0,0-1,0 0,1 0,-1-1,-7-5,12 7,-1 0,0-1,1 0,0 0,0 0,0 0,0 0,0-1,1 1,-1-1,1 0,0 0,0 0,1 0,-1 0,1 0,0 0,0 0,0-1,0 1,1 0,0-1,0 1,0 0,0-1,1 1,0 0,-1 0,4-8,2-5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34.8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134 0,'-5'1,"-1"0,0 0,1 0,-1 1,1 0,-1 0,1 0,0 1,0-1,0 1,0 1,0-1,1 1,-1 0,1 0,0 0,0 0,1 1,-1-1,1 1,0 0,0 0,-2 7,1-5,1 0,0 0,0 1,1-1,0 0,0 1,1-1,0 1,0 0,1-1,0 1,0 0,1-1,0 1,0-1,1 1,3 8,-2-11,0 0,0-1,0 0,1 1,0-1,0-1,0 1,0-1,0 1,1-1,0 0,-1-1,1 1,0-1,0 0,1 0,-1-1,11 3,-12-3,0 0,0-1,0 1,0-1,1 0,-1 0,0 0,0-1,1 1,-1-1,0 0,0 0,0 0,0-1,0 0,0 1,-1-1,1-1,-1 1,1 0,-1-1,0 0,0 0,5-5,-3-1,0 1,0-1,-1 0,-1 0,1-1,-2 1,1-1,1-16,-3 22,-1 0,1 1,-1-1,0 0,0 0,-1 1,1-1,-1 0,0 1,0-1,0 1,0-1,-1 1,1-1,-1 1,0 0,0 0,0 0,0 0,-1 0,1 0,-1 0,0 1,1 0,-7-4,9 5,-1 1,0-1,1 1,-1-1,0 1,1-1,-1 1,0 0,0-1,1 1,-1 0,0 0,0-1,1 1,-1 0,0 0,0 0,0 0,1 0,-1 0,0 0,0 0,0 1,1-1,-1 0,0 0,0 1,1-1,-1 0,0 1,1-1,-1 1,0-1,1 1,-1-1,1 1,-1-1,1 1,-1 0,1-1,-1 1,1 0,-1-1,1 1,0 0,0-1,-1 1,1 0,0 0,0 0,0-1,0 1,0 0,0 0,0 0,0 1,0 2,0 1,0-1,1 0,-1 1,1-1,0 0,0 0,1 0,2 6,9 12,-3-5,0 1,12 30,-18-38,0 0,0 0,1-1,0 0,0 0,1 0,0-1,1 0,0 0,0 0,1-1,0 0,0-1,0 1,1-2,0 1,0-1,10 4,2-3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35.2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160 1,'-7'0,"-1"1,1 0,0 0,0 1,0-1,0 2,0-1,0 1,1 0,-1 1,1-1,0 1,0 0,0 1,0 0,-8 9,10-10,0 1,1-1,-1 1,1 0,0 0,0 1,1-1,-1 1,1-1,0 1,1 0,0-1,-1 1,2 0,-1 0,1 0,0 0,0 0,1 0,-1 0,3 6,-1-7,0 0,0 0,1 0,0 0,0-1,0 1,0-1,1 0,0 1,0-2,0 1,0 0,1-1,-1 0,1 0,0 0,0-1,0 0,0 0,0 0,0 0,1-1,7 1,-5 0,0-1,1 0,-1 0,0-1,0 0,0 0,0-1,0 0,0-1,0 1,0-2,0 1,0-1,-1 0,11-7,-2-1,-3 1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35.7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0,'1'17,"1"-1,1 0,4 20,-2-17,3 36,-7 116,-3-110,3 0,10 71,32 108,-41-225,1 0,0-1,1 1,10 25,-5-24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36.9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110 0,'-1'5,"-1"-1,1 1,-2-1,1 0,0 0,-1 0,1 0,-1-1,0 1,-1-1,1 1,-8 4,-6 9,11-8,0-1,1 0,-1 1,2 0,-1 0,1 1,1-1,0 1,0 0,1 0,0 0,-1 17,3-23,0 0,0 1,0-1,0 0,1 0,0 0,-1 1,2-1,-1 0,0 0,1-1,0 1,0 0,0 0,0-1,0 1,1-1,0 0,-1 0,1 0,1 0,-1 0,0-1,1 1,-1-1,1 0,-1 0,1 0,0 0,0-1,0 0,7 2,-5-2,1 0,0 0,-1 0,1-1,0 0,0 0,-1-1,1 0,0 0,-1-1,1 1,-1-1,1-1,8-4,-11 5,0-1,0 0,0 0,-1 0,1 0,-1-1,1 0,-1 1,0-1,-1 0,1 0,-1-1,0 1,0 0,0-1,0 0,-1 1,0-1,0 0,1-9,-2 5,1-1,-2 1,1-1,-1 1,-1-1,0 1,0 0,-1 0,-7-17,8 20,-1 1,0 0,0 0,0 0,-1 0,0 0,0 1,0-1,0 1,-1 0,0 1,0-1,0 1,0 0,0 0,-10-3,14 5,1 1,-1-1,0 1,1-1,-1 1,0 0,0 0,1-1,-1 1,0 0,0 0,0 0,1 0,-1 0,0 0,0 0,0 0,1 0,-1 0,0 0,0 0,0 0,1 1,-1-1,0 0,1 1,-1-1,0 1,0-1,1 1,-1-1,1 1,-1-1,0 1,1-1,-1 1,1 0,0-1,-1 1,1 0,-1 0,1-1,0 1,0 0,-1 0,1-1,0 1,0 0,0 0,0 0,0-1,0 1,0 0,0 0,0 0,0-1,1 1,-1 0,0 0,1 1,1 4,-1 1,1-1,1 0,-1 0,1 0,4 6,99 121,-36-49,-51-60,28 28,-41-47,0 1,0-1,0 0,1-1,-1 1,1-1,1-1,-1 1,0-1,11 2,-2-4,-2-3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38.15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204 1,'-5'0,"-5"0,-6 0,-5 0,-3 0,-2 0,-1 0,4 4,1 2,5 4,5 1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43.5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 0,'0'5,"0"5,0 6,0 5,0 3,0 2,0 1,0 1,0 0,0-1,0 0,0 0,0 0,-4-5,-2-2,0-3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44.16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1,'11'0,"-1"0,0 0,1 1,-1 1,0 0,12 4,-17-4,-1 0,0 0,0 0,0 1,0-1,0 1,0 0,-1 1,1-1,-1 0,0 1,0 0,0 0,-1 0,4 8,-4-10,-1 1,0-1,0 1,-1-1,1 1,-1 0,1 0,-1-1,0 1,0 0,0 0,0-1,0 1,-1 0,1-1,-1 1,0 0,1-1,-1 1,-1-1,1 1,0-1,-1 1,1-1,-1 0,1 0,-1 0,-3 3,-1 0,0 0,1 0,-2-1,1 0,0 0,-1-1,0 1,0-1,-9 2,-6 2,4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44.85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 34,'-1'9,"0"0,-1 1,0-1,-3 9,2-9,0 0,1 1,0-1,-1 20,3-26,0 0,1-1,-1 1,0-1,1 1,0-1,0 1,0-1,0 1,0-1,0 0,0 0,1 1,-1-1,1 0,0 0,0 0,-1-1,1 1,0 0,1-1,-1 1,3 1,4 2,0-1,1 0,-1 0,1-1,0 0,0-1,20 3,-27-5,0 1,0-1,0 0,0 0,0 0,0 0,0-1,-1 1,1-1,0 0,0 0,0 0,-1 0,1 0,-1-1,1 1,-1-1,1 1,-1-1,0 0,0 0,0 0,0 0,0 0,0-1,0 1,-1-1,1 1,-1-1,0 1,0-1,1-3,0-2,-1 1,1-1,-2 1,1-1,-1 0,0 1,-1-1,0 0,0 1,-1-1,1 1,-2 0,1-1,-1 1,0 0,-1 0,-4-7,5 10,1 0,-1 1,-1-1,1 1,0 0,-1 0,1 0,-1 0,0 0,0 1,0 0,-1 0,1 0,0 0,-1 1,1-1,-1 1,0 0,1 1,-1-1,0 1,1 0,-1 0,0 0,0 1,1 0,-1-1,-7 4,-6 3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45.3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1,'3'0,"0"1,-1-1,1 1,0 0,0-1,-1 1,1 1,0-1,-1 0,0 1,1-1,-1 1,0 0,1-1,-1 1,0 0,0 1,-1-1,1 0,0 0,2 5,2 6,0-1,0 1,4 14,-9-22,33 116,-9-29,-11-37,-11-37,2-1,0 0,0 0,2 0,0 0,13 20,-6-20,1-4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45.7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85,'11'10,"0"-2,0 1,1-2,0 1,1-2,0 0,0 0,0-1,0-1,1 0,0-1,-1 0,1-1,1 0,-1-2,0 0,0 0,16-3,-26 2,0 1,-1-1,1 0,0-1,0 1,-1-1,1 0,-1 1,1-2,-1 1,0 0,0-1,0 1,0-1,0 0,-1 0,1 0,-1 0,0-1,0 1,0 0,0-1,0 0,1-5,-2 7,0-1,-1 0,1 0,-1 0,0 1,1-1,-1 0,0 0,-1 0,1 0,0 0,-1 1,0-1,1 0,-1 0,0 1,-1-1,1 0,0 1,-1-1,1 1,-1 0,0 0,0-1,0 1,0 0,0 0,0 1,-1-1,1 0,0 1,-1 0,-4-2,-3-1,0 1,0 0,0 1,0 0,-1 1,1 0,-1 1,1 0,-1 0,1 1,-16 4,1 2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46.4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123 0,'-3'0,"-11"0,0 1,0 0,-19 4,31-5,0 0,0 0,0 1,0-1,0 1,0-1,0 1,0 0,0 0,1 0,-1 0,0 0,0 0,1 0,-1 1,1-1,-1 1,1-1,0 1,0-1,-1 1,1 0,0 0,1-1,-1 1,0 0,0 0,1 0,-1 0,1 0,0 0,-1 3,2-2,0 0,0 0,0 0,1-1,-1 1,1 0,-1-1,1 1,0-1,0 1,0-1,1 0,-1 0,0 0,1 0,-1-1,1 1,0 0,-1-1,1 0,4 1,7 5,1-2,27 7,-35-10,6 0,0 1,0 1,20 9,-31-12,0 0,0 0,0 1,0-1,0 0,-1 1,1-1,0 1,-1 0,1-1,-1 1,2 3,-3-4,1 0,-1 1,0-1,1 0,-1 0,0 1,0-1,0 0,0 0,0 1,0-1,0 0,-1 1,1-1,0 0,-1 0,1 1,-1-1,1 0,-1 0,0 0,1 0,-2 2,-2 1,0-1,0 1,0-1,0 1,0-1,-1-1,1 1,-1-1,0 1,0-1,-9 2,-61 14,69-17,-22 3,4-1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47.35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 57,'-1'11,"0"0,-1 0,-3 13,3-16,0 0,0 0,1 1,0-1,0 0,2 10,-1-15,0-1,1 1,0 0,0-1,0 1,0-1,0 1,0-1,1 0,-1 1,1-1,0 0,0 0,-1 0,1 0,0-1,1 1,-1 0,0-1,0 1,1-1,-1 0,5 2,-1-1,0 0,0 0,1 0,-1-1,0 1,1-2,0 1,-1-1,1 0,-1 0,1-1,-1 1,1-2,-1 1,1-1,-1 0,0 0,0 0,0-1,10-7,-8 5,-1 0,0-1,0 0,0-1,-1 1,0-1,0-1,-1 1,0-1,0 0,-1 0,0 0,0-1,4-13,-8 20,1 0,-1-1,1 1,-1 0,0-1,0 1,0 0,0 0,0-1,0 1,-1 0,1-1,-1 1,0 0,1 0,-1 0,0 0,0 0,-2-3,0 2,0-1,0 1,0 1,0-1,0 0,-1 1,1 0,-1-1,1 1,-6-1,-3-2,0 1,-1 1,1 0,-1 0,0 2,-15-1,2 1,3 2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47.9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1,'1'9,"0"0,1 0,0 0,0 0,1 0,0 0,1-1,0 1,0-1,1 0,0 0,0-1,1 1,0-1,10 9,-10-9,1-1,0 0,1 0,-1 0,1-1,0 0,1-1,-1 0,1 0,0-1,0 0,0 0,0-1,0 0,13 0,-19-2,0-1,0 1,0-1,0 0,1 0,-2 0,1-1,0 1,0-1,0 1,-1-1,1 0,-1 0,1 0,-1 0,0-1,0 1,0-1,0 1,0-1,0 0,-1 1,1-1,-1 0,0 0,0 0,1-6,2-6,0 1,-2-1,0 0,1-23,-3 12,0 3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49.0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76 1,'31'0,"51"1,-75 0,0 0,-1 0,1 1,-1 0,1 0,-1 0,0 1,0-1,10 7,-15-8,1 0,-1 0,1 0,-1 0,1 0,-1 1,1-1,-1 0,0 1,0-1,0 0,0 1,0 0,0-1,0 1,0-1,-1 1,1 0,-1 0,1-1,-1 1,1 0,-1 0,0 0,0 0,0-1,0 1,0 0,-1 0,1 0,-1-1,1 1,-1 0,1 0,-1-1,0 1,-1 2,-2 1,0 0,0 0,-1-1,0 0,1 0,-2 0,1 0,0-1,-9 5,-55 21,53-23,0 0,0 1,1 1,0 0,0 1,-21 17,34-24,0-1,0 1,1-1,-1 1,0 0,0 0,1 0,-1 0,1 0,0 0,0 0,0 1,0-1,0 0,0 1,0-1,1 0,-1 1,1-1,0 1,0-1,0 1,0-1,0 1,0-1,1 1,-1-1,1 1,-1-1,1 0,0 1,0-1,0 0,1 0,-1 0,0 0,1 0,-1 0,1 0,0 0,0 0,3 2,2 1,0 0,0 0,1 0,-1-1,1-1,0 1,0-1,1 0,-1-1,1 0,10 1,4 0,0-2,0 0,0-1,0-2,-1 0,43-10,-48 6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49.7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0 133,'6'-1,"-1"0,0 0,1-1,-1 0,0 0,0 0,0 0,6-5,13-5,-1 4,34-15,-53 21,0 0,0 0,0 0,0-1,0 1,-1-1,1 0,-1 0,5-7,-7 10,-1-1,1 1,-1-1,0 0,1 1,-1-1,0 0,1 1,-1-1,0 0,0 0,0 1,1-1,-1 0,0 1,0-1,0 0,0 0,0 1,-1-1,1 0,0 0,0 1,0-1,-1 0,1 1,0-1,-1 0,1 1,-1-2,-1 0,1 1,-1 0,0 0,0 0,1 0,-1 0,0 0,0 0,0 1,0-1,-3 0,-1 0,0 0,1 0,-1 1,0 0,0 0,0 0,-10 2,13 0,0 0,0 0,0 0,1 0,-1 1,0-1,1 1,-1-1,1 1,0 0,0 0,0 0,1 0,-1 0,0 1,1-1,0 0,0 1,0-1,0 1,1-1,0 1,-1 6,1-4,-1 1,1-1,0 0,1 1,0-1,0 0,0 1,0-1,1 0,0 0,1 0,5 9,-6-11,1 0,0-1,1 0,-1 0,1 0,-1 0,1-1,0 1,0-1,0 0,0 0,0 0,1-1,-1 1,6 0,5 0,0 0,0-1,18-1,-32 0,22-1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0.45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6,'10'30,"0"-5,-6-2,1 0,1 0,1-1,15 32,-22-54,0 0,0 1,0-1,0 0,0 0,0 1,0-1,0 0,1 0,-1 1,0-1,0 0,0 0,0 1,1-1,-1 0,0 0,0 0,0 1,1-1,-1 0,0 0,0 0,1 0,-1 0,0 0,0 0,1 1,-1-1,0 0,1 0,-1 0,0 0,0 0,1 0,-1 0,1 0,4-11,-2-18,-4-10,0 26,1 1,0 0,1-1,3-17,-4 27,1 1,0-1,-1 1,1-1,0 1,1-1,-1 1,0 0,1 0,-1 0,1 0,0 0,-1 0,1 0,0 0,0 1,0-1,0 1,1-1,-1 1,0 0,1 0,-1 0,1 0,-1 0,4 0,43-2,-26 3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0.9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 31,'-9'28,"-2"0,11-24,0 0,0 0,0-1,0 1,1 0,-1-1,1 1,0 0,0-1,1 1,-1-1,1 0,-1 1,1-1,0 0,0 0,3 3,-1-2,0-1,0 1,0-1,1 1,-1-1,1-1,0 1,0-1,0 0,9 3,-5-3,1 0,-1 0,0-1,1 0,-1-1,1 0,-1 0,1-1,-1 0,0-1,1 0,-1 0,11-5,-17 5,0 0,0 0,0-1,0 1,0-1,-1 0,1 1,-1-1,0 0,0 0,0-1,0 1,0 0,-1-1,1 1,-1-1,0 1,0-1,0 0,-1 1,1-1,-1 0,0 0,0 1,0-1,-1-6,0 6,1 0,-1 0,0 1,1-1,-2 0,1 0,0 0,-1 1,0-1,0 1,0-1,0 1,0 0,-1-1,1 1,-1 1,0-1,0 0,0 1,0-1,-1 1,1 0,0 0,-8-3,-3 3,-1 0,1 0,0 1,-24 2,31 0,-16-1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1.4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152 3,'-30'-2,"-30"2,56 0,0 0,1 1,-1 0,0-1,1 1,-1 1,0-1,1 0,0 1,-1 0,1 0,-4 2,6-3,0 0,0 0,0 0,0 0,0 0,1 0,-1 0,0 1,1-1,-1 0,1 0,-1 0,1 1,-1-1,1 0,0 1,0-1,0 0,0 1,0-1,0 0,0 1,0-1,1 3,0 0,1-1,-1 1,1-1,0 1,0-1,0 1,1-1,4 5,2 2,2-1,-1 0,1 0,14 7,-8-5,3 0,36 28,-51-36,-1 1,0-1,-1 1,1 0,-1 0,1 0,-1 1,0-1,-1 1,1 0,-1 0,0-1,0 2,1 5,-3-8,0 0,0 0,0 0,0 1,-1-1,1 0,-1 0,0-1,0 1,0 0,0 0,0 0,-1 0,1-1,-1 1,0-1,1 1,-1-1,-1 0,1 0,0 0,0 0,-1 0,1 0,-1 0,-3 1,-8 4,0 0,0 0,-26 6,34-11,-17 6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3.1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245 26,'0'-2,"-1"1,1 0,-1 0,0-1,0 1,1 0,-1 0,0 0,0 0,0 0,0 0,0 0,0 0,-1 0,1 1,0-1,0 0,-1 1,1-1,0 1,-1-1,1 1,0 0,-1-1,1 1,0 0,-3 0,-40-3,37 3,-1 1,0 0,1 1,-1 0,1 0,-1 1,1 0,0 0,0 0,0 1,0 0,1 1,0-1,0 1,0 1,0-1,1 1,0 0,0 0,0 0,1 1,0-1,1 1,-1 0,1 1,0-1,1 0,0 1,0-1,1 1,-1 0,2 0,-1-1,1 1,0 0,1 0,0-1,0 1,1 0,0-1,0 1,6 12,-5-14,1 1,-1-1,1 0,1 0,-1 0,1-1,0 1,1-1,-1 0,1-1,0 1,0-1,0 0,11 4,-3-2,-1 0,1-1,0-1,1-1,-1 0,22 2,-15-4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3.6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1 162,'2'4,"0"1,1-1,-1 0,1 0,0-1,0 1,1 0,-1-1,1 0,0 0,6 4,-1 0,-2-1,5 4,0 1,1-2,0 0,26 13,-36-20,1-1,0 1,-1-1,1 0,0 0,0 0,0-1,0 1,-1-1,1 0,0 0,0-1,0 1,0-1,0 0,-1 0,1 0,0 0,-1-1,1 1,-1-1,1 0,-1 0,0 0,5-4,-1-1,-1 0,1 0,-1 0,-1-1,1 0,-1 0,-1 0,0 0,0-1,0 0,-1 0,0 0,-1 0,2-18,-3 22,-1 0,0 1,0-1,0 0,0 1,-1-1,0 0,0 1,0-1,-1 1,1-1,-1 1,0 0,0 0,-1 0,1 0,-1 0,0 0,0 0,0 1,0 0,-1 0,0 0,1 0,-1 0,0 1,0-1,0 1,-1 0,1 0,-7-1,-2 0,0 0,0 1,0 1,1 0,-1 0,0 2,0-1,0 2,0 0,-19 5,9-1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4.3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1,'4'5,"7"5,0 7,4-1,-1 2,1 2,-1 3,0-4,-1 1,2-4,-2 1,-4 1,-2-7,-3-9,-2-11,-2-2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4.8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1,'9'0,"0"0,0 0,0 1,1 0,-1 1,0 0,14 5,-19-5,0 1,0-1,0 1,0 0,0 0,-1 0,1 0,-1 1,0-1,0 1,0 0,-1 0,1 0,-1 0,0 1,3 7,-2-1,0 0,-1 0,1 14,-2-17,0-1,0 1,1 0,0-1,0 1,0-1,1 1,4 6,-6-13,-1-1,0 0,1 0,-1 0,0 0,0 0,1 0,-1 0,0 0,1 0,-1 0,0 0,1 0,-1 0,0 0,1 0,-1 0,0 0,1 0,-1 0,0-1,1 1,-1 0,0 0,1 0,-1-1,0 1,0 0,1 0,-1 0,0-1,0 1,0 0,1-1,-1 1,0 0,0 0,0-1,0 1,0 0,0-1,0 1,0 0,1-1,-1 1,7-17,-2 4,0 0,0 0,1 1,1-1,15-21,-19 30,1 1,-1-1,1 1,0 0,-1 0,2 0,-1 1,0-1,0 1,1 0,-1 0,1 1,0 0,-1-1,1 1,0 1,0-1,0 1,0 0,7 0,-6 0,0 1,-1-1,1 1,0 0,-1 0,1 1,0 0,-1 0,0 0,1 1,-1 0,0 0,0 0,-1 0,1 1,-1 0,1 0,-1 0,0 0,-1 1,1-1,-1 1,0 0,0 0,-1 0,1 1,-1-1,0 1,1 7,8 35,-6-30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5.6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1,'2'31,"2"0,1 0,2 0,18 55,11 49,-29-99,1 5,-2 0,2 53,-8-91,-2 25,-1-21,-4-19,1-10,1 0,2-1,0 1,1-1,1 0,1 0,4-32,-3 42,1 1,1-1,0 0,1 1,0 0,1 0,0 0,1 1,1-1,-1 1,2 1,-1 0,2 0,-1 0,13-10,-17 17,-1 1,1 0,0 0,0 0,0 0,0 1,1 0,-1 0,0 0,1 0,-1 0,0 1,1 0,-1 0,0 0,9 2,-10-1,0 0,0-1,0 2,0-1,0 0,0 0,0 1,-1 0,1-1,0 1,-1 0,0 0,1 1,-1-1,0 0,0 1,0-1,-1 1,1 0,-1 0,1-1,-1 1,2 6,1 14,-2-2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6.0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0,'2'1,"0"-1,0 1,-1 0,1 0,0 0,-1 0,1 0,0 0,-1 0,1 0,-1 0,0 1,1-1,-1 1,0-1,0 1,0-1,0 1,0 0,0-1,-1 1,2 2,12 41,-8-5,-2 0,-2 0,-5 70,1-17,2 117,0-187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6.5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127 132,'3'0,"0"-1,0 1,0-1,0 0,0 0,-1-1,1 1,0 0,-1-1,1 0,-1 1,1-1,1-3,27-28,-29 31,0 0,0 0,0-1,-1 1,0-1,1 1,-1-1,0 0,0 1,0-1,0 0,-1 0,1 1,-1-1,0 0,0 0,0-3,-1 4,1 1,-1-1,0 1,0-1,1 1,-1-1,0 1,-1-1,1 1,0 0,0-1,0 1,-1 0,1 0,-1 0,1 0,-1 0,1 1,-1-1,0 0,1 1,-1-1,0 1,1-1,-1 1,0 0,0 0,-2 0,-2-1,1 1,-1 0,1 0,-1 1,1-1,0 1,-1 0,1 1,0-1,0 1,-1 0,1 1,1-1,-1 1,0 0,1 0,-1 0,1 1,0-1,0 1,0 0,1 0,-4 5,-1 3,1 0,0 1,1-1,0 1,1 0,1 1,-6 24,9-34,1 1,-1 0,1 0,0-1,0 1,0 0,1 0,-1-1,1 1,0 0,1-1,-1 1,1-1,0 0,3 6,-1-4,0 0,1 1,0-2,0 1,1-1,-1 0,1 0,12 8,-4-5,0-1,0 0,1-1,0-1,0 0,1-1,-1 0,26 2,-18-5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6.8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1,'6'0,"-1"1,1 0,-1 0,0 1,1 0,-1 0,0 0,0 0,0 1,0 0,0 0,-1 0,7 6,8 8,28 33,-25-25,2 2,23 24,-45-48,1-1,0 1,0-1,0 0,1 0,-1 0,0 0,1 0,-1-1,1 0,0 1,-1-2,8 2,3-3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7.2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265 6,'0'-4,"-4"2,-7 7,-5 6,-5 7,-3 4,-2 3,-1 2,-1 0,1 1,4 0,1-6,6 0,4-1,5-3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7.7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31,'0'32,"-1"-8,1-1,6 37,-5-52,1 0,0-1,1 1,0 0,0-1,1 0,-1 0,2 0,-1 0,1 0,6 7,-5-9,-1 1,1-1,0 0,0 0,0-1,1 0,-1 0,1 0,0-1,0 0,0 0,12 2,-16-4,1-1,0 0,0 1,-1-1,1-1,0 1,0-1,-1 1,1-1,0 0,-1 0,1 0,-1-1,1 0,-1 1,0-1,1 0,-1 0,0-1,0 1,-1-1,1 1,0-1,-1 0,0 0,0 0,2-4,3-3,0-1,-2 1,1-1,-1 0,-1-1,0 1,-1-1,4-22,-6 29,-1-1,0 0,-1 1,1-1,-1 0,0 1,-1-1,1 1,-1 0,0-1,-1 1,1 0,-1 0,0 1,0-1,0 0,-1 1,1 0,-1 0,0 0,-6-4,4 3,-1 1,1-1,-1 2,-1-1,1 1,0 0,-1 0,0 1,1 0,-1 0,-14-1,-1 1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8.5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176 0,'-6'5,"-1"0,0 0,-1-1,1 0,-1-1,1 0,-15 4,-8 5,23-9,-1 0,2 1,-1 0,0 0,1 1,0 0,-10 10,14-14,1 0,0 1,1-1,-1 1,0-1,0 0,1 1,-1-1,0 1,1 0,0-1,-1 1,1-1,0 1,0 0,0-1,0 4,1-3,-1 0,1 0,0 0,0 0,0 0,0 0,1 0,-1 0,1-1,-1 1,1 0,-1-1,1 1,0-1,0 0,3 3,65 31,-47-25,-2 0,32 21,-49-28,1 0,-1 1,0 0,0-1,0 1,0 1,-1-1,1 0,-1 1,0 0,-1-1,1 1,-1 0,0 1,3 9,-5-13,0 0,1 1,-1-1,0 0,0 0,0 0,-1 0,1 0,0 0,-1 0,1 0,-1 0,0 0,0 0,1 0,-1 0,-1 0,1-1,0 1,-2 1,0 0,0 0,0 0,-1-1,1 1,-1-1,0 0,0 0,0 0,-5 1,-6 1,0-1,0 0,0-1,-22 0,13-1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4:59.6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58,'5'-5,"5"-1,2-4,2 0,5-4,-2 2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06.9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348 76,'0'-4,"-1"1,1 0,-1 0,1 0,-1 0,0 0,0 0,0 0,-1 0,1 0,-1 0,1 1,-1-1,0 0,0 1,0 0,-1-1,1 1,0 0,-1 0,1 0,-1 1,0-1,0 1,0-1,0 1,0 0,0 0,0 0,-5-1,0 1,1 0,0 0,-1 0,1 1,0 0,-1 1,1-1,0 1,0 1,-1-1,1 1,-10 5,8-2,0 1,0 1,0-1,1 1,0 1,1 0,-1 0,2 0,-9 12,-15 18,23-29,0 0,1 0,0 0,1 1,0 0,0 0,1 0,-5 19,7-21,1-1,-1 1,1 0,1-1,-1 1,2 0,-1 0,1 0,0-1,0 1,1 0,0-1,4 8,-5-12,0-1,1 1,0-1,-1 1,1-1,0 0,0 0,0 0,1 0,-1 0,0 0,1-1,-1 1,1-1,0 1,-1-1,1 0,0 0,4 0,7 2,-1-1,0-1,17 0,18 1,-23 4,-14-3,0-1,0 0,20 1,-28-3,-1 0,0 0,0 0,0-1,0 1,0 0,1-1,-1 0,0 1,0-1,0 0,-1 0,1 0,0 0,0-1,0 1,-1 0,1-1,-1 1,1-1,-1 0,1 1,-1-1,2-4,3-10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16.0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31 133,'0'1,"0"1,-1 0,1 0,-1 0,0-1,1 1,-1 0,0-1,0 1,0 0,0-1,-2 2,-9 20,8 6,2 1,1-1,3 38,0-3,-3-58,1 0,1 1,-1-1,1 0,0 1,0-1,0 0,1 0,0 0,6 12,-4-18,-2-8,-3-9,-22-143,21 134,1 1,1-1,2 1,5-36,-5 55,-1-1,1 0,1 1,-1-1,1 1,0 0,0 0,1 0,0 0,0 1,0-1,1 1,-1 0,1 1,0-1,1 1,-1 0,1 0,0 0,0 1,0 0,1 0,-1 1,0-1,1 1,0 1,0-1,-1 1,15 0,-17 2,0 0,1 0,-1 0,0 0,1 1,-1 0,0 0,0 0,0 0,0 1,4 3,24 13,-14-13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16.6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1,'1'30,"11"60,-6-59,2 56,-9 90,1-166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16.9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7,'0'-5,"0"4,0 5,0 3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17.5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1,'2'0,"1"1,-1-1,0 1,0 0,0 0,0 0,0 1,0-1,0 0,0 1,0-1,0 1,-1-1,1 1,-1 0,1 0,-1 0,0 0,0 0,1 2,21 44,-14-20,-1 2,5 41,-7-40,-1 11,-2-1,-2 69,-3-70,2 0,2 0,8 40,-3-47,-2 1,-1 0,-2-1,-1 1,-4 39,-1-60,-2-7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17.9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0,'8'1,"0"0,0 0,0 1,0 0,9 4,31 6,21-6,49 7,-70-7,1-2,72-3,-75-2,-23 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18.4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85,'0'2,"0"0,0 0,1 0,-1 0,0-1,1 1,0 0,-1 0,1 0,0-1,0 1,0 0,0-1,0 1,0-1,0 1,0-1,1 1,2 1,-1 0,1-1,0 0,-1 0,1-1,0 1,0-1,0 0,8 2,-1-2,-1 0,1 0,0-1,0-1,-1 1,18-5,-23 3,1 0,-1 0,0 0,0 0,0-1,-1 0,1 0,-1-1,0 1,1-1,-1 0,-1 0,1 0,5-9,-8 12,0-1,0 0,0 0,0 0,-1 1,1-1,-1 0,1 0,-1 0,0 0,0 0,0 0,0 0,0 0,0 0,0 0,-1-3,0 3,-1-1,1 1,0 0,-1 0,1 0,-1 1,1-1,-1 0,0 1,0-1,0 1,0-1,0 1,0 0,0 0,0 0,0 0,-4-1,-2 0,0-1,0 1,-1 0,1 1,-1 0,1 1,-1-1,1 2,-13 1,17-2,1 1,-1-1,1 1,-1 0,1 0,0 1,0-1,0 0,-1 1,1 0,1 0,-1 0,0 0,0 0,1 1,-1-1,1 1,0 0,0 0,0-1,0 1,0 0,1 1,-1-1,0 5,0-1,1 0,0 1,1-1,0 0,0 0,1 1,0-1,0 0,0 0,1 0,0 0,1 0,-1 0,1-1,0 1,1-1,0 0,0 0,5 6,3 3,1-1,0-1,2 1,-1-2,1 0,19 11,-16-14,-2-3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18.7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1 110,'4'-5,"2"-5,0-7,-2-3,4 0,0 0,-1 3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19.3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20 241,'0'7,"0"-1,0 1,1-1,0 1,0-1,1 0,4 13,-1-12,-3-13,-4-16,-18-97,8 36,11 79,0 1,0-1,1 1,0-1,0 0,0 1,0-1,0 1,1-1,0 0,-1 1,1-1,1 1,-1 0,3-6,-2 7,-1 1,1-1,0 0,-1 1,1-1,0 1,0 0,0 0,1 0,-1 0,0 0,0 0,0 0,1 1,-1-1,0 1,1 0,-1-1,1 1,-1 0,0 0,1 1,-1-1,5 2,2 0,0 0,0 1,-1 0,1 1,-1 0,10 5,0 2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19.6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1,'2'0,"0"0,1 1,-1-1,0 1,1-1,-1 1,0 0,0 0,0 0,0 0,0 0,0 1,0-1,0 0,0 1,0 0,-1-1,1 1,-1 0,1 0,-1 0,0 0,0 0,0 0,0 0,0 0,0 1,0-1,-1 0,1 0,-1 5,3 8,-1 1,-1 0,-2 26,1-25,-2 51,2 79,4-125,2-6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0.0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 32,'-1'-5,"-3"-1,-2-4,0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0.3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33,'-1'0,"0"0,0 1,0 0,-1-1,1 1,0 0,0-1,0 1,0 0,0 0,0 0,1 0,-1 0,0 0,0 0,1 0,-1 0,0 0,1 0,0 0,-1 1,1-1,-1 0,1 0,0 1,0-1,0 2,-5 41,5-40,-1 3,1 0,1 0,0 0,0-1,0 1,0 0,1-1,0 1,1-1,-1 0,1 0,1 0,-1 0,1 0,0-1,0 1,1-1,-1 0,1-1,10 9,-10-10,0 0,0 0,0 0,0 0,0-1,0 0,1 0,-1-1,1 1,0-1,-1 0,1-1,0 1,0-1,-1 0,1-1,0 1,0-1,-1 0,1-1,-1 1,1-1,-1 0,10-6,-11 6,1-2,-1 1,0 0,0-1,0 0,0 0,-1 0,0 0,1 0,-2-1,1 0,0 1,-1-1,0 0,0 0,0 0,-1-1,0 1,0 0,0 0,0-9,-1 8,0 1,0-1,-1 0,0 0,0 0,0 0,-1 1,1-1,-1 1,-1-1,1 1,-1 0,0-1,0 1,0 1,-1-1,0 0,0 1,-5-5,2 4,-1 1,1 0,0 0,-1 1,0-1,0 2,0-1,0 1,0 1,-16-2,17 2,1 1,-1-1,1 2,-1-1,1 1,-1 0,1 0,0 1,-1-1,1 1,0 1,0-1,1 1,-10 6,3 2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1.1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80 0,'-3'1,"1"0,-1-1,1 1,-1 0,1 0,-1 1,1-1,0 0,0 1,0-1,0 1,0 0,0 0,0 0,0 0,1 0,-1 0,-1 3,-2 2,0 1,0 1,-5 14,7-14,0-1,1 0,1 1,0 0,0-1,0 1,1 0,0 0,1-1,3 17,-3-21,0 0,0 0,0-1,0 1,1 0,0-1,-1 0,1 1,1-1,-1 0,0 0,1 0,-1 0,1 0,0-1,0 1,0-1,1 0,-1 0,0 0,1 0,-1-1,1 1,-1-1,1 0,7 1,-6-2,-1 0,0 0,1-1,-1 0,0 0,0 0,0 0,0-1,0 0,0 1,0-1,0-1,-1 1,1 0,-1-1,0 0,1 0,-1 0,-1 0,5-6,0 1,-2 0,1 0,-1 0,0-1,-1 0,0 0,0 0,2-11,11-58,-12 55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1.4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0,'1'1,"1"0,-1-1,0 1,0 0,0-1,0 1,0 0,0 0,0 0,0 0,0 0,0 0,0 0,0 1,-1-1,1 0,0 0,-1 1,1-1,-1 3,13 34,-11-31,9 26,-1 1,-1 1,-3 0,0 0,0 44,-6-33,-3 0,-13 73,6-41,9-55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1.9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158 82,'14'0,"0"1,-1-1,1 0,20-4,-32 4,-1-1,1 1,0 0,-1 0,1-1,-1 1,1-1,0 1,-1-1,0 0,1 0,-1 1,1-1,-1 0,0 0,1-1,-1 1,0 0,0 0,0 0,0-1,0 1,0-1,-1 1,1-1,0 1,-1-1,1 1,-1-1,1 1,-1-1,0 0,0 1,0-1,0 0,0 1,0-3,0 3,-1-1,0 1,0-1,1 1,-1-1,0 1,0 0,0-1,-1 1,1 0,0 0,0 0,-1 0,1 0,0 0,-1 0,1 0,-1 1,1-1,-1 0,0 1,1-1,-4 1,-42-7,43 6,-8 0,-1 1,1-1,0 2,0 0,-1 1,1 0,0 0,-22 9,30-9,0 0,0 0,-1 0,2 1,-1-1,0 1,0 0,1 0,0 1,-1-1,1 1,1 0,-1 0,0 0,1 0,0 0,0 0,0 0,0 1,1-1,0 1,0 0,0-1,0 1,1 0,0 4,1 0,0 0,0-1,1 1,0-1,0 0,1 0,0 0,1 0,0 0,0 0,0-1,1 0,11 12,-2-3,0-1,1 0,1-2,28 20,-35-27,1 0,0-1,15 5,-2-2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2.4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48 0,'1'89,"-2"104,-5-148,-1-1,-23 74,25-101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3.2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52,'8'-1,"-1"-1,0 1,1-1,-1 0,0-1,7-3,5-2,-4 2,0 1,0 1,1 0,0 1,-1 1,1 1,0 0,25 2,-35-1,0 1,0 1,0-1,0 1,-1 0,1 0,0 0,-1 1,0 0,0 0,0 1,0-1,0 1,-1 0,1 0,-1 0,0 1,0 0,-1 0,0 0,1 0,-2 0,1 1,-1-1,3 9,-3-6,0 0,0 0,-1 0,0 0,-1 0,0 1,0-1,-1 0,0 0,0 0,-1 0,0 0,0 0,-1-1,0 1,-1 0,1-1,-1 0,-1 0,1 0,-1-1,0 0,-1 0,0 0,0 0,0-1,0 0,-1 0,0-1,0 0,0 0,0 0,-1-1,-11 3,-26 5,-1-2,0-2,-51 1,101-8,-1 0,0 0,0 0,0 0,0 1,1 0,-1-1,0 1,0 0,0 0,0 1,-1-1,1 1,0-1,0 1,-1 0,4 2,-3 0,0 0,0 1,0-1,-1 0,0 1,1 0,-1-1,-1 1,1 0,0 6,4 13,27 94,-27-104,0 1,0-1,2 0,-1 0,18 21,-4-2,-13-17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3.5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0 160,'2'1,"1"0,-1 1,0-1,1 1,-1 0,0-1,0 1,-1 0,1 0,0 1,0-1,-1 0,2 3,7 9,10 6,36 29,-50-44,-1-1,1 0,0 0,1 0,-1-1,1 0,-1 0,1-1,0 0,0 0,0 0,8 0,-11-2,-1-1,1 0,-1 0,1 0,-1 0,1 0,-1 0,0-1,0 0,0 0,0 0,0 0,0 0,0 0,-1-1,1 1,-1-1,0 0,0 0,0 0,0 0,0 0,0 0,-1 0,0-1,0 1,2-7,0 0,-1 0,0-1,0 1,-1 0,0-1,-1 1,0-1,-3-15,2 19,-1 1,1-1,-2 0,1 1,-1-1,0 1,0 0,0 0,-1 0,0 0,-1 1,1 0,-1 0,0 0,0 0,0 1,-1-1,0 1,1 1,-2-1,1 1,0 0,0 1,-1-1,0 1,1 0,-8 0,-6-1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4.1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50,'-1'12,"2"-1,0 1,0 0,1 0,0-1,1 1,1-1,-1 1,2-1,0 0,0-1,1 1,0-1,1-1,0 1,0-1,1 0,15 13,-19-19,0 0,-1-1,1 0,0 0,0 0,0 0,0 0,0-1,1 0,-1 0,0 0,1 0,-1-1,1 1,-1-1,0 0,1-1,-1 1,1-1,-1 0,0 0,1 0,-1-1,7-3,-5 2,0-1,0 1,-1-2,0 1,0 0,0-1,0 0,-1 0,0-1,0 1,0-1,-1 0,1 0,-2 0,5-10,1-8,15-48,-22 67,0 0,0 0,0-1,-1 1,1 0,-1-1,-1 1,1 0,-1-1,-2-8,-7-1,-1 4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4.6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81 0,'0'52,"-1"0,-15 83,-11 52,0 29,21-159,2 93,4-128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4.9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57,'7'-1,"0"0,1-1,-1 0,0 0,0-1,7-3,5-2,7 0,0 1,0 1,1 2,0 1,0 0,0 2,0 1,29 5,-47-4,0 0,-1 1,1 0,0 1,-1 0,0 0,12 7,-6-1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5.7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140 1,'0'292,"-1"-278,-1-1,-1 1,-1-1,1 0,-2 0,0 0,-12 22,-2 6,-1 4,-30 85,44-115,2 3,8-17,10-11,-6 3,0-1,-1 0,13-18,-14 17,1 1,0-1,0 2,0-1,11-8,-15 14,1-1,-1 1,1 0,-1 0,1 0,0 1,0-1,0 1,0 0,0 0,0 1,0-1,0 1,0-1,0 1,0 1,0-1,0 0,0 1,0 0,0 0,0 0,0 1,6 2,-6-1,0 0,0-1,0 2,0-1,-1 0,1 1,-1 0,0 0,0 0,0 0,0 0,-1 1,0-1,0 1,0-1,0 1,-1 0,0 0,0 0,0 5,2 30,-5 65,0-37,1-45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8.3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398 0,'0'3,"0"1,-1-1,1 0,-1 0,0 0,0 0,0 0,0 0,0-1,-1 1,0 0,1-1,-1 1,0-1,-3 3,-39 33,18-18,-33 34,-60 69,105-106,2 0,0 1,1 0,1 1,1 0,1 0,0 1,-6 27,8-26,0 2,0 0,1 0,-2 47,7-60,0 0,0 0,1 0,0-1,1 1,5 17,-5-23,-1 0,1 0,1-1,-1 1,0-1,1 1,0-1,0 0,0 0,0 0,0 0,0-1,1 1,0-1,-1 0,1 0,0 0,6 2,23 7,-1 2,0 2,55 34,-86-49,-3-3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29.8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19,'2'44,"2"0,3 0,1-1,1 0,23 58,-26-83,11 39,-15-53,-1 1,0-1,-1 1,1 0,-1-1,0 1,0-1,-1 1,0 5,1-9,0 0,0-1,0 1,0 0,-1-1,1 1,0 0,0 0,-1-1,1 1,0 0,-1-1,1 1,-1-1,1 1,-1 0,1-1,-1 1,1-1,-1 1,1-1,-1 0,0 1,1-1,-1 0,0 1,1-1,-1 0,0 0,1 1,-1-1,0 0,0 0,1 0,-1 0,0 0,0 0,1 0,-1 0,0 0,0-1,1 1,-1 0,0 0,1-1,-1 1,0 0,1-1,-1 1,1-1,-2 0,0-1,-1 0,1 0,-1 0,1-1,0 1,0-1,1 1,-1-1,0 0,-1-4,0-4,0 0,1 0,0 0,1 0,0 0,0 0,3-19,3-4,9-38,-6 40,-6 22,1 0,0 0,0 1,1-1,1 1,0 0,0 0,0 1,1-1,0 1,11-10,-6 8,1 0,0 0,1 2,0-1,0 2,28-12,-38 17,-1 1,1 0,0 0,0 1,0-1,0 1,0-1,0 1,0 0,0 0,0 0,1 1,-1-1,0 1,0-1,-1 1,1 0,0 0,0 1,0-1,-1 0,1 1,0 0,-1-1,4 5,-2-2,0 0,-1 0,1 1,-1-1,0 1,-1 0,1 0,-1 0,0 0,0 0,0 1,-1-1,1 8,0 9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0.2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0,'3'2,"0"0,0 1,0-1,-1 1,1-1,-1 1,0 0,0 0,0 0,0 0,2 5,1 2,-1 0,0 1,-1-1,0 0,0 1,-1 0,1 21,-5 83,-1-53,3 307,0-346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1.1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1,'-1'13,"-1"1,0 0,-6 18,4-17,1 0,0-1,0 20,3-30,0 1,0-1,0 0,1 0,0 0,0 0,0 0,0 0,1 0,-1 0,1 0,0-1,0 1,1 0,-1-1,4 4,5 5,1-1,1-1,0 0,23 14,-29-20,0 0,0-1,0 0,1 0,-1 0,1-1,0 0,0 0,0-1,0 0,10-1,-14 0,-1-1,1 0,-1 0,1-1,-1 1,0 0,0-1,0 0,0 0,0 0,0 0,0-1,-1 1,1-1,-1 1,1-1,-1 0,0 0,0 0,-1 0,1-1,-1 1,1 0,1-6,1-4,-1 0,0 0,-1 0,0 0,0-18,-2 19,0 1,-1 0,-1 0,1 0,-2 0,0 0,-6-18,8 26,-1 0,1 0,-1 0,1 0,-1 0,0 1,0-1,0 0,-1 1,1 0,-1-1,1 1,-1 0,0 0,0 1,1-1,-1 0,0 1,-1 0,1 0,0 0,0 0,-1 0,1 1,0-1,0 1,-1 0,1 0,-7 1,8-1,-1 0,1 1,0-1,-1 1,1-1,0 1,0 0,0 0,0 0,0 0,0 0,0 1,0-1,0 0,0 1,0 0,1-1,-1 1,1 0,0 0,-1 0,1 0,0 0,0 0,0 0,-1 2,2 0,-1-1,1 0,0 1,0-1,0 0,0 1,0-1,1 0,0 1,-1-1,1 0,0 0,1 1,-1-1,1 0,-1 0,4 4,13 18,1-1,2-1,0-1,1 0,1-2,1-1,29 18,-33-26,-1-3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1.7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0,'0'5,"1"-1,0 0,0 0,0 1,0-1,1 0,-1 0,1 0,0-1,3 6,31 39,-10-14,38 63,-63-95,0-1,-1 0,1 0,0 0,0 0,0 0,0 0,0 0,0-1,0 1,0 0,0 0,0-1,0 1,0-1,1 1,-1-1,0 1,0-1,1 0,-1 1,0-1,1 0,-1 0,0 0,1 0,-1 0,0-1,1 1,-1 0,0 0,0-1,1 1,-1-1,0 1,0-1,0 0,0 1,0-1,0 0,0 0,0 0,0 0,0 0,1-2,6-6,0 0,-1-1,0 0,6-13,-6 11,-1 3,-1 0,1 1,1 0,-1 0,1 0,10-7,-15 13,0 1,0-1,0 1,0 0,0 0,0 0,0 0,0 0,0 0,1 0,-1 1,0-1,0 1,1 0,-1 0,0 0,1 0,-1 0,0 0,1 0,-1 1,0-1,0 1,1 0,-1 0,0 0,0 0,0 0,0 0,0 0,0 1,0-1,2 4,1 1,0 1,0 0,-1 0,0 0,-1 1,0 0,0-1,0 1,-1 0,0 0,-1 1,1 8,10 37,-5-36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2.1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75,'1'5,"0"0,0 0,1 0,0 0,4 7,2 7,-5-11,0 1,1-1,0 0,0 0,1-1,0 1,0-1,0 0,1 0,1 0,-1-1,1 0,0-1,12 8,-14-10,1 0,0 0,0 0,0-1,1 0,-1-1,0 1,1-1,-1 0,1-1,-1 1,1-1,0-1,-1 1,1-1,-1 0,0-1,1 0,-1 0,10-4,-11 2,0 1,0-1,0 0,-1 0,1 0,-1 0,0-1,-1 0,1 0,-1 0,0 0,0-1,0 1,-1-1,0 1,0-1,0 0,-1 0,0 0,0 0,0 0,-1-9,0 10,1-1,-1 1,-1 0,1-1,-1 1,0 0,0 0,0 0,-1-1,1 1,-1 1,-1-1,1 0,-1 0,1 1,-1 0,-1-1,1 1,-1 0,1 0,-1 1,0-1,0 1,-1 0,-8-5,11 8,0-1,1 0,-1 1,0-1,0 1,0-1,0 1,0 0,0 0,0 0,0 0,0 1,0-1,0 0,0 1,0-1,-3 2,-11 8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2.6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129 11,'-28'-6,"27"6,-1-1,1 0,0 1,-1-1,1 1,0 0,-1-1,1 1,-1 0,1 0,-1 0,1 0,-1 0,1 0,0 0,-1 1,1-1,-1 0,1 1,0-1,-1 1,1-1,0 1,-1 0,1 0,0 0,0-1,0 1,0 0,0 0,0 1,0-1,0 0,-1 2,0 0,-1 0,1 0,1 0,-1 1,0-1,1 0,-1 1,1-1,0 1,0 0,1-1,-1 1,1 0,0-1,0 1,0 0,0 0,1 3,1-2,-1-1,1 0,0 0,0 0,1 0,-1 0,1 0,0-1,0 1,0-1,0 0,1 0,0 0,5 4,20 10,-23-15,-1 0,-1 1,1-1,0 1,-1 0,1 1,-1-1,0 1,0 0,-1 0,6 7,-9-10,0 0,1 0,-1 0,0 0,0 0,0 0,0 0,0 0,0 0,0 1,-1-1,1 0,0 0,-1 0,1 0,0 0,-1 0,1 0,-1 0,0-1,1 1,-1 0,0 0,1 0,-1 0,0-1,0 1,0 0,0-1,0 1,1-1,-1 1,0-1,0 1,-2-1,-44 18,40-16,-8 2,0 0,-30 2,22-4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4.0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368 1,'-34'0,"0"1,-37 7,59-6,0 1,0 0,0 1,0 0,1 1,0 0,0 1,0 0,-11 9,20-13,-1-1,1 1,0 0,1 0,-1 0,0 0,0 0,1 0,-1 0,1 0,0 1,0-1,0 1,0-1,0 1,0-1,0 5,1-4,0-1,0 0,1 0,-1 0,1 0,-1 0,1 0,0 0,0 0,0 0,0 0,0 0,0 0,1 0,-1-1,1 1,-1-1,1 1,-1-1,1 1,0-1,2 1,15 9,1-1,0-1,0-1,0-1,1-1,0-1,23 3,-22-5,-1 2,1 0,-1 2,0 0,-1 1,31 17,-46-22,-1 1,1 0,0 0,-1 0,0 0,0 1,0 0,-1 0,1 0,-1 0,0 0,-1 1,1-1,-1 1,0 0,-1 0,1 0,-1 0,0 0,-1 0,1 0,-1 0,-1 0,1 0,-1 0,-2 11,0-4,-1 1,-1-1,0 0,0 0,-1-1,-1 1,0-1,0-1,-2 1,-14 15,17-21,-1 0,1-1,-1 0,0 0,-1-1,1 0,-1 0,0-1,0 0,0 0,0-1,0 0,-10 1,-11 0,0-1,-43-3,30 0,35 1,1-1,-1 1,1-1,-1 0,1-1,-1 1,1-1,0 0,0-1,0 0,0 1,0-2,1 1,-1-1,1 0,0 0,0 0,1-1,-1 0,1 0,0 0,0 0,1-1,-1 0,1 1,0-1,1 0,0 0,-3-8,0-4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4.9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27 125,'-1'1,"0"-1,0 0,0 1,-1 0,1-1,0 1,0 0,0-1,0 1,0 0,1 0,-1 0,0 0,0 0,0 0,1 0,-1 0,1 0,-1 0,1 0,-1 1,1-1,-1 0,1 0,0 1,0-1,0 2,-5 41,5-39,-1 3,0-1,1 1,1 0,-1 0,1 0,1 0,-1 0,5 13,-4-18,0 0,0 1,0-1,0 0,0 0,1 0,-1-1,1 1,0-1,0 1,0-1,0 0,0 0,1 0,-1 0,0-1,1 1,-1-1,1 0,6 1,-5-1,1 0,-1-1,0 0,1 0,-1 0,1-1,-1 1,0-1,1-1,-1 1,0-1,0 0,0 0,0 0,0-1,8-5,-3 0,-1 1,0-1,0 0,-1-1,0 0,12-18,-17 21,0-1,0 0,0 0,-1 0,0 0,0 0,0-1,-1 1,-1 0,1-1,-1 1,0-1,-1 1,1 0,-2-1,1 1,-1 0,0 0,0 0,-1 0,0 0,0 0,-1 1,0 0,0-1,0 1,-1 1,0-1,0 1,-1 0,1 0,-10-6,13 9,0 1,0 0,-1 0,1 0,0 0,0 0,-1 0,1 1,0-1,-1 1,1 0,-4-1,-7 3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5.5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14,'1'20,"0"1,1 0,9 35,-10-48,1 0,1-1,0 1,0-1,0 0,1 0,0 0,0 0,1-1,0 1,0-1,12 10,-16-14,1-1,0 0,0 1,-1-1,1 0,0 0,0 0,0 0,0 0,0-1,0 1,0-1,1 1,-1-1,0 0,0 0,0 0,0 0,1 0,-1 0,0 0,0-1,2 0,-1-1,-1 1,1-1,-1 0,1 0,-1 0,0 0,0 0,0-1,0 1,0-1,0 1,-1-1,1 0,1-3,3-10,-1 0,0-1,-1 0,3-28,-5 36,-1 0,-1 0,1 0,-1 0,-1 0,-2-16,-3 7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6.7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1,'5'1,"0"0,0 1,-1-1,1 1,-1 0,1 1,-1-1,7 5,10 6,7-2,0-1,40 8,-44-12,-1 0,0 1,0 1,37 20,-58-27,0 0,0 0,0 0,0 1,0-1,0 1,0-1,0 1,-1 0,1 0,-1 0,1 0,-1 0,0 0,1 0,-1 0,0 0,-1 1,1-1,0 0,-1 1,1-1,-1 1,0-1,1 0,-1 1,0-1,-1 3,0-1,-1 0,1 0,-1 0,0 0,0 0,-1-1,1 1,-1-1,1 0,-1 0,0 0,0 0,-1 0,1 0,-7 3,-9 5,-33 13,41-20,-1 1,1 1,0-1,0 2,1-1,0 1,0 1,-12 12,15-12,1 0,1 0,0 1,0-1,1 1,0 1,0-1,1 0,0 1,1 0,-3 18,5-20,-1 0,1-1,0 1,1-1,0 1,0-1,0 1,1-1,0 1,1-1,0 0,0 0,0 0,1-1,0 1,6 7,-4-9,0 1,0-1,1 0,0 0,0-1,0 1,0-2,1 1,-1-1,1 0,0-1,0 0,0 0,13 1,4-1,0 0,0-2,38-5,-59 5,0 0,0 0,0-1,0 0,0 0,-1 0,1 0,0-1,-1 1,1-1,-1 0,0 0,1 0,-1-1,0 1,0-1,0 0,4-5,1-7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7.4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0,'0'1,"1"1,-1-1,1 0,-1 0,1 0,-1 0,1 0,0 0,0 0,0 0,0 0,-1 0,1-1,0 1,0 0,1 0,-1-1,0 1,0-1,0 1,0-1,0 1,1-1,-1 0,0 0,0 1,3-1,39 5,-38-5,230 2,-122-4,-90 2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38.41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0,'0'2,"1"0,-1 0,1 0,-1-1,1 1,0 0,0 0,0-1,0 1,0-1,0 1,0-1,1 1,-1-1,3 3,27 19,-23-18,10 8,0 1,0 1,27 30,-38-37,-1 0,0 1,-1 0,0 0,0 0,-1 0,0 1,-1 0,0-1,3 20,14 116,-13-107,-3 1,-1 0,-2-1,-7 62,4-83,0-1,-2 0,0 0,-1-1,0 1,-9 15,-51 83,54-96,9-13,1-3,0 0,0 0,0 0,0 0,0 0,0 0,-1-1,1 1,-1 0,1-1,-3 3,2-7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2.6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79,'-1'31,"-11"58,6-58,-2 56,8-75,0-1,1 0,1 0,-1-1,2 1,0 0,0 0,7 15,-8-21,1-1,0 1,0 0,0-1,0 0,1 0,0 0,0 0,0 0,0-1,0 0,1 1,0-2,-1 1,1-1,0 1,0-1,1-1,7 3,-7-3,1 0,-1 0,1 0,0-1,0 0,-1-1,1 1,0-1,-1-1,1 1,-1-1,0 0,1 0,-1-1,0 0,0 0,7-5,-6 2,-1 1,0-1,0 0,0 0,-1 0,0-1,0 0,-1 0,1 0,-2-1,1 1,-1-1,3-12,2-6,1-3,-2 1,0-1,2-33,-9 53,1-1,-2 1,1 0,-1 0,0 0,-1 0,0 0,-1 0,0 0,0 1,-1-1,0 1,0 0,-9-11,10 14,-1 1,0-1,0 1,0 1,-1-1,1 0,-1 1,0 0,0 0,0 1,0-1,0 1,-1 0,1 0,-1 1,0 0,1 0,-8 0,9 0,0 2,0-1,0 0,0 1,0 0,0-1,0 2,1-1,-1 0,0 1,1 0,-1-1,1 2,-1-1,1 0,0 1,0-1,0 1,0 0,0 0,1 0,0 0,-1 0,1 1,0-1,0 1,-1 4,1-4,1-1,-1 1,1 0,0 0,0-1,0 1,0 0,1 0,0 0,0 0,0 0,0 0,0 0,1-1,0 1,0 0,0 0,0 0,0-1,1 1,0-1,-1 1,5 5,3 0,-1-1,1 0,0 0,1-1,0 0,13 6,-12-7,-1 1,1 0,-1 0,-1 1,16 16,-14-9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3.2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38,'3'0,"-1"0,0 1,0-1,1 0,-1 1,0 0,0 0,0-1,0 1,0 1,0-1,0 0,0 0,0 1,-1-1,1 1,0-1,-1 1,1 0,2 3,1 5,1 0,-1 0,5 14,8 15,-14-31,1-1,0 1,1-1,0-1,0 1,0-1,1 0,0 0,0-1,15 9,-16-12,0 1,0-1,0 0,1-1,-1 0,1 0,-1 0,0-1,1 0,-1 0,1 0,-1-1,1 0,-1 0,10-4,12-4,38-17,-56 21,0 0,0 0,-1-1,0 0,0-1,0 0,7-8,-12 9,-1 0,0 0,0 0,0 0,-1 0,0-1,0 1,-1-1,0 1,0-1,0 0,-1 1,0-1,0 0,-1 0,0 1,0-1,-3-9,-2-1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3.7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161 137,'3'-1,"-1"1,1-1,0 0,-1 0,1 0,-1-1,1 1,-1-1,0 1,0-1,0 0,1 0,-2 0,1 0,0 0,0 0,1-3,1 0,-1 0,0 0,0 0,0-1,-1 1,4-11,-6 14,1 0,-1 1,0-1,0 1,0-1,0 0,0 1,-1-1,1 0,0 1,-1-1,1 1,-1-1,1 1,-1-1,0 1,0-1,1 1,-1 0,0 0,0-1,-3-1,1 1,0-1,0 1,-1 1,1-1,0 0,-1 1,0-1,1 1,-7-1,1 0,-1 1,1 0,-1 1,1 0,-1 0,1 1,-14 3,18-2,0-1,0 1,0 1,1-1,-1 1,1 0,0 0,-1 0,1 0,1 1,-1-1,0 1,1 0,0 1,0-1,0 0,0 1,1-1,-4 10,5-10,0 0,0 0,0-1,1 1,-1 0,1 0,0 0,0 0,0 0,0 0,1 0,0 0,0 0,0-1,0 1,0 0,1 0,0-1,0 1,0-1,0 0,0 0,1 1,-1-1,1-1,5 6,9 4,0-1,0-1,1-1,0 0,1-2,38 12,-11-11,-25-7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4.2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24,'0'13,"0"-1,0 1,1-1,0 0,4 16,-4-23,1 0,-1-1,1 0,1 1,-1-1,0 0,1 0,0 0,0-1,0 1,1-1,-1 0,1 1,6 3,-4-3,0-1,0 1,0-1,0-1,0 1,1-1,-1 0,1 0,-1-1,1 0,0 0,0-1,0 1,-1-1,1-1,0 0,0 0,0 0,-1 0,1-1,-1 0,1-1,-1 0,9-5,-5 3,-2-1,1-1,-1 1,0-1,0-1,-1 1,0-1,0-1,-1 1,0-1,0 0,-1 0,-1-1,1 0,4-15,-5 5,-1 1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4.6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 1,'-1'0,"0"0,-1 1,1 0,0-1,0 1,0 0,0-1,0 1,0 0,0 0,0 0,0 0,1 0,-1 0,0 0,0 0,1 0,-1 0,1 0,-1 0,1 1,-1-1,1 0,0 0,0 1,0-1,-1 2,-3 41,3-40,1 6,0-1,0 0,1 0,0 0,1 0,0 0,0 0,5 12,4 1,23 39,-26-48,-2-3,11 19,0 0,24 61,-34-67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5.3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1 312,'0'3,"0"-1,1 1,-1-1,1 1,0-1,0 0,0 0,0 1,1 2,5-1,-2-16,-5 5,0 0,0-1,-1 1,0 0,-1 0,-2-10,-4-20,6 20,0-1,2 0,0 0,1 1,5-27,-5 38,0 1,0 0,1-1,0 1,0 0,0 0,1 0,0 1,0-1,0 0,0 1,1 0,0 0,0 0,0 0,0 1,0-1,1 1,-1 0,1 1,10-5,-13 6,0 1,0-1,0 1,0-1,0 1,1 0,-1 0,0 0,0 0,0 0,1 0,-1 0,0 1,0 0,0-1,0 1,0 0,0 0,0 0,0 0,0 0,0 0,-1 1,1-1,0 0,-1 1,1 0,-1-1,1 1,-1 0,1 2,6 12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6.17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100 0,'-4'0,"0"0,1 0,-1 1,0-1,0 1,0 0,0 0,1 0,-1 0,0 1,1-1,-1 1,-4 3,4-1,0-1,1 1,-1 0,1 1,0-1,0 0,1 1,-1 0,-2 8,3-10,1 0,0 0,0 0,0 1,0-1,0 0,1 1,0-1,-1 1,1-1,1 1,-1-1,0 1,1-1,0 0,-1 1,1-1,1 0,-1 0,3 5,-1-3,1 0,-1-1,1 0,0 1,0-2,1 1,-1 0,1-1,0 0,0 0,9 4,-4-3,0 0,0 0,0-1,1-1,0 1,-1-2,1 0,0 0,0-1,0 0,0 0,-1-2,14-2,-19 3,0-1,-1 0,1-1,0 1,-1-1,0 0,1 0,-1 0,-1-1,1 1,0-1,-1 0,0 0,1 0,-2 0,1-1,0 1,-1-1,0 0,0 0,1-7,-2 9,0-1,0 0,-1 0,0 0,0 0,0 0,0 0,-1 0,0 0,1 1,-1-1,-1 0,1 0,0 1,-1-1,0 1,0-1,0 1,0 0,0-1,-1 1,0 0,1 1,-1-1,0 0,0 1,-1 0,-4-3,1 1,0 1,0 0,-1 1,1-1,-15-1,20 3,-1 1,1 0,-1 0,1 0,-1 0,1 0,0 1,-1-1,1 1,-4 0,5 0,0-1,0 1,1-1,-1 1,0 0,0-1,1 1,-1 0,0-1,1 1,-1 0,1 0,-1 0,1-1,-1 1,1 0,-1 0,1 0,0 0,0 0,-1 0,1 0,0 0,0 0,0 0,0 1,1 1,-1 0,1 0,0 0,0 0,0 0,1 0,-1 0,1-1,-1 1,1-1,0 1,0-1,0 1,0-1,0 0,1 0,2 2,52 34,-40-28,13 9,48 23,-65-37,0 0,0-1,1 0,-1-1,1-1,24 2,-15-3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7.1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0,'0'12,"1"-1,0 1,0-1,1 1,1-1,0 0,1 0,0 0,0 0,1-1,0 0,12 16,-7-8,-8-13,1 0,0-1,-1 1,2-1,-1 1,8 6,-10-10,0 0,0-1,0 1,0-1,0 0,0 1,0-1,0 0,0 0,0 1,0-1,1 0,-1 0,0 0,0 0,0-1,0 1,0 0,0 0,1-1,-1 1,0 0,0-1,0 1,0-1,0 0,0 1,0-1,-1 0,1 1,0-1,0 0,0 0,-1 0,1 0,0 0,-1 0,1-2,34-50,-25 37,0 0,1 0,0 1,18-18,-26 30,0 1,0-1,0 1,0-1,1 1,-1 0,1 0,-1 1,1-1,0 1,-1-1,1 1,0 0,0 1,0-1,0 1,0 0,0-1,0 2,0-1,0 0,0 1,0 0,-1 0,7 2,-7-1,-1-1,1 1,0-1,-1 1,0 0,1 0,-1 0,0 0,0 0,0 1,0-1,-1 1,1-1,-1 1,1-1,-1 1,0 0,0 0,0 0,0 0,-1 0,1 0,-1 5,1 0,-1 0,0 1,-1-1,1 0,-2 0,1 0,-5 12,0-2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7.4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59,'1'4,"-1"0,1-1,0 1,0 0,0-1,0 1,0-1,1 0,-1 1,1-1,0 0,0 0,0 0,1 0,-1 0,1-1,0 1,-1-1,1 0,0 0,0 0,1 0,3 2,10 4,-1-1,1-1,25 7,-28-9,-5-2,0 1,0-1,0-1,0 1,0-2,0 1,0-1,0-1,0 1,11-4,-14 3,0-1,-1-1,1 1,-1-1,0 0,0 0,0-1,0 1,-1-1,1 0,-1 0,0-1,0 1,0-1,-1 0,5-9,-7 13,1-1,-1 0,0 0,0 0,0 0,0-1,0 1,0 0,-1 0,1 0,-1-1,1 1,-1 0,0 0,0-1,0 1,0 0,-1-1,1 1,0 0,-1 0,0-1,1 1,-1 0,0 0,0 0,0 0,-1 0,1 0,0 0,-1 0,1 1,-1-1,0 0,1 1,-1 0,0-1,0 1,0 0,0 0,0 0,-4-2,-5-1,-1 0,1 1,-1 0,0 0,0 1,-23 0,15 1,0 1,0 1,-36 6,33-1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8.9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1 320,'6'0,"4"1,0 0,0-2,1 1,-1-1,0 0,0-1,0-1,0 1,0-2,-1 1,16-9,-14 6,8-5,1-1,31-27,-46 35,-1 0,0 0,1-1,-1 0,-1 0,1 0,-1-1,0 1,0-1,-1 1,1-1,-1 0,-1 0,1 0,0-8,-1 7,0 0,-1 0,0-1,0 1,-1 0,0-1,0 1,-1 0,0 0,-3-8,4 12,-1 0,0 0,0 0,0 0,0 1,-1-1,1 1,-1-1,1 1,-1 0,0 0,0 0,0 0,0 0,0 1,-1-1,1 1,0 0,-1 0,1 0,-1 1,-5-1,4 0,1 1,-1 1,1-1,0 0,-1 1,1 0,0 0,-1 1,1-1,0 1,0 0,0 0,0 0,1 0,-1 1,1 0,-1-1,1 1,0 0,0 1,0-1,0 1,1-1,-1 1,1 0,0 0,0 0,0 0,1 0,0 0,-1 0,2 1,-1-1,0 0,1 1,0-1,0 1,0-1,0 0,1 1,-1-1,1 1,1-1,-1 0,0 0,1 0,0 0,0 0,4 6,3 2,1-1,0-1,0 0,1 0,0-1,20 12,82 42,-93-53,-8-4,-1-1,1-1,0 0,1 0,-1-1,18 2,-8-3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9.2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0,'1'5,"3"1,2 4,0 5,-2 4,4-1,0 1,-1 2,2-3,1 1,2-4,-1-4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49.8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46 12,'-4'-5,"-7"-1,-1 5,2 7,2 2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0.2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0,'13'1,"-1"0,0 0,0 2,0-1,0 1,0 1,0 0,17 9,5 6,44 32,-19-12,-48-32,0 0,19 18,-18-12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0.6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393 1,'-33'11,"11"-1,-2-3,0 1,0 0,1 2,0 1,0 1,2 1,-1 1,2 1,-21 19,19-14,13-13,1 1,0 0,0 0,1 1,0 0,-9 16,8-8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0.9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32,'0'11,"0"-1,1 0,0 0,0 0,1 0,1 0,4 14,-4-18,0-1,-1 0,2-1,-1 1,1-1,-1 1,1-1,0 0,1 0,-1-1,1 1,-1-1,1 0,10 5,4-2,0 0,0-1,1 0,0-2,0 0,-1-2,1 0,0-1,39-5,-53 4,-1 0,1 0,-1 0,0-1,0 0,0 0,0 0,0-1,0 0,0 0,-1 0,0 0,1-1,-1 1,0-1,-1 0,1-1,-1 1,4-7,-5 8,-1 0,1 0,-1 0,0 0,0-1,-1 1,1 0,-1-1,1 1,-1 0,0-1,0 1,0-1,-1 1,1 0,-1-1,0 1,0 0,0 0,-1 0,1 0,-1 0,1 0,-1 0,0 0,0 0,0 1,0-1,-1 1,1-1,-1 1,-3-2,-3-3,-1 1,0 0,0 1,-1 0,1 0,-1 1,0 1,0 0,0 0,-1 1,-12-1,-20 1,-70 4,54 0,34-1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1.7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0 263,'5'1,"-1"1,1 0,-1-1,0 2,0-1,0 0,0 1,6 5,1 0,46 35,-62-50,0 0,0-1,1 1,0-1,0 0,1 0,-3-11,-13-61,18 67,-1 1,2-1,-1 1,2-1,0 0,0 1,6-23,-6 32,0 0,0-1,0 1,0 0,1 0,-1 0,1 0,0 0,0 1,0-1,0 0,0 1,0 0,1-1,-1 1,1 0,0 0,-1 0,1 1,0-1,0 1,0-1,0 1,1 0,-1 0,0 0,0 1,1-1,-1 1,0 0,1 0,-1 0,0 0,5 1,2 2,0-1,-1 1,1 1,16 8,3 1,-11-6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2.18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235 164,'4'0,"-1"0,1-1,-1 0,1 1,-1-1,0-1,1 1,-1 0,0-1,0 1,0-1,0 0,0 0,-1 0,1-1,-1 1,1-1,-1 1,0-1,0 0,0 0,0 1,0-2,-1 1,1 0,-1 0,0 0,0-1,0 1,0 0,-1-1,0 1,1-1,-1 1,0-1,0 1,-1-1,1 1,-1-1,0 1,0 0,0-1,0 1,-1 0,1 0,-1 0,0 0,0 0,0 0,0 1,0-1,0 0,-1 1,0 0,1-1,-1 1,0 0,0 1,-5-3,1 1,-1 1,0 0,0 0,0 1,0 0,0 0,0 1,0 0,0 1,0-1,0 2,0-1,0 1,1 0,-1 1,1-1,-1 2,-6 3,5-2,1 0,0 1,0 0,0 0,1 1,0 0,0 1,0-1,1 1,1 0,-1 1,1-1,1 1,-5 11,8-18,0 1,1-1,-1 0,0 0,1 1,0-1,0 0,0 1,0-1,0 1,0-1,0 0,1 1,-1-1,1 0,0 0,0 1,2 3,-1-3,0 1,1-1,0 1,0-1,0 0,0-1,0 1,1 0,6 3,5 1,0 0,0-1,0-1,25 6,79 17,-96-24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3.0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76 24,'-2'1,"-1"-1,1 1,-1 0,1-1,0 1,-1 0,1 1,0-1,0 0,0 1,0-1,0 1,0 0,0-1,-1 3,-23 31,24-31,0 0,0 0,1 1,-1-1,1 0,0 1,0-1,0 1,1-1,0 1,0-1,0 1,0 0,1-1,-1 1,1-1,0 0,1 1,-1-1,1 0,0 0,0 1,0-1,0-1,1 1,0 0,-1-1,1 1,1-1,-1 0,0 0,1 0,0 0,-1-1,1 0,0 1,0-1,1-1,-1 1,0-1,1 1,4 0,2 0,0 0,0-1,0 0,0-1,0 0,-1 0,1-1,14-3,-22 3,1 0,-1 0,1-1,-1 1,1-1,-1 0,0 0,0 0,0 0,0 0,-1 0,1-1,0 0,-1 1,0-1,1 0,-1 0,-1 0,1-1,0 1,-1 0,1-1,-1 1,0-1,0 1,-1-1,2-6,-2 0,1 1,-2-1,1 1,-1-1,-1 1,0-1,0 1,-5-13,6 18,0 1,-1 0,1-1,-1 1,0 0,0 0,0 0,0 0,0 0,-1 1,1-1,-1 1,0-1,0 1,0 0,0 0,0 0,0 1,0-1,-1 1,1 0,0 0,-1 0,1 0,-5 0,6 0,-1 1,1 0,-1 1,1-1,-1 0,1 1,0-1,-1 1,1-1,0 1,0 0,-1 0,1 0,0 1,0-1,0 0,0 1,0-1,1 1,-1 0,0 0,1-1,-1 1,1 0,0 0,-1 1,1-1,0 0,-1 4,1-3,0 0,1 0,-1 0,1 0,0 0,0 0,0 1,0-1,0 0,1 0,-1 0,1 0,0 0,0 0,0 0,0 0,1 0,-1 0,1-1,0 1,0-1,2 4,6 2,0 1,0-2,0 1,1-2,0 1,1-1,22 7,-10-4,1-2,50 9,-49-13,-3-2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3.45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0,'-1'20,"1"17,1 1,1-1,11 55,14 59,-6-21,12 82,-22-135,-8-52,1 1,1-1,1 0,9 24,3-12,-9-23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4.6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0,'1'4,"0"0,0 0,0 0,0-1,1 1,0 0,-1-1,1 1,0-1,1 0,3 5,13 25,12 64,12 33,-39-118,0 1,-1 0,0 0,1 16,-3-19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5.12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318 0,'-12'1,"0"0,0 0,0 1,0 1,0 0,-18 8,-67 35,45-19,48-25,-1 1,1 0,0 0,-1 0,1 0,1 1,-1-1,0 1,1 0,0 0,0 1,0-1,0 1,1-1,0 1,0 0,0 0,0 0,0 5,1-6,0 0,1-1,0 1,0 0,0 0,1-1,-1 1,1 0,0-1,0 1,0 0,0-1,0 0,1 1,0-1,0 0,0 0,0 1,0-2,0 1,1 0,0 0,-1-1,1 1,0-1,0 0,7 3,10 4,0-1,0-2,1 0,0-1,1-1,-1 0,25-1,1 0,92 11,-114-10,-2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5.6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0,'0'30,"-1"-6,2 1,3 27,-3-46,0 1,0-1,1 0,0 0,0 0,1 0,-1 0,1 0,1-1,-1 1,1-1,0 0,5 5,-4-6,-1-1,0 0,1 0,0-1,0 0,0 1,0-1,0-1,0 1,0-1,1 0,-1 0,0-1,1 0,-1 0,11-1,-13 1,1 0,-1-1,0 1,0-1,1 0,-1 0,0 0,0 0,0-1,0 1,0-1,0 0,-1 0,1 0,-1 0,1 0,-1-1,0 1,1-1,-1 1,-1-1,1 0,0 0,-1 0,1 0,-1 0,2-5,-2 4,-1 1,1 0,-1-1,0 1,0-1,0 1,0-1,0 1,-1 0,1-1,-1 1,0 0,0-1,0 1,-1 0,1 0,-1 0,0 0,0 0,0 0,0 0,0 1,0-1,-1 1,0 0,1 0,-7-4,5 4,-1 0,1 0,-1 0,1 1,-1 0,0 0,0 0,0 0,0 1,1 0,-1 0,0 0,0 0,0 1,0 0,0 0,1 1,-1-1,-6 3,-10 7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6.3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30,'0'-1,"0"-1,1 1,-1 0,1 0,0 0,-1 0,1 1,0-1,-1 0,1 0,0 0,0 0,0 1,-1-1,1 0,0 1,0-1,0 1,0-1,0 1,1-1,-1 1,0 0,0-1,0 1,2 0,36-6,-33 6,260-5,-150 7,-93-2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6.9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31,'31'0,"0"-2,0 0,44-10,-42 6,0 2,0 1,0 1,64 7,-71-1,-3 2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09T15:25:57.4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79 85,'-2'1,"0"-1,0 1,0 0,0-1,0 1,0 0,0 0,0 0,1 1,-1-1,0 0,1 1,-1-1,1 1,0-1,-3 4,-18 30,21-34,-2 6,-1 0,1 0,0 1,0-1,1 1,0 0,1 0,0 0,0 0,0 0,1 0,2 14,-2-18,1 0,0 1,0-1,0 0,1 0,-1 0,1 0,0 0,0-1,0 1,1-1,-1 1,1-1,0 0,0 0,0 0,1 0,-1 0,1-1,-1 0,1 1,0-1,0-1,-1 1,6 1,-4-2,102 28,-94-26,0-1,0 0,0-2,0 1,0-1,17-3,-23 1,-1 0,0 0,1-1,-1 0,0 0,0 0,-1-1,1 0,-1 0,1-1,-1 1,-1-1,1 0,5-8,-1 0,0 1,-1-1,-1-1,0 0,6-19,-10 27,-2 1,1-1,0 0,-1 0,0 0,-1 0,1 0,-1 0,0 0,-1 0,0 0,1 0,-2 0,1 0,-1 0,-2-6,1 7,-1-1,1 1,-1 0,0 0,0 1,-1-1,1 1,-1 0,0 0,0 0,0 1,-1 0,1 0,-1 0,-10-3,-10-4,-1 2,-28-6,42 12,0 0,0 1,0 0,0 1,0 0,-21 4,28-2,-1 0,1 0,0 1,0 0,0 0,-6 5,-2 1,-4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8491C-6834-4694-96BB-93921508F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93D422-7D1F-45B7-B1F1-173272BCF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970C4E-4588-4FF9-ABEF-8AC0CC44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7715F5-5B10-4FEA-8F6C-87CE7AFA3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047189-047C-4D29-9438-91C5A782E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332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0258C-E373-48AC-AB28-B3C228E09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8D7714-2E43-4AB8-AD71-60CD0FEEA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F6EC52-851F-417D-9EA7-0040B185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A9C03F-7305-4DDA-B683-385A01F6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3C295E-6B0C-4E23-9F4F-86A37235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316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55FCD-E64B-4989-A3E7-D8A0C1B8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C85BD8-4B7A-4A23-8C3A-008C15540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E6BF3C-B948-4514-B6E2-611F49BF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B6F911-9B4C-4951-996A-FC5FCAB9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9F5259-5770-4893-BD78-5CE2587D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95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7CDA7-66BD-41C6-A248-8BAC0FE87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EB12F9-9211-4EDB-A405-2E06959E5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EDF8C6-A1AE-49DF-81E8-3CB93CBB9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9E77B9-D702-4106-A9A2-8F5EE063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A14258-2F80-4A8E-B096-51729CEC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792014-4B96-498D-925A-9FA0F224B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32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7A3E1-FFF7-4D01-BE53-F85F8EE29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370935-2D55-4ECB-8D4A-E209E08FA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F25B67-B4FF-4BCC-AFFD-7FCEC8F6E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158D5BB-FA43-4373-AB0B-0302F370F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42433C-132A-4B7D-94EE-A20AB771E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3698E4-4119-4C8E-86F0-3417511A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DB021FE-E2CD-4E0A-A575-958F811F3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5F07E90-C1E4-4F68-877D-87E8365D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64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15073-9D2D-49A4-8031-06AFBB99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25514DE-7E8F-4939-A08A-987787FE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FA1CC1-F5DE-4EA4-AECD-77DF4E6A4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6AEC86A-A85B-40FE-A740-E1A04C65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60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52FD6F4-7755-440F-BFF1-AD889DB7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A9847B-BF6A-40F1-8D20-6B9D6F7F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5CF69F-9BB8-44CC-A16A-E1BE0D9A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5557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3C7B4-4E7F-4C53-BAAC-3D0574F3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5A6C7D-F944-4BAE-AB51-3D75AFB7D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3B62E9-750E-4C08-A6A2-43A341BC0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9902DC-AF91-48E4-92F9-579B5C6D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05ADE4-52D4-4AC1-978F-29204404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5E9A39-7BED-4636-B3F3-DAFF8432F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58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09DF8-0AAE-4FE3-9F3F-48435723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BCD901C-A1EB-4A85-BC36-CB091DE11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36B7E7-972E-46FF-8853-02A619F4B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0440D0-B38A-4FE3-8B8F-F203D54C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899EC7-F9CC-4A9B-8E17-8E121163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1F8C46-44D2-430F-B043-F7F6628B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43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9E441-10FE-44E7-AE08-B6092454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D3241A-652E-4BFA-819F-307F45049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3699DD-F713-498D-B45A-0C1A1E13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3C5F88-2433-4B33-9411-CC5686D77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C46279-5A02-4716-B027-03DB0F39F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329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E724A5-252C-4A77-B320-645E2E529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BF7AA7-536B-49D6-B03D-8899EC474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945641-4D9E-45CC-9A36-2DDDF33A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6FCB70-4DBE-4B30-A67C-5F7A6014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CDD0C1-4E32-4332-B2F9-2F7BA468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91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27A4A-91C1-45C0-AF8D-109E91E9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421E2E-0B46-4612-90D8-C77C1BE35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50EACF-EFBA-48B6-BB3E-142F2EE6D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8C9CC-1608-4CD8-A032-5E4C615521ED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906AB2-AFF4-4993-B360-DC1A9A167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9CFC93-3177-4886-BC7D-39A92DF83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A7A08-8E9F-48BE-B0DC-B94B6B4F0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00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.png"/><Relationship Id="rId21" Type="http://schemas.openxmlformats.org/officeDocument/2006/relationships/image" Target="../media/image12.png"/><Relationship Id="rId42" Type="http://schemas.openxmlformats.org/officeDocument/2006/relationships/customXml" Target="../ink/ink22.xml"/><Relationship Id="rId63" Type="http://schemas.openxmlformats.org/officeDocument/2006/relationships/image" Target="../media/image33.png"/><Relationship Id="rId84" Type="http://schemas.openxmlformats.org/officeDocument/2006/relationships/customXml" Target="../ink/ink43.xml"/><Relationship Id="rId138" Type="http://schemas.openxmlformats.org/officeDocument/2006/relationships/customXml" Target="../ink/ink70.xml"/><Relationship Id="rId159" Type="http://schemas.openxmlformats.org/officeDocument/2006/relationships/image" Target="../media/image81.png"/><Relationship Id="rId170" Type="http://schemas.openxmlformats.org/officeDocument/2006/relationships/customXml" Target="../ink/ink86.xml"/><Relationship Id="rId191" Type="http://schemas.openxmlformats.org/officeDocument/2006/relationships/image" Target="../media/image97.png"/><Relationship Id="rId205" Type="http://schemas.openxmlformats.org/officeDocument/2006/relationships/image" Target="../media/image104.png"/><Relationship Id="rId226" Type="http://schemas.openxmlformats.org/officeDocument/2006/relationships/customXml" Target="../ink/ink114.xml"/><Relationship Id="rId107" Type="http://schemas.openxmlformats.org/officeDocument/2006/relationships/image" Target="../media/image55.png"/><Relationship Id="rId11" Type="http://schemas.openxmlformats.org/officeDocument/2006/relationships/image" Target="../media/image7.png"/><Relationship Id="rId32" Type="http://schemas.openxmlformats.org/officeDocument/2006/relationships/customXml" Target="../ink/ink17.xml"/><Relationship Id="rId53" Type="http://schemas.openxmlformats.org/officeDocument/2006/relationships/image" Target="../media/image28.png"/><Relationship Id="rId74" Type="http://schemas.openxmlformats.org/officeDocument/2006/relationships/customXml" Target="../ink/ink38.xml"/><Relationship Id="rId128" Type="http://schemas.openxmlformats.org/officeDocument/2006/relationships/customXml" Target="../ink/ink65.xml"/><Relationship Id="rId149" Type="http://schemas.openxmlformats.org/officeDocument/2006/relationships/image" Target="../media/image76.png"/><Relationship Id="rId5" Type="http://schemas.openxmlformats.org/officeDocument/2006/relationships/image" Target="../media/image4.png"/><Relationship Id="rId95" Type="http://schemas.openxmlformats.org/officeDocument/2006/relationships/image" Target="../media/image49.png"/><Relationship Id="rId160" Type="http://schemas.openxmlformats.org/officeDocument/2006/relationships/customXml" Target="../ink/ink81.xml"/><Relationship Id="rId181" Type="http://schemas.openxmlformats.org/officeDocument/2006/relationships/image" Target="../media/image92.png"/><Relationship Id="rId216" Type="http://schemas.openxmlformats.org/officeDocument/2006/relationships/customXml" Target="../ink/ink109.xml"/><Relationship Id="rId237" Type="http://schemas.openxmlformats.org/officeDocument/2006/relationships/image" Target="../media/image120.png"/><Relationship Id="rId22" Type="http://schemas.openxmlformats.org/officeDocument/2006/relationships/customXml" Target="../ink/ink12.xml"/><Relationship Id="rId43" Type="http://schemas.openxmlformats.org/officeDocument/2006/relationships/image" Target="../media/image23.png"/><Relationship Id="rId64" Type="http://schemas.openxmlformats.org/officeDocument/2006/relationships/customXml" Target="../ink/ink33.xml"/><Relationship Id="rId118" Type="http://schemas.openxmlformats.org/officeDocument/2006/relationships/customXml" Target="../ink/ink60.xml"/><Relationship Id="rId139" Type="http://schemas.openxmlformats.org/officeDocument/2006/relationships/image" Target="../media/image71.png"/><Relationship Id="rId85" Type="http://schemas.openxmlformats.org/officeDocument/2006/relationships/image" Target="../media/image44.png"/><Relationship Id="rId150" Type="http://schemas.openxmlformats.org/officeDocument/2006/relationships/customXml" Target="../ink/ink76.xml"/><Relationship Id="rId171" Type="http://schemas.openxmlformats.org/officeDocument/2006/relationships/image" Target="../media/image87.png"/><Relationship Id="rId192" Type="http://schemas.openxmlformats.org/officeDocument/2006/relationships/customXml" Target="../ink/ink97.xml"/><Relationship Id="rId206" Type="http://schemas.openxmlformats.org/officeDocument/2006/relationships/customXml" Target="../ink/ink104.xml"/><Relationship Id="rId227" Type="http://schemas.openxmlformats.org/officeDocument/2006/relationships/image" Target="../media/image115.png"/><Relationship Id="rId12" Type="http://schemas.openxmlformats.org/officeDocument/2006/relationships/customXml" Target="../ink/ink7.xml"/><Relationship Id="rId33" Type="http://schemas.openxmlformats.org/officeDocument/2006/relationships/image" Target="../media/image18.png"/><Relationship Id="rId108" Type="http://schemas.openxmlformats.org/officeDocument/2006/relationships/customXml" Target="../ink/ink55.xml"/><Relationship Id="rId129" Type="http://schemas.openxmlformats.org/officeDocument/2006/relationships/image" Target="../media/image66.png"/><Relationship Id="rId54" Type="http://schemas.openxmlformats.org/officeDocument/2006/relationships/customXml" Target="../ink/ink28.xml"/><Relationship Id="rId75" Type="http://schemas.openxmlformats.org/officeDocument/2006/relationships/image" Target="../media/image39.png"/><Relationship Id="rId96" Type="http://schemas.openxmlformats.org/officeDocument/2006/relationships/customXml" Target="../ink/ink49.xml"/><Relationship Id="rId140" Type="http://schemas.openxmlformats.org/officeDocument/2006/relationships/customXml" Target="../ink/ink71.xml"/><Relationship Id="rId161" Type="http://schemas.openxmlformats.org/officeDocument/2006/relationships/image" Target="../media/image82.png"/><Relationship Id="rId182" Type="http://schemas.openxmlformats.org/officeDocument/2006/relationships/customXml" Target="../ink/ink92.xml"/><Relationship Id="rId217" Type="http://schemas.openxmlformats.org/officeDocument/2006/relationships/image" Target="../media/image110.png"/><Relationship Id="rId6" Type="http://schemas.openxmlformats.org/officeDocument/2006/relationships/customXml" Target="../ink/ink4.xml"/><Relationship Id="rId23" Type="http://schemas.openxmlformats.org/officeDocument/2006/relationships/image" Target="../media/image13.png"/><Relationship Id="rId119" Type="http://schemas.openxmlformats.org/officeDocument/2006/relationships/image" Target="../media/image61.png"/><Relationship Id="rId44" Type="http://schemas.openxmlformats.org/officeDocument/2006/relationships/customXml" Target="../ink/ink23.xml"/><Relationship Id="rId65" Type="http://schemas.openxmlformats.org/officeDocument/2006/relationships/image" Target="../media/image34.png"/><Relationship Id="rId86" Type="http://schemas.openxmlformats.org/officeDocument/2006/relationships/customXml" Target="../ink/ink44.xml"/><Relationship Id="rId130" Type="http://schemas.openxmlformats.org/officeDocument/2006/relationships/customXml" Target="../ink/ink66.xml"/><Relationship Id="rId151" Type="http://schemas.openxmlformats.org/officeDocument/2006/relationships/image" Target="../media/image77.png"/><Relationship Id="rId172" Type="http://schemas.openxmlformats.org/officeDocument/2006/relationships/customXml" Target="../ink/ink87.xml"/><Relationship Id="rId193" Type="http://schemas.openxmlformats.org/officeDocument/2006/relationships/image" Target="../media/image98.png"/><Relationship Id="rId207" Type="http://schemas.openxmlformats.org/officeDocument/2006/relationships/image" Target="../media/image105.png"/><Relationship Id="rId228" Type="http://schemas.openxmlformats.org/officeDocument/2006/relationships/customXml" Target="../ink/ink115.xml"/><Relationship Id="rId13" Type="http://schemas.openxmlformats.org/officeDocument/2006/relationships/image" Target="../media/image8.png"/><Relationship Id="rId109" Type="http://schemas.openxmlformats.org/officeDocument/2006/relationships/image" Target="../media/image56.png"/><Relationship Id="rId34" Type="http://schemas.openxmlformats.org/officeDocument/2006/relationships/customXml" Target="../ink/ink18.xml"/><Relationship Id="rId55" Type="http://schemas.openxmlformats.org/officeDocument/2006/relationships/image" Target="../media/image29.png"/><Relationship Id="rId76" Type="http://schemas.openxmlformats.org/officeDocument/2006/relationships/customXml" Target="../ink/ink39.xml"/><Relationship Id="rId97" Type="http://schemas.openxmlformats.org/officeDocument/2006/relationships/image" Target="../media/image50.png"/><Relationship Id="rId120" Type="http://schemas.openxmlformats.org/officeDocument/2006/relationships/customXml" Target="../ink/ink61.xml"/><Relationship Id="rId141" Type="http://schemas.openxmlformats.org/officeDocument/2006/relationships/image" Target="../media/image72.png"/><Relationship Id="rId7" Type="http://schemas.openxmlformats.org/officeDocument/2006/relationships/image" Target="../media/image5.png"/><Relationship Id="rId162" Type="http://schemas.openxmlformats.org/officeDocument/2006/relationships/customXml" Target="../ink/ink82.xml"/><Relationship Id="rId183" Type="http://schemas.openxmlformats.org/officeDocument/2006/relationships/image" Target="../media/image93.png"/><Relationship Id="rId218" Type="http://schemas.openxmlformats.org/officeDocument/2006/relationships/customXml" Target="../ink/ink110.xml"/><Relationship Id="rId24" Type="http://schemas.openxmlformats.org/officeDocument/2006/relationships/customXml" Target="../ink/ink13.xml"/><Relationship Id="rId45" Type="http://schemas.openxmlformats.org/officeDocument/2006/relationships/image" Target="../media/image24.png"/><Relationship Id="rId66" Type="http://schemas.openxmlformats.org/officeDocument/2006/relationships/customXml" Target="../ink/ink34.xml"/><Relationship Id="rId87" Type="http://schemas.openxmlformats.org/officeDocument/2006/relationships/image" Target="../media/image45.png"/><Relationship Id="rId110" Type="http://schemas.openxmlformats.org/officeDocument/2006/relationships/customXml" Target="../ink/ink56.xml"/><Relationship Id="rId131" Type="http://schemas.openxmlformats.org/officeDocument/2006/relationships/image" Target="../media/image67.png"/><Relationship Id="rId152" Type="http://schemas.openxmlformats.org/officeDocument/2006/relationships/customXml" Target="../ink/ink77.xml"/><Relationship Id="rId173" Type="http://schemas.openxmlformats.org/officeDocument/2006/relationships/image" Target="../media/image88.png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229" Type="http://schemas.openxmlformats.org/officeDocument/2006/relationships/image" Target="../media/image116.png"/><Relationship Id="rId14" Type="http://schemas.openxmlformats.org/officeDocument/2006/relationships/customXml" Target="../ink/ink8.xml"/><Relationship Id="rId35" Type="http://schemas.openxmlformats.org/officeDocument/2006/relationships/image" Target="../media/image19.png"/><Relationship Id="rId56" Type="http://schemas.openxmlformats.org/officeDocument/2006/relationships/customXml" Target="../ink/ink29.xml"/><Relationship Id="rId77" Type="http://schemas.openxmlformats.org/officeDocument/2006/relationships/image" Target="../media/image40.png"/><Relationship Id="rId100" Type="http://schemas.openxmlformats.org/officeDocument/2006/relationships/customXml" Target="../ink/ink51.xml"/><Relationship Id="rId8" Type="http://schemas.openxmlformats.org/officeDocument/2006/relationships/customXml" Target="../ink/ink5.xml"/><Relationship Id="rId98" Type="http://schemas.openxmlformats.org/officeDocument/2006/relationships/customXml" Target="../ink/ink50.xml"/><Relationship Id="rId121" Type="http://schemas.openxmlformats.org/officeDocument/2006/relationships/image" Target="../media/image62.png"/><Relationship Id="rId142" Type="http://schemas.openxmlformats.org/officeDocument/2006/relationships/customXml" Target="../ink/ink72.xml"/><Relationship Id="rId163" Type="http://schemas.openxmlformats.org/officeDocument/2006/relationships/image" Target="../media/image83.png"/><Relationship Id="rId184" Type="http://schemas.openxmlformats.org/officeDocument/2006/relationships/customXml" Target="../ink/ink93.xml"/><Relationship Id="rId219" Type="http://schemas.openxmlformats.org/officeDocument/2006/relationships/image" Target="../media/image111.png"/><Relationship Id="rId230" Type="http://schemas.openxmlformats.org/officeDocument/2006/relationships/customXml" Target="../ink/ink116.xml"/><Relationship Id="rId25" Type="http://schemas.openxmlformats.org/officeDocument/2006/relationships/image" Target="../media/image14.png"/><Relationship Id="rId46" Type="http://schemas.openxmlformats.org/officeDocument/2006/relationships/customXml" Target="../ink/ink24.xml"/><Relationship Id="rId67" Type="http://schemas.openxmlformats.org/officeDocument/2006/relationships/image" Target="../media/image35.png"/><Relationship Id="rId88" Type="http://schemas.openxmlformats.org/officeDocument/2006/relationships/customXml" Target="../ink/ink45.xml"/><Relationship Id="rId111" Type="http://schemas.openxmlformats.org/officeDocument/2006/relationships/image" Target="../media/image57.png"/><Relationship Id="rId132" Type="http://schemas.openxmlformats.org/officeDocument/2006/relationships/customXml" Target="../ink/ink67.xml"/><Relationship Id="rId153" Type="http://schemas.openxmlformats.org/officeDocument/2006/relationships/image" Target="../media/image78.png"/><Relationship Id="rId174" Type="http://schemas.openxmlformats.org/officeDocument/2006/relationships/customXml" Target="../ink/ink88.xml"/><Relationship Id="rId195" Type="http://schemas.openxmlformats.org/officeDocument/2006/relationships/image" Target="../media/image99.png"/><Relationship Id="rId209" Type="http://schemas.openxmlformats.org/officeDocument/2006/relationships/image" Target="../media/image106.png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220" Type="http://schemas.openxmlformats.org/officeDocument/2006/relationships/customXml" Target="../ink/ink111.xml"/><Relationship Id="rId225" Type="http://schemas.openxmlformats.org/officeDocument/2006/relationships/image" Target="../media/image114.png"/><Relationship Id="rId15" Type="http://schemas.openxmlformats.org/officeDocument/2006/relationships/image" Target="../media/image9.png"/><Relationship Id="rId36" Type="http://schemas.openxmlformats.org/officeDocument/2006/relationships/customXml" Target="../ink/ink19.xml"/><Relationship Id="rId57" Type="http://schemas.openxmlformats.org/officeDocument/2006/relationships/image" Target="../media/image30.png"/><Relationship Id="rId106" Type="http://schemas.openxmlformats.org/officeDocument/2006/relationships/customXml" Target="../ink/ink54.xml"/><Relationship Id="rId127" Type="http://schemas.openxmlformats.org/officeDocument/2006/relationships/image" Target="../media/image65.png"/><Relationship Id="rId10" Type="http://schemas.openxmlformats.org/officeDocument/2006/relationships/customXml" Target="../ink/ink6.xml"/><Relationship Id="rId31" Type="http://schemas.openxmlformats.org/officeDocument/2006/relationships/image" Target="../media/image17.png"/><Relationship Id="rId52" Type="http://schemas.openxmlformats.org/officeDocument/2006/relationships/customXml" Target="../ink/ink27.xml"/><Relationship Id="rId73" Type="http://schemas.openxmlformats.org/officeDocument/2006/relationships/image" Target="../media/image38.png"/><Relationship Id="rId78" Type="http://schemas.openxmlformats.org/officeDocument/2006/relationships/customXml" Target="../ink/ink40.xml"/><Relationship Id="rId94" Type="http://schemas.openxmlformats.org/officeDocument/2006/relationships/customXml" Target="../ink/ink48.xml"/><Relationship Id="rId99" Type="http://schemas.openxmlformats.org/officeDocument/2006/relationships/image" Target="../media/image51.png"/><Relationship Id="rId101" Type="http://schemas.openxmlformats.org/officeDocument/2006/relationships/image" Target="../media/image52.png"/><Relationship Id="rId122" Type="http://schemas.openxmlformats.org/officeDocument/2006/relationships/customXml" Target="../ink/ink62.xml"/><Relationship Id="rId143" Type="http://schemas.openxmlformats.org/officeDocument/2006/relationships/image" Target="../media/image73.png"/><Relationship Id="rId148" Type="http://schemas.openxmlformats.org/officeDocument/2006/relationships/customXml" Target="../ink/ink75.xml"/><Relationship Id="rId164" Type="http://schemas.openxmlformats.org/officeDocument/2006/relationships/customXml" Target="../ink/ink83.xml"/><Relationship Id="rId169" Type="http://schemas.openxmlformats.org/officeDocument/2006/relationships/image" Target="../media/image86.png"/><Relationship Id="rId185" Type="http://schemas.openxmlformats.org/officeDocument/2006/relationships/image" Target="../media/image94.png"/><Relationship Id="rId4" Type="http://schemas.openxmlformats.org/officeDocument/2006/relationships/customXml" Target="../ink/ink3.xml"/><Relationship Id="rId9" Type="http://schemas.openxmlformats.org/officeDocument/2006/relationships/image" Target="../media/image6.png"/><Relationship Id="rId180" Type="http://schemas.openxmlformats.org/officeDocument/2006/relationships/customXml" Target="../ink/ink91.xml"/><Relationship Id="rId210" Type="http://schemas.openxmlformats.org/officeDocument/2006/relationships/customXml" Target="../ink/ink106.xml"/><Relationship Id="rId215" Type="http://schemas.openxmlformats.org/officeDocument/2006/relationships/image" Target="../media/image109.png"/><Relationship Id="rId236" Type="http://schemas.openxmlformats.org/officeDocument/2006/relationships/customXml" Target="../ink/ink119.xml"/><Relationship Id="rId26" Type="http://schemas.openxmlformats.org/officeDocument/2006/relationships/customXml" Target="../ink/ink14.xml"/><Relationship Id="rId231" Type="http://schemas.openxmlformats.org/officeDocument/2006/relationships/image" Target="../media/image117.png"/><Relationship Id="rId47" Type="http://schemas.openxmlformats.org/officeDocument/2006/relationships/image" Target="../media/image25.png"/><Relationship Id="rId68" Type="http://schemas.openxmlformats.org/officeDocument/2006/relationships/customXml" Target="../ink/ink35.xml"/><Relationship Id="rId89" Type="http://schemas.openxmlformats.org/officeDocument/2006/relationships/image" Target="../media/image46.png"/><Relationship Id="rId112" Type="http://schemas.openxmlformats.org/officeDocument/2006/relationships/customXml" Target="../ink/ink57.xml"/><Relationship Id="rId133" Type="http://schemas.openxmlformats.org/officeDocument/2006/relationships/image" Target="../media/image68.png"/><Relationship Id="rId154" Type="http://schemas.openxmlformats.org/officeDocument/2006/relationships/customXml" Target="../ink/ink78.xml"/><Relationship Id="rId175" Type="http://schemas.openxmlformats.org/officeDocument/2006/relationships/image" Target="../media/image89.png"/><Relationship Id="rId196" Type="http://schemas.openxmlformats.org/officeDocument/2006/relationships/customXml" Target="../ink/ink99.xml"/><Relationship Id="rId200" Type="http://schemas.openxmlformats.org/officeDocument/2006/relationships/customXml" Target="../ink/ink101.xml"/><Relationship Id="rId16" Type="http://schemas.openxmlformats.org/officeDocument/2006/relationships/customXml" Target="../ink/ink9.xml"/><Relationship Id="rId221" Type="http://schemas.openxmlformats.org/officeDocument/2006/relationships/image" Target="../media/image112.png"/><Relationship Id="rId37" Type="http://schemas.openxmlformats.org/officeDocument/2006/relationships/image" Target="../media/image20.png"/><Relationship Id="rId58" Type="http://schemas.openxmlformats.org/officeDocument/2006/relationships/customXml" Target="../ink/ink30.xml"/><Relationship Id="rId79" Type="http://schemas.openxmlformats.org/officeDocument/2006/relationships/image" Target="../media/image41.png"/><Relationship Id="rId102" Type="http://schemas.openxmlformats.org/officeDocument/2006/relationships/customXml" Target="../ink/ink52.xml"/><Relationship Id="rId123" Type="http://schemas.openxmlformats.org/officeDocument/2006/relationships/image" Target="../media/image63.png"/><Relationship Id="rId144" Type="http://schemas.openxmlformats.org/officeDocument/2006/relationships/customXml" Target="../ink/ink73.xml"/><Relationship Id="rId90" Type="http://schemas.openxmlformats.org/officeDocument/2006/relationships/customXml" Target="../ink/ink46.xml"/><Relationship Id="rId165" Type="http://schemas.openxmlformats.org/officeDocument/2006/relationships/image" Target="../media/image84.png"/><Relationship Id="rId186" Type="http://schemas.openxmlformats.org/officeDocument/2006/relationships/customXml" Target="../ink/ink94.xml"/><Relationship Id="rId211" Type="http://schemas.openxmlformats.org/officeDocument/2006/relationships/image" Target="../media/image107.png"/><Relationship Id="rId232" Type="http://schemas.openxmlformats.org/officeDocument/2006/relationships/customXml" Target="../ink/ink117.xml"/><Relationship Id="rId27" Type="http://schemas.openxmlformats.org/officeDocument/2006/relationships/image" Target="../media/image15.png"/><Relationship Id="rId48" Type="http://schemas.openxmlformats.org/officeDocument/2006/relationships/customXml" Target="../ink/ink25.xml"/><Relationship Id="rId69" Type="http://schemas.openxmlformats.org/officeDocument/2006/relationships/image" Target="../media/image36.png"/><Relationship Id="rId113" Type="http://schemas.openxmlformats.org/officeDocument/2006/relationships/image" Target="../media/image58.png"/><Relationship Id="rId134" Type="http://schemas.openxmlformats.org/officeDocument/2006/relationships/customXml" Target="../ink/ink68.xml"/><Relationship Id="rId80" Type="http://schemas.openxmlformats.org/officeDocument/2006/relationships/customXml" Target="../ink/ink41.xml"/><Relationship Id="rId155" Type="http://schemas.openxmlformats.org/officeDocument/2006/relationships/image" Target="../media/image79.png"/><Relationship Id="rId176" Type="http://schemas.openxmlformats.org/officeDocument/2006/relationships/customXml" Target="../ink/ink89.xml"/><Relationship Id="rId197" Type="http://schemas.openxmlformats.org/officeDocument/2006/relationships/image" Target="../media/image100.png"/><Relationship Id="rId201" Type="http://schemas.openxmlformats.org/officeDocument/2006/relationships/image" Target="../media/image102.png"/><Relationship Id="rId222" Type="http://schemas.openxmlformats.org/officeDocument/2006/relationships/customXml" Target="../ink/ink112.xml"/><Relationship Id="rId17" Type="http://schemas.openxmlformats.org/officeDocument/2006/relationships/image" Target="../media/image10.png"/><Relationship Id="rId38" Type="http://schemas.openxmlformats.org/officeDocument/2006/relationships/customXml" Target="../ink/ink20.xml"/><Relationship Id="rId59" Type="http://schemas.openxmlformats.org/officeDocument/2006/relationships/image" Target="../media/image31.png"/><Relationship Id="rId103" Type="http://schemas.openxmlformats.org/officeDocument/2006/relationships/image" Target="../media/image53.png"/><Relationship Id="rId124" Type="http://schemas.openxmlformats.org/officeDocument/2006/relationships/customXml" Target="../ink/ink63.xml"/><Relationship Id="rId70" Type="http://schemas.openxmlformats.org/officeDocument/2006/relationships/customXml" Target="../ink/ink36.xml"/><Relationship Id="rId91" Type="http://schemas.openxmlformats.org/officeDocument/2006/relationships/image" Target="../media/image47.png"/><Relationship Id="rId145" Type="http://schemas.openxmlformats.org/officeDocument/2006/relationships/image" Target="../media/image74.png"/><Relationship Id="rId166" Type="http://schemas.openxmlformats.org/officeDocument/2006/relationships/customXml" Target="../ink/ink84.xml"/><Relationship Id="rId187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7.xml"/><Relationship Id="rId233" Type="http://schemas.openxmlformats.org/officeDocument/2006/relationships/image" Target="../media/image118.png"/><Relationship Id="rId28" Type="http://schemas.openxmlformats.org/officeDocument/2006/relationships/customXml" Target="../ink/ink15.xml"/><Relationship Id="rId49" Type="http://schemas.openxmlformats.org/officeDocument/2006/relationships/image" Target="../media/image26.png"/><Relationship Id="rId114" Type="http://schemas.openxmlformats.org/officeDocument/2006/relationships/customXml" Target="../ink/ink58.xml"/><Relationship Id="rId60" Type="http://schemas.openxmlformats.org/officeDocument/2006/relationships/customXml" Target="../ink/ink31.xml"/><Relationship Id="rId81" Type="http://schemas.openxmlformats.org/officeDocument/2006/relationships/image" Target="../media/image42.png"/><Relationship Id="rId135" Type="http://schemas.openxmlformats.org/officeDocument/2006/relationships/image" Target="../media/image69.png"/><Relationship Id="rId156" Type="http://schemas.openxmlformats.org/officeDocument/2006/relationships/customXml" Target="../ink/ink79.xml"/><Relationship Id="rId177" Type="http://schemas.openxmlformats.org/officeDocument/2006/relationships/image" Target="../media/image90.png"/><Relationship Id="rId198" Type="http://schemas.openxmlformats.org/officeDocument/2006/relationships/customXml" Target="../ink/ink100.xml"/><Relationship Id="rId202" Type="http://schemas.openxmlformats.org/officeDocument/2006/relationships/customXml" Target="../ink/ink102.xml"/><Relationship Id="rId223" Type="http://schemas.openxmlformats.org/officeDocument/2006/relationships/image" Target="../media/image113.png"/><Relationship Id="rId18" Type="http://schemas.openxmlformats.org/officeDocument/2006/relationships/customXml" Target="../ink/ink10.xml"/><Relationship Id="rId39" Type="http://schemas.openxmlformats.org/officeDocument/2006/relationships/image" Target="../media/image21.png"/><Relationship Id="rId50" Type="http://schemas.openxmlformats.org/officeDocument/2006/relationships/customXml" Target="../ink/ink26.xml"/><Relationship Id="rId104" Type="http://schemas.openxmlformats.org/officeDocument/2006/relationships/customXml" Target="../ink/ink53.xml"/><Relationship Id="rId125" Type="http://schemas.openxmlformats.org/officeDocument/2006/relationships/image" Target="../media/image64.png"/><Relationship Id="rId146" Type="http://schemas.openxmlformats.org/officeDocument/2006/relationships/customXml" Target="../ink/ink74.xml"/><Relationship Id="rId167" Type="http://schemas.openxmlformats.org/officeDocument/2006/relationships/image" Target="../media/image85.png"/><Relationship Id="rId188" Type="http://schemas.openxmlformats.org/officeDocument/2006/relationships/customXml" Target="../ink/ink95.xml"/><Relationship Id="rId71" Type="http://schemas.openxmlformats.org/officeDocument/2006/relationships/image" Target="../media/image37.png"/><Relationship Id="rId92" Type="http://schemas.openxmlformats.org/officeDocument/2006/relationships/customXml" Target="../ink/ink47.xml"/><Relationship Id="rId213" Type="http://schemas.openxmlformats.org/officeDocument/2006/relationships/image" Target="../media/image108.png"/><Relationship Id="rId234" Type="http://schemas.openxmlformats.org/officeDocument/2006/relationships/customXml" Target="../ink/ink118.xml"/><Relationship Id="rId2" Type="http://schemas.openxmlformats.org/officeDocument/2006/relationships/image" Target="../media/image2.emf"/><Relationship Id="rId29" Type="http://schemas.openxmlformats.org/officeDocument/2006/relationships/image" Target="../media/image16.png"/><Relationship Id="rId40" Type="http://schemas.openxmlformats.org/officeDocument/2006/relationships/customXml" Target="../ink/ink21.xml"/><Relationship Id="rId115" Type="http://schemas.openxmlformats.org/officeDocument/2006/relationships/image" Target="../media/image59.png"/><Relationship Id="rId136" Type="http://schemas.openxmlformats.org/officeDocument/2006/relationships/customXml" Target="../ink/ink69.xml"/><Relationship Id="rId157" Type="http://schemas.openxmlformats.org/officeDocument/2006/relationships/image" Target="../media/image80.png"/><Relationship Id="rId178" Type="http://schemas.openxmlformats.org/officeDocument/2006/relationships/customXml" Target="../ink/ink90.xml"/><Relationship Id="rId61" Type="http://schemas.openxmlformats.org/officeDocument/2006/relationships/image" Target="../media/image32.png"/><Relationship Id="rId82" Type="http://schemas.openxmlformats.org/officeDocument/2006/relationships/customXml" Target="../ink/ink42.xml"/><Relationship Id="rId199" Type="http://schemas.openxmlformats.org/officeDocument/2006/relationships/image" Target="../media/image101.png"/><Relationship Id="rId203" Type="http://schemas.openxmlformats.org/officeDocument/2006/relationships/image" Target="../media/image103.png"/><Relationship Id="rId19" Type="http://schemas.openxmlformats.org/officeDocument/2006/relationships/image" Target="../media/image11.png"/><Relationship Id="rId224" Type="http://schemas.openxmlformats.org/officeDocument/2006/relationships/customXml" Target="../ink/ink113.xml"/><Relationship Id="rId30" Type="http://schemas.openxmlformats.org/officeDocument/2006/relationships/customXml" Target="../ink/ink16.xml"/><Relationship Id="rId105" Type="http://schemas.openxmlformats.org/officeDocument/2006/relationships/image" Target="../media/image54.png"/><Relationship Id="rId126" Type="http://schemas.openxmlformats.org/officeDocument/2006/relationships/customXml" Target="../ink/ink64.xml"/><Relationship Id="rId147" Type="http://schemas.openxmlformats.org/officeDocument/2006/relationships/image" Target="../media/image75.png"/><Relationship Id="rId168" Type="http://schemas.openxmlformats.org/officeDocument/2006/relationships/customXml" Target="../ink/ink85.xml"/><Relationship Id="rId51" Type="http://schemas.openxmlformats.org/officeDocument/2006/relationships/image" Target="../media/image27.png"/><Relationship Id="rId72" Type="http://schemas.openxmlformats.org/officeDocument/2006/relationships/customXml" Target="../ink/ink37.xml"/><Relationship Id="rId93" Type="http://schemas.openxmlformats.org/officeDocument/2006/relationships/image" Target="../media/image48.png"/><Relationship Id="rId189" Type="http://schemas.openxmlformats.org/officeDocument/2006/relationships/image" Target="../media/image96.png"/><Relationship Id="rId3" Type="http://schemas.openxmlformats.org/officeDocument/2006/relationships/image" Target="../media/image3.emf"/><Relationship Id="rId214" Type="http://schemas.openxmlformats.org/officeDocument/2006/relationships/customXml" Target="../ink/ink108.xml"/><Relationship Id="rId235" Type="http://schemas.openxmlformats.org/officeDocument/2006/relationships/image" Target="../media/image119.png"/><Relationship Id="rId116" Type="http://schemas.openxmlformats.org/officeDocument/2006/relationships/customXml" Target="../ink/ink59.xml"/><Relationship Id="rId137" Type="http://schemas.openxmlformats.org/officeDocument/2006/relationships/image" Target="../media/image70.png"/><Relationship Id="rId158" Type="http://schemas.openxmlformats.org/officeDocument/2006/relationships/customXml" Target="../ink/ink80.xml"/><Relationship Id="rId20" Type="http://schemas.openxmlformats.org/officeDocument/2006/relationships/customXml" Target="../ink/ink11.xml"/><Relationship Id="rId41" Type="http://schemas.openxmlformats.org/officeDocument/2006/relationships/image" Target="../media/image22.png"/><Relationship Id="rId62" Type="http://schemas.openxmlformats.org/officeDocument/2006/relationships/customXml" Target="../ink/ink32.xml"/><Relationship Id="rId83" Type="http://schemas.openxmlformats.org/officeDocument/2006/relationships/image" Target="../media/image43.png"/><Relationship Id="rId179" Type="http://schemas.openxmlformats.org/officeDocument/2006/relationships/image" Target="../media/image9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8.xml"/><Relationship Id="rId299" Type="http://schemas.openxmlformats.org/officeDocument/2006/relationships/customXml" Target="../ink/ink269.xml"/><Relationship Id="rId21" Type="http://schemas.openxmlformats.org/officeDocument/2006/relationships/image" Target="../media/image1510.png"/><Relationship Id="rId63" Type="http://schemas.openxmlformats.org/officeDocument/2006/relationships/image" Target="../media/image3610.png"/><Relationship Id="rId159" Type="http://schemas.openxmlformats.org/officeDocument/2006/relationships/customXml" Target="../ink/ink199.xml"/><Relationship Id="rId324" Type="http://schemas.openxmlformats.org/officeDocument/2006/relationships/customXml" Target="../ink/ink288.xml"/><Relationship Id="rId366" Type="http://schemas.openxmlformats.org/officeDocument/2006/relationships/image" Target="../media/image179.png"/><Relationship Id="rId170" Type="http://schemas.openxmlformats.org/officeDocument/2006/relationships/image" Target="../media/image8910.png"/><Relationship Id="rId226" Type="http://schemas.openxmlformats.org/officeDocument/2006/relationships/image" Target="../media/image11710.png"/><Relationship Id="rId433" Type="http://schemas.openxmlformats.org/officeDocument/2006/relationships/image" Target="../media/image211.png"/><Relationship Id="rId268" Type="http://schemas.openxmlformats.org/officeDocument/2006/relationships/image" Target="../media/image138.png"/><Relationship Id="rId32" Type="http://schemas.openxmlformats.org/officeDocument/2006/relationships/customXml" Target="../ink/ink135.xml"/><Relationship Id="rId74" Type="http://schemas.openxmlformats.org/officeDocument/2006/relationships/customXml" Target="../ink/ink156.xml"/><Relationship Id="rId128" Type="http://schemas.openxmlformats.org/officeDocument/2006/relationships/image" Target="../media/image6810.png"/><Relationship Id="rId335" Type="http://schemas.openxmlformats.org/officeDocument/2006/relationships/image" Target="../media/image164.png"/><Relationship Id="rId377" Type="http://schemas.openxmlformats.org/officeDocument/2006/relationships/customXml" Target="../ink/ink315.xml"/><Relationship Id="rId5" Type="http://schemas.openxmlformats.org/officeDocument/2006/relationships/image" Target="../media/image7100.png"/><Relationship Id="rId181" Type="http://schemas.openxmlformats.org/officeDocument/2006/relationships/customXml" Target="../ink/ink210.xml"/><Relationship Id="rId237" Type="http://schemas.openxmlformats.org/officeDocument/2006/relationships/customXml" Target="../ink/ink238.xml"/><Relationship Id="rId402" Type="http://schemas.openxmlformats.org/officeDocument/2006/relationships/image" Target="../media/image197.png"/><Relationship Id="rId279" Type="http://schemas.openxmlformats.org/officeDocument/2006/relationships/customXml" Target="../ink/ink259.xml"/><Relationship Id="rId444" Type="http://schemas.openxmlformats.org/officeDocument/2006/relationships/customXml" Target="../ink/ink350.xml"/><Relationship Id="rId43" Type="http://schemas.openxmlformats.org/officeDocument/2006/relationships/image" Target="../media/image2610.png"/><Relationship Id="rId139" Type="http://schemas.openxmlformats.org/officeDocument/2006/relationships/customXml" Target="../ink/ink189.xml"/><Relationship Id="rId290" Type="http://schemas.openxmlformats.org/officeDocument/2006/relationships/image" Target="../media/image149.png"/><Relationship Id="rId304" Type="http://schemas.openxmlformats.org/officeDocument/2006/relationships/image" Target="../media/image156.png"/><Relationship Id="rId346" Type="http://schemas.openxmlformats.org/officeDocument/2006/relationships/image" Target="../media/image169.png"/><Relationship Id="rId388" Type="http://schemas.openxmlformats.org/officeDocument/2006/relationships/image" Target="../media/image190.png"/><Relationship Id="rId85" Type="http://schemas.openxmlformats.org/officeDocument/2006/relationships/image" Target="../media/image4710.png"/><Relationship Id="rId150" Type="http://schemas.openxmlformats.org/officeDocument/2006/relationships/image" Target="../media/image7910.png"/><Relationship Id="rId192" Type="http://schemas.openxmlformats.org/officeDocument/2006/relationships/image" Target="../media/image10010.png"/><Relationship Id="rId206" Type="http://schemas.openxmlformats.org/officeDocument/2006/relationships/image" Target="../media/image10710.png"/><Relationship Id="rId413" Type="http://schemas.openxmlformats.org/officeDocument/2006/relationships/customXml" Target="../ink/ink333.xml"/><Relationship Id="rId248" Type="http://schemas.openxmlformats.org/officeDocument/2006/relationships/image" Target="../media/image128.png"/><Relationship Id="rId455" Type="http://schemas.openxmlformats.org/officeDocument/2006/relationships/customXml" Target="../ink/ink356.xml"/><Relationship Id="rId12" Type="http://schemas.openxmlformats.org/officeDocument/2006/relationships/customXml" Target="../ink/ink125.xml"/><Relationship Id="rId108" Type="http://schemas.openxmlformats.org/officeDocument/2006/relationships/image" Target="../media/image5810.png"/><Relationship Id="rId315" Type="http://schemas.openxmlformats.org/officeDocument/2006/relationships/customXml" Target="../ink/ink281.xml"/><Relationship Id="rId357" Type="http://schemas.openxmlformats.org/officeDocument/2006/relationships/customXml" Target="../ink/ink305.xml"/><Relationship Id="rId54" Type="http://schemas.openxmlformats.org/officeDocument/2006/relationships/customXml" Target="../ink/ink146.xml"/><Relationship Id="rId96" Type="http://schemas.openxmlformats.org/officeDocument/2006/relationships/image" Target="../media/image5210.png"/><Relationship Id="rId161" Type="http://schemas.openxmlformats.org/officeDocument/2006/relationships/customXml" Target="../ink/ink200.xml"/><Relationship Id="rId217" Type="http://schemas.openxmlformats.org/officeDocument/2006/relationships/customXml" Target="../ink/ink228.xml"/><Relationship Id="rId399" Type="http://schemas.openxmlformats.org/officeDocument/2006/relationships/customXml" Target="../ink/ink326.xml"/><Relationship Id="rId259" Type="http://schemas.openxmlformats.org/officeDocument/2006/relationships/customXml" Target="../ink/ink249.xml"/><Relationship Id="rId424" Type="http://schemas.openxmlformats.org/officeDocument/2006/relationships/image" Target="../media/image208.png"/><Relationship Id="rId23" Type="http://schemas.openxmlformats.org/officeDocument/2006/relationships/image" Target="../media/image1610.png"/><Relationship Id="rId119" Type="http://schemas.openxmlformats.org/officeDocument/2006/relationships/customXml" Target="../ink/ink179.xml"/><Relationship Id="rId270" Type="http://schemas.openxmlformats.org/officeDocument/2006/relationships/image" Target="../media/image139.png"/><Relationship Id="rId326" Type="http://schemas.openxmlformats.org/officeDocument/2006/relationships/customXml" Target="../ink/ink289.xml"/><Relationship Id="rId65" Type="http://schemas.openxmlformats.org/officeDocument/2006/relationships/image" Target="../media/image3710.png"/><Relationship Id="rId130" Type="http://schemas.openxmlformats.org/officeDocument/2006/relationships/image" Target="../media/image6910.png"/><Relationship Id="rId368" Type="http://schemas.openxmlformats.org/officeDocument/2006/relationships/image" Target="../media/image180.png"/><Relationship Id="rId172" Type="http://schemas.openxmlformats.org/officeDocument/2006/relationships/image" Target="../media/image9010.png"/><Relationship Id="rId228" Type="http://schemas.openxmlformats.org/officeDocument/2006/relationships/image" Target="../media/image11810.png"/><Relationship Id="rId435" Type="http://schemas.openxmlformats.org/officeDocument/2006/relationships/image" Target="../media/image212.png"/><Relationship Id="rId281" Type="http://schemas.openxmlformats.org/officeDocument/2006/relationships/customXml" Target="../ink/ink260.xml"/><Relationship Id="rId337" Type="http://schemas.openxmlformats.org/officeDocument/2006/relationships/image" Target="../media/image165.png"/><Relationship Id="rId34" Type="http://schemas.openxmlformats.org/officeDocument/2006/relationships/customXml" Target="../ink/ink136.xml"/><Relationship Id="rId76" Type="http://schemas.openxmlformats.org/officeDocument/2006/relationships/customXml" Target="../ink/ink157.xml"/><Relationship Id="rId141" Type="http://schemas.openxmlformats.org/officeDocument/2006/relationships/customXml" Target="../ink/ink190.xml"/><Relationship Id="rId379" Type="http://schemas.openxmlformats.org/officeDocument/2006/relationships/customXml" Target="../ink/ink316.xml"/><Relationship Id="rId7" Type="http://schemas.openxmlformats.org/officeDocument/2006/relationships/image" Target="../media/image856.png"/><Relationship Id="rId183" Type="http://schemas.openxmlformats.org/officeDocument/2006/relationships/customXml" Target="../ink/ink211.xml"/><Relationship Id="rId239" Type="http://schemas.openxmlformats.org/officeDocument/2006/relationships/customXml" Target="../ink/ink239.xml"/><Relationship Id="rId390" Type="http://schemas.openxmlformats.org/officeDocument/2006/relationships/image" Target="../media/image191.png"/><Relationship Id="rId404" Type="http://schemas.openxmlformats.org/officeDocument/2006/relationships/image" Target="../media/image198.png"/><Relationship Id="rId446" Type="http://schemas.openxmlformats.org/officeDocument/2006/relationships/customXml" Target="../ink/ink351.xml"/><Relationship Id="rId250" Type="http://schemas.openxmlformats.org/officeDocument/2006/relationships/image" Target="../media/image129.png"/><Relationship Id="rId292" Type="http://schemas.openxmlformats.org/officeDocument/2006/relationships/image" Target="../media/image150.png"/><Relationship Id="rId306" Type="http://schemas.openxmlformats.org/officeDocument/2006/relationships/image" Target="../media/image2.png"/><Relationship Id="rId45" Type="http://schemas.openxmlformats.org/officeDocument/2006/relationships/image" Target="../media/image2710.png"/><Relationship Id="rId87" Type="http://schemas.openxmlformats.org/officeDocument/2006/relationships/image" Target="../media/image4810.png"/><Relationship Id="rId110" Type="http://schemas.openxmlformats.org/officeDocument/2006/relationships/image" Target="../media/image5910.png"/><Relationship Id="rId348" Type="http://schemas.openxmlformats.org/officeDocument/2006/relationships/image" Target="../media/image170.png"/><Relationship Id="rId152" Type="http://schemas.openxmlformats.org/officeDocument/2006/relationships/image" Target="../media/image123.png"/><Relationship Id="rId194" Type="http://schemas.openxmlformats.org/officeDocument/2006/relationships/image" Target="../media/image10110.png"/><Relationship Id="rId208" Type="http://schemas.openxmlformats.org/officeDocument/2006/relationships/image" Target="../media/image10810.png"/><Relationship Id="rId415" Type="http://schemas.openxmlformats.org/officeDocument/2006/relationships/customXml" Target="../ink/ink334.xml"/><Relationship Id="rId261" Type="http://schemas.openxmlformats.org/officeDocument/2006/relationships/customXml" Target="../ink/ink250.xml"/><Relationship Id="rId14" Type="http://schemas.openxmlformats.org/officeDocument/2006/relationships/customXml" Target="../ink/ink126.xml"/><Relationship Id="rId56" Type="http://schemas.openxmlformats.org/officeDocument/2006/relationships/customXml" Target="../ink/ink147.xml"/><Relationship Id="rId317" Type="http://schemas.openxmlformats.org/officeDocument/2006/relationships/customXml" Target="../ink/ink283.xml"/><Relationship Id="rId359" Type="http://schemas.openxmlformats.org/officeDocument/2006/relationships/customXml" Target="../ink/ink306.xml"/><Relationship Id="rId98" Type="http://schemas.openxmlformats.org/officeDocument/2006/relationships/image" Target="../media/image5310.png"/><Relationship Id="rId121" Type="http://schemas.openxmlformats.org/officeDocument/2006/relationships/customXml" Target="../ink/ink180.xml"/><Relationship Id="rId163" Type="http://schemas.openxmlformats.org/officeDocument/2006/relationships/customXml" Target="../ink/ink201.xml"/><Relationship Id="rId219" Type="http://schemas.openxmlformats.org/officeDocument/2006/relationships/customXml" Target="../ink/ink229.xml"/><Relationship Id="rId370" Type="http://schemas.openxmlformats.org/officeDocument/2006/relationships/image" Target="../media/image181.png"/><Relationship Id="rId426" Type="http://schemas.openxmlformats.org/officeDocument/2006/relationships/customXml" Target="../ink/ink340.xml"/><Relationship Id="rId230" Type="http://schemas.openxmlformats.org/officeDocument/2006/relationships/image" Target="../media/image1191.png"/><Relationship Id="rId25" Type="http://schemas.openxmlformats.org/officeDocument/2006/relationships/image" Target="../media/image1710.png"/><Relationship Id="rId67" Type="http://schemas.openxmlformats.org/officeDocument/2006/relationships/image" Target="../media/image3810.png"/><Relationship Id="rId272" Type="http://schemas.openxmlformats.org/officeDocument/2006/relationships/image" Target="../media/image140.png"/><Relationship Id="rId328" Type="http://schemas.openxmlformats.org/officeDocument/2006/relationships/customXml" Target="../ink/ink290.xml"/><Relationship Id="rId132" Type="http://schemas.openxmlformats.org/officeDocument/2006/relationships/image" Target="../media/image705.png"/><Relationship Id="rId174" Type="http://schemas.openxmlformats.org/officeDocument/2006/relationships/image" Target="../media/image9110.png"/><Relationship Id="rId381" Type="http://schemas.openxmlformats.org/officeDocument/2006/relationships/customXml" Target="../ink/ink317.xml"/><Relationship Id="rId241" Type="http://schemas.openxmlformats.org/officeDocument/2006/relationships/customXml" Target="../ink/ink240.xml"/><Relationship Id="rId437" Type="http://schemas.openxmlformats.org/officeDocument/2006/relationships/image" Target="../media/image213.png"/><Relationship Id="rId36" Type="http://schemas.openxmlformats.org/officeDocument/2006/relationships/customXml" Target="../ink/ink137.xml"/><Relationship Id="rId283" Type="http://schemas.openxmlformats.org/officeDocument/2006/relationships/customXml" Target="../ink/ink261.xml"/><Relationship Id="rId339" Type="http://schemas.openxmlformats.org/officeDocument/2006/relationships/image" Target="../media/image166.png"/><Relationship Id="rId78" Type="http://schemas.openxmlformats.org/officeDocument/2006/relationships/customXml" Target="../ink/ink158.xml"/><Relationship Id="rId101" Type="http://schemas.openxmlformats.org/officeDocument/2006/relationships/customXml" Target="../ink/ink170.xml"/><Relationship Id="rId143" Type="http://schemas.openxmlformats.org/officeDocument/2006/relationships/customXml" Target="../ink/ink191.xml"/><Relationship Id="rId185" Type="http://schemas.openxmlformats.org/officeDocument/2006/relationships/customXml" Target="../ink/ink212.xml"/><Relationship Id="rId350" Type="http://schemas.openxmlformats.org/officeDocument/2006/relationships/image" Target="../media/image171.png"/><Relationship Id="rId406" Type="http://schemas.openxmlformats.org/officeDocument/2006/relationships/image" Target="../media/image199.png"/><Relationship Id="rId9" Type="http://schemas.openxmlformats.org/officeDocument/2006/relationships/image" Target="../media/image9100.png"/><Relationship Id="rId210" Type="http://schemas.openxmlformats.org/officeDocument/2006/relationships/image" Target="../media/image10910.png"/><Relationship Id="rId392" Type="http://schemas.openxmlformats.org/officeDocument/2006/relationships/image" Target="../media/image192.png"/><Relationship Id="rId448" Type="http://schemas.openxmlformats.org/officeDocument/2006/relationships/image" Target="../media/image218.png"/><Relationship Id="rId252" Type="http://schemas.openxmlformats.org/officeDocument/2006/relationships/image" Target="../media/image130.png"/><Relationship Id="rId294" Type="http://schemas.openxmlformats.org/officeDocument/2006/relationships/image" Target="../media/image151.png"/><Relationship Id="rId308" Type="http://schemas.openxmlformats.org/officeDocument/2006/relationships/customXml" Target="../ink/ink274.xml"/><Relationship Id="rId47" Type="http://schemas.openxmlformats.org/officeDocument/2006/relationships/image" Target="../media/image2810.png"/><Relationship Id="rId89" Type="http://schemas.openxmlformats.org/officeDocument/2006/relationships/image" Target="../media/image4910.png"/><Relationship Id="rId112" Type="http://schemas.openxmlformats.org/officeDocument/2006/relationships/image" Target="../media/image6010.png"/><Relationship Id="rId154" Type="http://schemas.openxmlformats.org/officeDocument/2006/relationships/image" Target="../media/image8110.png"/><Relationship Id="rId361" Type="http://schemas.openxmlformats.org/officeDocument/2006/relationships/customXml" Target="../ink/ink307.xml"/><Relationship Id="rId196" Type="http://schemas.openxmlformats.org/officeDocument/2006/relationships/image" Target="../media/image10210.png"/><Relationship Id="rId417" Type="http://schemas.openxmlformats.org/officeDocument/2006/relationships/customXml" Target="../ink/ink335.xml"/><Relationship Id="rId16" Type="http://schemas.openxmlformats.org/officeDocument/2006/relationships/customXml" Target="../ink/ink127.xml"/><Relationship Id="rId221" Type="http://schemas.openxmlformats.org/officeDocument/2006/relationships/customXml" Target="../ink/ink230.xml"/><Relationship Id="rId263" Type="http://schemas.openxmlformats.org/officeDocument/2006/relationships/customXml" Target="../ink/ink251.xml"/><Relationship Id="rId319" Type="http://schemas.openxmlformats.org/officeDocument/2006/relationships/customXml" Target="../ink/ink285.xml"/><Relationship Id="rId58" Type="http://schemas.openxmlformats.org/officeDocument/2006/relationships/customXml" Target="../ink/ink148.xml"/><Relationship Id="rId123" Type="http://schemas.openxmlformats.org/officeDocument/2006/relationships/customXml" Target="../ink/ink181.xml"/><Relationship Id="rId330" Type="http://schemas.openxmlformats.org/officeDocument/2006/relationships/customXml" Target="../ink/ink291.xml"/><Relationship Id="rId165" Type="http://schemas.openxmlformats.org/officeDocument/2006/relationships/customXml" Target="../ink/ink202.xml"/><Relationship Id="rId372" Type="http://schemas.openxmlformats.org/officeDocument/2006/relationships/image" Target="../media/image182.png"/><Relationship Id="rId428" Type="http://schemas.openxmlformats.org/officeDocument/2006/relationships/image" Target="../media/image209.png"/><Relationship Id="rId232" Type="http://schemas.openxmlformats.org/officeDocument/2006/relationships/image" Target="../media/image1200.png"/><Relationship Id="rId274" Type="http://schemas.openxmlformats.org/officeDocument/2006/relationships/image" Target="../media/image141.png"/><Relationship Id="rId27" Type="http://schemas.openxmlformats.org/officeDocument/2006/relationships/image" Target="../media/image1810.png"/><Relationship Id="rId69" Type="http://schemas.openxmlformats.org/officeDocument/2006/relationships/image" Target="../media/image3910.png"/><Relationship Id="rId134" Type="http://schemas.openxmlformats.org/officeDocument/2006/relationships/image" Target="../media/image7110.png"/><Relationship Id="rId80" Type="http://schemas.openxmlformats.org/officeDocument/2006/relationships/customXml" Target="../ink/ink159.xml"/><Relationship Id="rId176" Type="http://schemas.openxmlformats.org/officeDocument/2006/relationships/image" Target="../media/image9210.png"/><Relationship Id="rId341" Type="http://schemas.openxmlformats.org/officeDocument/2006/relationships/image" Target="../media/image167.png"/><Relationship Id="rId383" Type="http://schemas.openxmlformats.org/officeDocument/2006/relationships/customXml" Target="../ink/ink318.xml"/><Relationship Id="rId439" Type="http://schemas.openxmlformats.org/officeDocument/2006/relationships/image" Target="../media/image214.png"/><Relationship Id="rId201" Type="http://schemas.openxmlformats.org/officeDocument/2006/relationships/customXml" Target="../ink/ink220.xml"/><Relationship Id="rId243" Type="http://schemas.openxmlformats.org/officeDocument/2006/relationships/customXml" Target="../ink/ink241.xml"/><Relationship Id="rId285" Type="http://schemas.openxmlformats.org/officeDocument/2006/relationships/customXml" Target="../ink/ink262.xml"/><Relationship Id="rId450" Type="http://schemas.openxmlformats.org/officeDocument/2006/relationships/image" Target="../media/image219.png"/><Relationship Id="rId38" Type="http://schemas.openxmlformats.org/officeDocument/2006/relationships/customXml" Target="../ink/ink138.xml"/><Relationship Id="rId103" Type="http://schemas.openxmlformats.org/officeDocument/2006/relationships/customXml" Target="../ink/ink171.xml"/><Relationship Id="rId310" Type="http://schemas.openxmlformats.org/officeDocument/2006/relationships/customXml" Target="../ink/ink276.xml"/><Relationship Id="rId91" Type="http://schemas.openxmlformats.org/officeDocument/2006/relationships/image" Target="../media/image5010.png"/><Relationship Id="rId145" Type="http://schemas.openxmlformats.org/officeDocument/2006/relationships/customXml" Target="../ink/ink192.xml"/><Relationship Id="rId187" Type="http://schemas.openxmlformats.org/officeDocument/2006/relationships/customXml" Target="../ink/ink213.xml"/><Relationship Id="rId352" Type="http://schemas.openxmlformats.org/officeDocument/2006/relationships/image" Target="../media/image172.png"/><Relationship Id="rId394" Type="http://schemas.openxmlformats.org/officeDocument/2006/relationships/image" Target="../media/image193.png"/><Relationship Id="rId408" Type="http://schemas.openxmlformats.org/officeDocument/2006/relationships/image" Target="../media/image200.png"/><Relationship Id="rId212" Type="http://schemas.openxmlformats.org/officeDocument/2006/relationships/image" Target="../media/image11010.png"/><Relationship Id="rId254" Type="http://schemas.openxmlformats.org/officeDocument/2006/relationships/image" Target="../media/image131.png"/><Relationship Id="rId49" Type="http://schemas.openxmlformats.org/officeDocument/2006/relationships/image" Target="../media/image2910.png"/><Relationship Id="rId114" Type="http://schemas.openxmlformats.org/officeDocument/2006/relationships/image" Target="../media/image6110.png"/><Relationship Id="rId296" Type="http://schemas.openxmlformats.org/officeDocument/2006/relationships/image" Target="../media/image152.png"/><Relationship Id="rId60" Type="http://schemas.openxmlformats.org/officeDocument/2006/relationships/customXml" Target="../ink/ink149.xml"/><Relationship Id="rId156" Type="http://schemas.openxmlformats.org/officeDocument/2006/relationships/image" Target="../media/image8210.png"/><Relationship Id="rId198" Type="http://schemas.openxmlformats.org/officeDocument/2006/relationships/image" Target="../media/image10310.png"/><Relationship Id="rId321" Type="http://schemas.openxmlformats.org/officeDocument/2006/relationships/image" Target="../media/image157.png"/><Relationship Id="rId363" Type="http://schemas.openxmlformats.org/officeDocument/2006/relationships/customXml" Target="../ink/ink308.xml"/><Relationship Id="rId419" Type="http://schemas.openxmlformats.org/officeDocument/2006/relationships/customXml" Target="../ink/ink336.xml"/><Relationship Id="rId223" Type="http://schemas.openxmlformats.org/officeDocument/2006/relationships/customXml" Target="../ink/ink231.xml"/><Relationship Id="rId430" Type="http://schemas.openxmlformats.org/officeDocument/2006/relationships/customXml" Target="../ink/ink343.xml"/><Relationship Id="rId18" Type="http://schemas.openxmlformats.org/officeDocument/2006/relationships/customXml" Target="../ink/ink128.xml"/><Relationship Id="rId265" Type="http://schemas.openxmlformats.org/officeDocument/2006/relationships/customXml" Target="../ink/ink252.xml"/><Relationship Id="rId125" Type="http://schemas.openxmlformats.org/officeDocument/2006/relationships/customXml" Target="../ink/ink182.xml"/><Relationship Id="rId167" Type="http://schemas.openxmlformats.org/officeDocument/2006/relationships/customXml" Target="../ink/ink203.xml"/><Relationship Id="rId332" Type="http://schemas.openxmlformats.org/officeDocument/2006/relationships/customXml" Target="../ink/ink292.xml"/><Relationship Id="rId374" Type="http://schemas.openxmlformats.org/officeDocument/2006/relationships/image" Target="../media/image183.png"/><Relationship Id="rId71" Type="http://schemas.openxmlformats.org/officeDocument/2006/relationships/image" Target="../media/image4010.png"/><Relationship Id="rId92" Type="http://schemas.openxmlformats.org/officeDocument/2006/relationships/customXml" Target="../ink/ink165.xml"/><Relationship Id="rId213" Type="http://schemas.openxmlformats.org/officeDocument/2006/relationships/customXml" Target="../ink/ink226.xml"/><Relationship Id="rId234" Type="http://schemas.openxmlformats.org/officeDocument/2006/relationships/image" Target="../media/image121.png"/><Relationship Id="rId420" Type="http://schemas.openxmlformats.org/officeDocument/2006/relationships/image" Target="../media/image206.png"/><Relationship Id="rId2" Type="http://schemas.openxmlformats.org/officeDocument/2006/relationships/customXml" Target="../ink/ink120.xml"/><Relationship Id="rId29" Type="http://schemas.openxmlformats.org/officeDocument/2006/relationships/image" Target="../media/image1910.png"/><Relationship Id="rId255" Type="http://schemas.openxmlformats.org/officeDocument/2006/relationships/customXml" Target="../ink/ink247.xml"/><Relationship Id="rId276" Type="http://schemas.openxmlformats.org/officeDocument/2006/relationships/image" Target="../media/image142.png"/><Relationship Id="rId297" Type="http://schemas.openxmlformats.org/officeDocument/2006/relationships/customXml" Target="../ink/ink268.xml"/><Relationship Id="rId441" Type="http://schemas.openxmlformats.org/officeDocument/2006/relationships/image" Target="../media/image215.png"/><Relationship Id="rId40" Type="http://schemas.openxmlformats.org/officeDocument/2006/relationships/customXml" Target="../ink/ink139.xml"/><Relationship Id="rId115" Type="http://schemas.openxmlformats.org/officeDocument/2006/relationships/customXml" Target="../ink/ink177.xml"/><Relationship Id="rId136" Type="http://schemas.openxmlformats.org/officeDocument/2006/relationships/image" Target="../media/image7210.png"/><Relationship Id="rId157" Type="http://schemas.openxmlformats.org/officeDocument/2006/relationships/customXml" Target="../ink/ink198.xml"/><Relationship Id="rId178" Type="http://schemas.openxmlformats.org/officeDocument/2006/relationships/image" Target="../media/image9310.png"/><Relationship Id="rId301" Type="http://schemas.openxmlformats.org/officeDocument/2006/relationships/customXml" Target="../ink/ink270.xml"/><Relationship Id="rId322" Type="http://schemas.openxmlformats.org/officeDocument/2006/relationships/customXml" Target="../ink/ink287.xml"/><Relationship Id="rId343" Type="http://schemas.openxmlformats.org/officeDocument/2006/relationships/image" Target="../media/image168.png"/><Relationship Id="rId364" Type="http://schemas.openxmlformats.org/officeDocument/2006/relationships/image" Target="../media/image178.png"/><Relationship Id="rId61" Type="http://schemas.openxmlformats.org/officeDocument/2006/relationships/image" Target="../media/image355.png"/><Relationship Id="rId82" Type="http://schemas.openxmlformats.org/officeDocument/2006/relationships/customXml" Target="../ink/ink160.xml"/><Relationship Id="rId199" Type="http://schemas.openxmlformats.org/officeDocument/2006/relationships/customXml" Target="../ink/ink219.xml"/><Relationship Id="rId203" Type="http://schemas.openxmlformats.org/officeDocument/2006/relationships/customXml" Target="../ink/ink221.xml"/><Relationship Id="rId385" Type="http://schemas.openxmlformats.org/officeDocument/2006/relationships/customXml" Target="../ink/ink319.xml"/><Relationship Id="rId19" Type="http://schemas.openxmlformats.org/officeDocument/2006/relationships/image" Target="../media/image1410.png"/><Relationship Id="rId224" Type="http://schemas.openxmlformats.org/officeDocument/2006/relationships/image" Target="../media/image11610.png"/><Relationship Id="rId245" Type="http://schemas.openxmlformats.org/officeDocument/2006/relationships/customXml" Target="../ink/ink242.xml"/><Relationship Id="rId266" Type="http://schemas.openxmlformats.org/officeDocument/2006/relationships/image" Target="../media/image137.png"/><Relationship Id="rId287" Type="http://schemas.openxmlformats.org/officeDocument/2006/relationships/customXml" Target="../ink/ink263.xml"/><Relationship Id="rId410" Type="http://schemas.openxmlformats.org/officeDocument/2006/relationships/image" Target="../media/image201.png"/><Relationship Id="rId431" Type="http://schemas.openxmlformats.org/officeDocument/2006/relationships/image" Target="../media/image210.png"/><Relationship Id="rId452" Type="http://schemas.openxmlformats.org/officeDocument/2006/relationships/image" Target="../media/image220.png"/><Relationship Id="rId30" Type="http://schemas.openxmlformats.org/officeDocument/2006/relationships/customXml" Target="../ink/ink134.xml"/><Relationship Id="rId105" Type="http://schemas.openxmlformats.org/officeDocument/2006/relationships/customXml" Target="../ink/ink172.xml"/><Relationship Id="rId126" Type="http://schemas.openxmlformats.org/officeDocument/2006/relationships/image" Target="../media/image6710.png"/><Relationship Id="rId147" Type="http://schemas.openxmlformats.org/officeDocument/2006/relationships/customXml" Target="../ink/ink193.xml"/><Relationship Id="rId168" Type="http://schemas.openxmlformats.org/officeDocument/2006/relationships/image" Target="../media/image8810.png"/><Relationship Id="rId312" Type="http://schemas.openxmlformats.org/officeDocument/2006/relationships/customXml" Target="../ink/ink278.xml"/><Relationship Id="rId333" Type="http://schemas.openxmlformats.org/officeDocument/2006/relationships/image" Target="../media/image163.png"/><Relationship Id="rId354" Type="http://schemas.openxmlformats.org/officeDocument/2006/relationships/image" Target="../media/image173.png"/><Relationship Id="rId51" Type="http://schemas.openxmlformats.org/officeDocument/2006/relationships/image" Target="../media/image3010.png"/><Relationship Id="rId72" Type="http://schemas.openxmlformats.org/officeDocument/2006/relationships/customXml" Target="../ink/ink155.xml"/><Relationship Id="rId93" Type="http://schemas.openxmlformats.org/officeDocument/2006/relationships/image" Target="../media/image5110.png"/><Relationship Id="rId189" Type="http://schemas.openxmlformats.org/officeDocument/2006/relationships/customXml" Target="../ink/ink214.xml"/><Relationship Id="rId375" Type="http://schemas.openxmlformats.org/officeDocument/2006/relationships/customXml" Target="../ink/ink314.xml"/><Relationship Id="rId396" Type="http://schemas.openxmlformats.org/officeDocument/2006/relationships/image" Target="../media/image194.png"/><Relationship Id="rId3" Type="http://schemas.openxmlformats.org/officeDocument/2006/relationships/image" Target="../media/image6100.png"/><Relationship Id="rId214" Type="http://schemas.openxmlformats.org/officeDocument/2006/relationships/image" Target="../media/image11110.png"/><Relationship Id="rId235" Type="http://schemas.openxmlformats.org/officeDocument/2006/relationships/customXml" Target="../ink/ink237.xml"/><Relationship Id="rId256" Type="http://schemas.openxmlformats.org/officeDocument/2006/relationships/image" Target="../media/image132.png"/><Relationship Id="rId277" Type="http://schemas.openxmlformats.org/officeDocument/2006/relationships/customXml" Target="../ink/ink258.xml"/><Relationship Id="rId298" Type="http://schemas.openxmlformats.org/officeDocument/2006/relationships/image" Target="../media/image153.png"/><Relationship Id="rId400" Type="http://schemas.openxmlformats.org/officeDocument/2006/relationships/image" Target="../media/image196.png"/><Relationship Id="rId421" Type="http://schemas.openxmlformats.org/officeDocument/2006/relationships/customXml" Target="../ink/ink337.xml"/><Relationship Id="rId442" Type="http://schemas.openxmlformats.org/officeDocument/2006/relationships/customXml" Target="../ink/ink349.xml"/><Relationship Id="rId116" Type="http://schemas.openxmlformats.org/officeDocument/2006/relationships/image" Target="../media/image6210.png"/><Relationship Id="rId137" Type="http://schemas.openxmlformats.org/officeDocument/2006/relationships/customXml" Target="../ink/ink188.xml"/><Relationship Id="rId158" Type="http://schemas.openxmlformats.org/officeDocument/2006/relationships/image" Target="../media/image8310.png"/><Relationship Id="rId302" Type="http://schemas.openxmlformats.org/officeDocument/2006/relationships/image" Target="../media/image155.png"/><Relationship Id="rId323" Type="http://schemas.openxmlformats.org/officeDocument/2006/relationships/image" Target="../media/image158.png"/><Relationship Id="rId344" Type="http://schemas.openxmlformats.org/officeDocument/2006/relationships/customXml" Target="../ink/ink298.xml"/><Relationship Id="rId20" Type="http://schemas.openxmlformats.org/officeDocument/2006/relationships/customXml" Target="../ink/ink129.xml"/><Relationship Id="rId41" Type="http://schemas.openxmlformats.org/officeDocument/2006/relationships/image" Target="../media/image2510.png"/><Relationship Id="rId62" Type="http://schemas.openxmlformats.org/officeDocument/2006/relationships/customXml" Target="../ink/ink150.xml"/><Relationship Id="rId83" Type="http://schemas.openxmlformats.org/officeDocument/2006/relationships/image" Target="../media/image4610.png"/><Relationship Id="rId179" Type="http://schemas.openxmlformats.org/officeDocument/2006/relationships/customXml" Target="../ink/ink209.xml"/><Relationship Id="rId365" Type="http://schemas.openxmlformats.org/officeDocument/2006/relationships/customXml" Target="../ink/ink309.xml"/><Relationship Id="rId386" Type="http://schemas.openxmlformats.org/officeDocument/2006/relationships/image" Target="../media/image189.png"/><Relationship Id="rId190" Type="http://schemas.openxmlformats.org/officeDocument/2006/relationships/image" Target="../media/image9910.png"/><Relationship Id="rId204" Type="http://schemas.openxmlformats.org/officeDocument/2006/relationships/image" Target="../media/image10610.png"/><Relationship Id="rId225" Type="http://schemas.openxmlformats.org/officeDocument/2006/relationships/customXml" Target="../ink/ink232.xml"/><Relationship Id="rId246" Type="http://schemas.openxmlformats.org/officeDocument/2006/relationships/image" Target="../media/image127.png"/><Relationship Id="rId267" Type="http://schemas.openxmlformats.org/officeDocument/2006/relationships/customXml" Target="../ink/ink253.xml"/><Relationship Id="rId288" Type="http://schemas.openxmlformats.org/officeDocument/2006/relationships/image" Target="../media/image148.png"/><Relationship Id="rId411" Type="http://schemas.openxmlformats.org/officeDocument/2006/relationships/customXml" Target="../ink/ink332.xml"/><Relationship Id="rId432" Type="http://schemas.openxmlformats.org/officeDocument/2006/relationships/customXml" Target="../ink/ink344.xml"/><Relationship Id="rId453" Type="http://schemas.openxmlformats.org/officeDocument/2006/relationships/customXml" Target="../ink/ink355.xml"/><Relationship Id="rId106" Type="http://schemas.openxmlformats.org/officeDocument/2006/relationships/image" Target="../media/image5710.png"/><Relationship Id="rId127" Type="http://schemas.openxmlformats.org/officeDocument/2006/relationships/customXml" Target="../ink/ink183.xml"/><Relationship Id="rId313" Type="http://schemas.openxmlformats.org/officeDocument/2006/relationships/customXml" Target="../ink/ink279.xml"/><Relationship Id="rId10" Type="http://schemas.openxmlformats.org/officeDocument/2006/relationships/customXml" Target="../ink/ink124.xml"/><Relationship Id="rId31" Type="http://schemas.openxmlformats.org/officeDocument/2006/relationships/image" Target="../media/image2010.png"/><Relationship Id="rId52" Type="http://schemas.openxmlformats.org/officeDocument/2006/relationships/customXml" Target="../ink/ink145.xml"/><Relationship Id="rId73" Type="http://schemas.openxmlformats.org/officeDocument/2006/relationships/image" Target="../media/image4110.png"/><Relationship Id="rId94" Type="http://schemas.openxmlformats.org/officeDocument/2006/relationships/customXml" Target="../ink/ink166.xml"/><Relationship Id="rId148" Type="http://schemas.openxmlformats.org/officeDocument/2006/relationships/image" Target="../media/image7810.png"/><Relationship Id="rId169" Type="http://schemas.openxmlformats.org/officeDocument/2006/relationships/customXml" Target="../ink/ink204.xml"/><Relationship Id="rId334" Type="http://schemas.openxmlformats.org/officeDocument/2006/relationships/customXml" Target="../ink/ink293.xml"/><Relationship Id="rId355" Type="http://schemas.openxmlformats.org/officeDocument/2006/relationships/customXml" Target="../ink/ink304.xml"/><Relationship Id="rId376" Type="http://schemas.openxmlformats.org/officeDocument/2006/relationships/image" Target="../media/image184.png"/><Relationship Id="rId397" Type="http://schemas.openxmlformats.org/officeDocument/2006/relationships/customXml" Target="../ink/ink325.xml"/><Relationship Id="rId4" Type="http://schemas.openxmlformats.org/officeDocument/2006/relationships/customXml" Target="../ink/ink121.xml"/><Relationship Id="rId180" Type="http://schemas.openxmlformats.org/officeDocument/2006/relationships/image" Target="../media/image9410.png"/><Relationship Id="rId215" Type="http://schemas.openxmlformats.org/officeDocument/2006/relationships/customXml" Target="../ink/ink227.xml"/><Relationship Id="rId236" Type="http://schemas.openxmlformats.org/officeDocument/2006/relationships/image" Target="../media/image122.png"/><Relationship Id="rId257" Type="http://schemas.openxmlformats.org/officeDocument/2006/relationships/customXml" Target="../ink/ink248.xml"/><Relationship Id="rId278" Type="http://schemas.openxmlformats.org/officeDocument/2006/relationships/image" Target="../media/image143.png"/><Relationship Id="rId401" Type="http://schemas.openxmlformats.org/officeDocument/2006/relationships/customXml" Target="../ink/ink327.xml"/><Relationship Id="rId422" Type="http://schemas.openxmlformats.org/officeDocument/2006/relationships/image" Target="../media/image207.png"/><Relationship Id="rId443" Type="http://schemas.openxmlformats.org/officeDocument/2006/relationships/image" Target="../media/image216.png"/><Relationship Id="rId303" Type="http://schemas.openxmlformats.org/officeDocument/2006/relationships/customXml" Target="../ink/ink271.xml"/><Relationship Id="rId42" Type="http://schemas.openxmlformats.org/officeDocument/2006/relationships/customXml" Target="../ink/ink140.xml"/><Relationship Id="rId84" Type="http://schemas.openxmlformats.org/officeDocument/2006/relationships/customXml" Target="../ink/ink161.xml"/><Relationship Id="rId138" Type="http://schemas.openxmlformats.org/officeDocument/2006/relationships/image" Target="../media/image7310.png"/><Relationship Id="rId345" Type="http://schemas.openxmlformats.org/officeDocument/2006/relationships/customXml" Target="../ink/ink299.xml"/><Relationship Id="rId387" Type="http://schemas.openxmlformats.org/officeDocument/2006/relationships/customXml" Target="../ink/ink320.xml"/><Relationship Id="rId191" Type="http://schemas.openxmlformats.org/officeDocument/2006/relationships/customXml" Target="../ink/ink215.xml"/><Relationship Id="rId205" Type="http://schemas.openxmlformats.org/officeDocument/2006/relationships/customXml" Target="../ink/ink222.xml"/><Relationship Id="rId247" Type="http://schemas.openxmlformats.org/officeDocument/2006/relationships/customXml" Target="../ink/ink243.xml"/><Relationship Id="rId412" Type="http://schemas.openxmlformats.org/officeDocument/2006/relationships/image" Target="../media/image202.png"/><Relationship Id="rId107" Type="http://schemas.openxmlformats.org/officeDocument/2006/relationships/customXml" Target="../ink/ink173.xml"/><Relationship Id="rId289" Type="http://schemas.openxmlformats.org/officeDocument/2006/relationships/customXml" Target="../ink/ink264.xml"/><Relationship Id="rId454" Type="http://schemas.openxmlformats.org/officeDocument/2006/relationships/image" Target="../media/image221.png"/><Relationship Id="rId11" Type="http://schemas.openxmlformats.org/officeDocument/2006/relationships/image" Target="../media/image1065.png"/><Relationship Id="rId53" Type="http://schemas.openxmlformats.org/officeDocument/2006/relationships/image" Target="../media/image3110.png"/><Relationship Id="rId149" Type="http://schemas.openxmlformats.org/officeDocument/2006/relationships/customXml" Target="../ink/ink194.xml"/><Relationship Id="rId314" Type="http://schemas.openxmlformats.org/officeDocument/2006/relationships/customXml" Target="../ink/ink280.xml"/><Relationship Id="rId356" Type="http://schemas.openxmlformats.org/officeDocument/2006/relationships/image" Target="../media/image174.png"/><Relationship Id="rId398" Type="http://schemas.openxmlformats.org/officeDocument/2006/relationships/image" Target="../media/image195.png"/><Relationship Id="rId95" Type="http://schemas.openxmlformats.org/officeDocument/2006/relationships/customXml" Target="../ink/ink167.xml"/><Relationship Id="rId160" Type="http://schemas.openxmlformats.org/officeDocument/2006/relationships/image" Target="../media/image8410.png"/><Relationship Id="rId216" Type="http://schemas.openxmlformats.org/officeDocument/2006/relationships/image" Target="../media/image11210.png"/><Relationship Id="rId423" Type="http://schemas.openxmlformats.org/officeDocument/2006/relationships/customXml" Target="../ink/ink338.xml"/><Relationship Id="rId258" Type="http://schemas.openxmlformats.org/officeDocument/2006/relationships/image" Target="../media/image133.png"/><Relationship Id="rId22" Type="http://schemas.openxmlformats.org/officeDocument/2006/relationships/customXml" Target="../ink/ink130.xml"/><Relationship Id="rId64" Type="http://schemas.openxmlformats.org/officeDocument/2006/relationships/customXml" Target="../ink/ink151.xml"/><Relationship Id="rId118" Type="http://schemas.openxmlformats.org/officeDocument/2006/relationships/image" Target="../media/image6310.png"/><Relationship Id="rId325" Type="http://schemas.openxmlformats.org/officeDocument/2006/relationships/image" Target="../media/image159.png"/><Relationship Id="rId367" Type="http://schemas.openxmlformats.org/officeDocument/2006/relationships/customXml" Target="../ink/ink310.xml"/><Relationship Id="rId171" Type="http://schemas.openxmlformats.org/officeDocument/2006/relationships/customXml" Target="../ink/ink205.xml"/><Relationship Id="rId227" Type="http://schemas.openxmlformats.org/officeDocument/2006/relationships/customXml" Target="../ink/ink233.xml"/><Relationship Id="rId269" Type="http://schemas.openxmlformats.org/officeDocument/2006/relationships/customXml" Target="../ink/ink254.xml"/><Relationship Id="rId434" Type="http://schemas.openxmlformats.org/officeDocument/2006/relationships/customXml" Target="../ink/ink345.xml"/><Relationship Id="rId33" Type="http://schemas.openxmlformats.org/officeDocument/2006/relationships/image" Target="../media/image2110.png"/><Relationship Id="rId129" Type="http://schemas.openxmlformats.org/officeDocument/2006/relationships/customXml" Target="../ink/ink184.xml"/><Relationship Id="rId280" Type="http://schemas.openxmlformats.org/officeDocument/2006/relationships/image" Target="../media/image144.png"/><Relationship Id="rId336" Type="http://schemas.openxmlformats.org/officeDocument/2006/relationships/customXml" Target="../ink/ink294.xml"/><Relationship Id="rId75" Type="http://schemas.openxmlformats.org/officeDocument/2006/relationships/image" Target="../media/image4210.png"/><Relationship Id="rId140" Type="http://schemas.openxmlformats.org/officeDocument/2006/relationships/image" Target="../media/image7410.png"/><Relationship Id="rId182" Type="http://schemas.openxmlformats.org/officeDocument/2006/relationships/image" Target="../media/image9510.png"/><Relationship Id="rId378" Type="http://schemas.openxmlformats.org/officeDocument/2006/relationships/image" Target="../media/image185.png"/><Relationship Id="rId403" Type="http://schemas.openxmlformats.org/officeDocument/2006/relationships/customXml" Target="../ink/ink328.xml"/><Relationship Id="rId6" Type="http://schemas.openxmlformats.org/officeDocument/2006/relationships/customXml" Target="../ink/ink122.xml"/><Relationship Id="rId238" Type="http://schemas.openxmlformats.org/officeDocument/2006/relationships/image" Target="../media/image1230.png"/><Relationship Id="rId445" Type="http://schemas.openxmlformats.org/officeDocument/2006/relationships/image" Target="../media/image217.png"/><Relationship Id="rId291" Type="http://schemas.openxmlformats.org/officeDocument/2006/relationships/customXml" Target="../ink/ink265.xml"/><Relationship Id="rId305" Type="http://schemas.openxmlformats.org/officeDocument/2006/relationships/customXml" Target="../ink/ink272.xml"/><Relationship Id="rId347" Type="http://schemas.openxmlformats.org/officeDocument/2006/relationships/customXml" Target="../ink/ink300.xml"/><Relationship Id="rId44" Type="http://schemas.openxmlformats.org/officeDocument/2006/relationships/customXml" Target="../ink/ink141.xml"/><Relationship Id="rId86" Type="http://schemas.openxmlformats.org/officeDocument/2006/relationships/customXml" Target="../ink/ink162.xml"/><Relationship Id="rId151" Type="http://schemas.openxmlformats.org/officeDocument/2006/relationships/customXml" Target="../ink/ink195.xml"/><Relationship Id="rId389" Type="http://schemas.openxmlformats.org/officeDocument/2006/relationships/customXml" Target="../ink/ink321.xml"/><Relationship Id="rId193" Type="http://schemas.openxmlformats.org/officeDocument/2006/relationships/customXml" Target="../ink/ink216.xml"/><Relationship Id="rId207" Type="http://schemas.openxmlformats.org/officeDocument/2006/relationships/customXml" Target="../ink/ink223.xml"/><Relationship Id="rId249" Type="http://schemas.openxmlformats.org/officeDocument/2006/relationships/customXml" Target="../ink/ink244.xml"/><Relationship Id="rId414" Type="http://schemas.openxmlformats.org/officeDocument/2006/relationships/image" Target="../media/image203.png"/><Relationship Id="rId456" Type="http://schemas.openxmlformats.org/officeDocument/2006/relationships/image" Target="../media/image222.png"/><Relationship Id="rId13" Type="http://schemas.openxmlformats.org/officeDocument/2006/relationships/image" Target="../media/image1190.png"/><Relationship Id="rId109" Type="http://schemas.openxmlformats.org/officeDocument/2006/relationships/customXml" Target="../ink/ink174.xml"/><Relationship Id="rId260" Type="http://schemas.openxmlformats.org/officeDocument/2006/relationships/image" Target="../media/image134.png"/><Relationship Id="rId316" Type="http://schemas.openxmlformats.org/officeDocument/2006/relationships/customXml" Target="../ink/ink282.xml"/><Relationship Id="rId55" Type="http://schemas.openxmlformats.org/officeDocument/2006/relationships/image" Target="../media/image3210.png"/><Relationship Id="rId97" Type="http://schemas.openxmlformats.org/officeDocument/2006/relationships/customXml" Target="../ink/ink168.xml"/><Relationship Id="rId120" Type="http://schemas.openxmlformats.org/officeDocument/2006/relationships/image" Target="../media/image6410.png"/><Relationship Id="rId358" Type="http://schemas.openxmlformats.org/officeDocument/2006/relationships/image" Target="../media/image175.png"/><Relationship Id="rId162" Type="http://schemas.openxmlformats.org/officeDocument/2006/relationships/image" Target="../media/image8510.png"/><Relationship Id="rId218" Type="http://schemas.openxmlformats.org/officeDocument/2006/relationships/image" Target="../media/image11310.png"/><Relationship Id="rId425" Type="http://schemas.openxmlformats.org/officeDocument/2006/relationships/customXml" Target="../ink/ink339.xml"/><Relationship Id="rId271" Type="http://schemas.openxmlformats.org/officeDocument/2006/relationships/customXml" Target="../ink/ink255.xml"/><Relationship Id="rId24" Type="http://schemas.openxmlformats.org/officeDocument/2006/relationships/customXml" Target="../ink/ink131.xml"/><Relationship Id="rId66" Type="http://schemas.openxmlformats.org/officeDocument/2006/relationships/customXml" Target="../ink/ink152.xml"/><Relationship Id="rId131" Type="http://schemas.openxmlformats.org/officeDocument/2006/relationships/customXml" Target="../ink/ink185.xml"/><Relationship Id="rId327" Type="http://schemas.openxmlformats.org/officeDocument/2006/relationships/image" Target="../media/image160.png"/><Relationship Id="rId369" Type="http://schemas.openxmlformats.org/officeDocument/2006/relationships/customXml" Target="../ink/ink311.xml"/><Relationship Id="rId173" Type="http://schemas.openxmlformats.org/officeDocument/2006/relationships/customXml" Target="../ink/ink206.xml"/><Relationship Id="rId229" Type="http://schemas.openxmlformats.org/officeDocument/2006/relationships/customXml" Target="../ink/ink234.xml"/><Relationship Id="rId380" Type="http://schemas.openxmlformats.org/officeDocument/2006/relationships/image" Target="../media/image186.png"/><Relationship Id="rId436" Type="http://schemas.openxmlformats.org/officeDocument/2006/relationships/customXml" Target="../ink/ink346.xml"/><Relationship Id="rId240" Type="http://schemas.openxmlformats.org/officeDocument/2006/relationships/image" Target="../media/image124.png"/><Relationship Id="rId35" Type="http://schemas.openxmlformats.org/officeDocument/2006/relationships/image" Target="../media/image223.png"/><Relationship Id="rId77" Type="http://schemas.openxmlformats.org/officeDocument/2006/relationships/image" Target="../media/image4310.png"/><Relationship Id="rId100" Type="http://schemas.openxmlformats.org/officeDocument/2006/relationships/image" Target="../media/image5410.png"/><Relationship Id="rId282" Type="http://schemas.openxmlformats.org/officeDocument/2006/relationships/image" Target="../media/image145.png"/><Relationship Id="rId338" Type="http://schemas.openxmlformats.org/officeDocument/2006/relationships/customXml" Target="../ink/ink295.xml"/><Relationship Id="rId8" Type="http://schemas.openxmlformats.org/officeDocument/2006/relationships/customXml" Target="../ink/ink123.xml"/><Relationship Id="rId142" Type="http://schemas.openxmlformats.org/officeDocument/2006/relationships/image" Target="../media/image7510.png"/><Relationship Id="rId184" Type="http://schemas.openxmlformats.org/officeDocument/2006/relationships/image" Target="../media/image9610.png"/><Relationship Id="rId391" Type="http://schemas.openxmlformats.org/officeDocument/2006/relationships/customXml" Target="../ink/ink322.xml"/><Relationship Id="rId405" Type="http://schemas.openxmlformats.org/officeDocument/2006/relationships/customXml" Target="../ink/ink329.xml"/><Relationship Id="rId447" Type="http://schemas.openxmlformats.org/officeDocument/2006/relationships/customXml" Target="../ink/ink352.xml"/><Relationship Id="rId251" Type="http://schemas.openxmlformats.org/officeDocument/2006/relationships/customXml" Target="../ink/ink245.xml"/><Relationship Id="rId46" Type="http://schemas.openxmlformats.org/officeDocument/2006/relationships/customXml" Target="../ink/ink142.xml"/><Relationship Id="rId293" Type="http://schemas.openxmlformats.org/officeDocument/2006/relationships/customXml" Target="../ink/ink266.xml"/><Relationship Id="rId307" Type="http://schemas.openxmlformats.org/officeDocument/2006/relationships/customXml" Target="../ink/ink273.xml"/><Relationship Id="rId349" Type="http://schemas.openxmlformats.org/officeDocument/2006/relationships/customXml" Target="../ink/ink301.xml"/><Relationship Id="rId88" Type="http://schemas.openxmlformats.org/officeDocument/2006/relationships/customXml" Target="../ink/ink163.xml"/><Relationship Id="rId111" Type="http://schemas.openxmlformats.org/officeDocument/2006/relationships/customXml" Target="../ink/ink175.xml"/><Relationship Id="rId153" Type="http://schemas.openxmlformats.org/officeDocument/2006/relationships/customXml" Target="../ink/ink196.xml"/><Relationship Id="rId195" Type="http://schemas.openxmlformats.org/officeDocument/2006/relationships/customXml" Target="../ink/ink217.xml"/><Relationship Id="rId209" Type="http://schemas.openxmlformats.org/officeDocument/2006/relationships/customXml" Target="../ink/ink224.xml"/><Relationship Id="rId360" Type="http://schemas.openxmlformats.org/officeDocument/2006/relationships/image" Target="../media/image176.png"/><Relationship Id="rId416" Type="http://schemas.openxmlformats.org/officeDocument/2006/relationships/image" Target="../media/image204.png"/><Relationship Id="rId220" Type="http://schemas.openxmlformats.org/officeDocument/2006/relationships/image" Target="../media/image11410.png"/><Relationship Id="rId15" Type="http://schemas.openxmlformats.org/officeDocument/2006/relationships/image" Target="../media/image1210.png"/><Relationship Id="rId57" Type="http://schemas.openxmlformats.org/officeDocument/2006/relationships/image" Target="../media/image3310.png"/><Relationship Id="rId262" Type="http://schemas.openxmlformats.org/officeDocument/2006/relationships/image" Target="../media/image135.png"/><Relationship Id="rId318" Type="http://schemas.openxmlformats.org/officeDocument/2006/relationships/customXml" Target="../ink/ink284.xml"/><Relationship Id="rId99" Type="http://schemas.openxmlformats.org/officeDocument/2006/relationships/customXml" Target="../ink/ink169.xml"/><Relationship Id="rId122" Type="http://schemas.openxmlformats.org/officeDocument/2006/relationships/image" Target="../media/image6510.png"/><Relationship Id="rId164" Type="http://schemas.openxmlformats.org/officeDocument/2006/relationships/image" Target="../media/image8610.png"/><Relationship Id="rId371" Type="http://schemas.openxmlformats.org/officeDocument/2006/relationships/customXml" Target="../ink/ink312.xml"/><Relationship Id="rId427" Type="http://schemas.openxmlformats.org/officeDocument/2006/relationships/customXml" Target="../ink/ink341.xml"/><Relationship Id="rId26" Type="http://schemas.openxmlformats.org/officeDocument/2006/relationships/customXml" Target="../ink/ink132.xml"/><Relationship Id="rId231" Type="http://schemas.openxmlformats.org/officeDocument/2006/relationships/customXml" Target="../ink/ink235.xml"/><Relationship Id="rId273" Type="http://schemas.openxmlformats.org/officeDocument/2006/relationships/customXml" Target="../ink/ink256.xml"/><Relationship Id="rId329" Type="http://schemas.openxmlformats.org/officeDocument/2006/relationships/image" Target="../media/image161.png"/><Relationship Id="rId68" Type="http://schemas.openxmlformats.org/officeDocument/2006/relationships/customXml" Target="../ink/ink153.xml"/><Relationship Id="rId133" Type="http://schemas.openxmlformats.org/officeDocument/2006/relationships/customXml" Target="../ink/ink186.xml"/><Relationship Id="rId175" Type="http://schemas.openxmlformats.org/officeDocument/2006/relationships/customXml" Target="../ink/ink207.xml"/><Relationship Id="rId340" Type="http://schemas.openxmlformats.org/officeDocument/2006/relationships/customXml" Target="../ink/ink296.xml"/><Relationship Id="rId200" Type="http://schemas.openxmlformats.org/officeDocument/2006/relationships/image" Target="../media/image10410.png"/><Relationship Id="rId382" Type="http://schemas.openxmlformats.org/officeDocument/2006/relationships/image" Target="../media/image187.png"/><Relationship Id="rId438" Type="http://schemas.openxmlformats.org/officeDocument/2006/relationships/customXml" Target="../ink/ink347.xml"/><Relationship Id="rId242" Type="http://schemas.openxmlformats.org/officeDocument/2006/relationships/image" Target="../media/image125.png"/><Relationship Id="rId284" Type="http://schemas.openxmlformats.org/officeDocument/2006/relationships/image" Target="../media/image146.png"/><Relationship Id="rId37" Type="http://schemas.openxmlformats.org/officeDocument/2006/relationships/image" Target="../media/image2310.png"/><Relationship Id="rId79" Type="http://schemas.openxmlformats.org/officeDocument/2006/relationships/image" Target="../media/image4410.png"/><Relationship Id="rId102" Type="http://schemas.openxmlformats.org/officeDocument/2006/relationships/image" Target="../media/image5510.png"/><Relationship Id="rId144" Type="http://schemas.openxmlformats.org/officeDocument/2006/relationships/image" Target="../media/image7610.png"/><Relationship Id="rId90" Type="http://schemas.openxmlformats.org/officeDocument/2006/relationships/customXml" Target="../ink/ink164.xml"/><Relationship Id="rId186" Type="http://schemas.openxmlformats.org/officeDocument/2006/relationships/image" Target="../media/image9710.png"/><Relationship Id="rId351" Type="http://schemas.openxmlformats.org/officeDocument/2006/relationships/customXml" Target="../ink/ink302.xml"/><Relationship Id="rId393" Type="http://schemas.openxmlformats.org/officeDocument/2006/relationships/customXml" Target="../ink/ink323.xml"/><Relationship Id="rId407" Type="http://schemas.openxmlformats.org/officeDocument/2006/relationships/customXml" Target="../ink/ink330.xml"/><Relationship Id="rId449" Type="http://schemas.openxmlformats.org/officeDocument/2006/relationships/customXml" Target="../ink/ink353.xml"/><Relationship Id="rId211" Type="http://schemas.openxmlformats.org/officeDocument/2006/relationships/customXml" Target="../ink/ink225.xml"/><Relationship Id="rId253" Type="http://schemas.openxmlformats.org/officeDocument/2006/relationships/customXml" Target="../ink/ink246.xml"/><Relationship Id="rId295" Type="http://schemas.openxmlformats.org/officeDocument/2006/relationships/customXml" Target="../ink/ink267.xml"/><Relationship Id="rId309" Type="http://schemas.openxmlformats.org/officeDocument/2006/relationships/customXml" Target="../ink/ink275.xml"/><Relationship Id="rId48" Type="http://schemas.openxmlformats.org/officeDocument/2006/relationships/customXml" Target="../ink/ink143.xml"/><Relationship Id="rId113" Type="http://schemas.openxmlformats.org/officeDocument/2006/relationships/customXml" Target="../ink/ink176.xml"/><Relationship Id="rId320" Type="http://schemas.openxmlformats.org/officeDocument/2006/relationships/customXml" Target="../ink/ink286.xml"/><Relationship Id="rId155" Type="http://schemas.openxmlformats.org/officeDocument/2006/relationships/customXml" Target="../ink/ink197.xml"/><Relationship Id="rId197" Type="http://schemas.openxmlformats.org/officeDocument/2006/relationships/customXml" Target="../ink/ink218.xml"/><Relationship Id="rId362" Type="http://schemas.openxmlformats.org/officeDocument/2006/relationships/image" Target="../media/image177.png"/><Relationship Id="rId418" Type="http://schemas.openxmlformats.org/officeDocument/2006/relationships/image" Target="../media/image205.png"/><Relationship Id="rId222" Type="http://schemas.openxmlformats.org/officeDocument/2006/relationships/image" Target="../media/image11510.png"/><Relationship Id="rId264" Type="http://schemas.openxmlformats.org/officeDocument/2006/relationships/image" Target="../media/image136.png"/><Relationship Id="rId17" Type="http://schemas.openxmlformats.org/officeDocument/2006/relationships/image" Target="../media/image1310.png"/><Relationship Id="rId59" Type="http://schemas.openxmlformats.org/officeDocument/2006/relationships/image" Target="../media/image3410.png"/><Relationship Id="rId124" Type="http://schemas.openxmlformats.org/officeDocument/2006/relationships/image" Target="../media/image6610.png"/><Relationship Id="rId70" Type="http://schemas.openxmlformats.org/officeDocument/2006/relationships/customXml" Target="../ink/ink154.xml"/><Relationship Id="rId166" Type="http://schemas.openxmlformats.org/officeDocument/2006/relationships/image" Target="../media/image8710.png"/><Relationship Id="rId331" Type="http://schemas.openxmlformats.org/officeDocument/2006/relationships/image" Target="../media/image162.png"/><Relationship Id="rId373" Type="http://schemas.openxmlformats.org/officeDocument/2006/relationships/customXml" Target="../ink/ink313.xml"/><Relationship Id="rId429" Type="http://schemas.openxmlformats.org/officeDocument/2006/relationships/customXml" Target="../ink/ink342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36.xml"/><Relationship Id="rId440" Type="http://schemas.openxmlformats.org/officeDocument/2006/relationships/customXml" Target="../ink/ink348.xml"/><Relationship Id="rId28" Type="http://schemas.openxmlformats.org/officeDocument/2006/relationships/customXml" Target="../ink/ink133.xml"/><Relationship Id="rId275" Type="http://schemas.openxmlformats.org/officeDocument/2006/relationships/customXml" Target="../ink/ink257.xml"/><Relationship Id="rId300" Type="http://schemas.openxmlformats.org/officeDocument/2006/relationships/image" Target="../media/image154.png"/><Relationship Id="rId81" Type="http://schemas.openxmlformats.org/officeDocument/2006/relationships/image" Target="../media/image4510.png"/><Relationship Id="rId135" Type="http://schemas.openxmlformats.org/officeDocument/2006/relationships/customXml" Target="../ink/ink187.xml"/><Relationship Id="rId177" Type="http://schemas.openxmlformats.org/officeDocument/2006/relationships/customXml" Target="../ink/ink208.xml"/><Relationship Id="rId342" Type="http://schemas.openxmlformats.org/officeDocument/2006/relationships/customXml" Target="../ink/ink297.xml"/><Relationship Id="rId384" Type="http://schemas.openxmlformats.org/officeDocument/2006/relationships/image" Target="../media/image188.png"/><Relationship Id="rId202" Type="http://schemas.openxmlformats.org/officeDocument/2006/relationships/image" Target="../media/image10510.png"/><Relationship Id="rId244" Type="http://schemas.openxmlformats.org/officeDocument/2006/relationships/image" Target="../media/image126.png"/><Relationship Id="rId39" Type="http://schemas.openxmlformats.org/officeDocument/2006/relationships/image" Target="../media/image2410.png"/><Relationship Id="rId286" Type="http://schemas.openxmlformats.org/officeDocument/2006/relationships/image" Target="../media/image147.png"/><Relationship Id="rId451" Type="http://schemas.openxmlformats.org/officeDocument/2006/relationships/customXml" Target="../ink/ink354.xml"/><Relationship Id="rId50" Type="http://schemas.openxmlformats.org/officeDocument/2006/relationships/customXml" Target="../ink/ink144.xml"/><Relationship Id="rId104" Type="http://schemas.openxmlformats.org/officeDocument/2006/relationships/image" Target="../media/image5610.png"/><Relationship Id="rId146" Type="http://schemas.openxmlformats.org/officeDocument/2006/relationships/image" Target="../media/image7710.png"/><Relationship Id="rId188" Type="http://schemas.openxmlformats.org/officeDocument/2006/relationships/image" Target="../media/image9810.png"/><Relationship Id="rId311" Type="http://schemas.openxmlformats.org/officeDocument/2006/relationships/customXml" Target="../ink/ink277.xml"/><Relationship Id="rId353" Type="http://schemas.openxmlformats.org/officeDocument/2006/relationships/customXml" Target="../ink/ink303.xml"/><Relationship Id="rId395" Type="http://schemas.openxmlformats.org/officeDocument/2006/relationships/customXml" Target="../ink/ink324.xml"/><Relationship Id="rId409" Type="http://schemas.openxmlformats.org/officeDocument/2006/relationships/customXml" Target="../ink/ink3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0.png"/><Relationship Id="rId2" Type="http://schemas.openxmlformats.org/officeDocument/2006/relationships/customXml" Target="../ink/ink3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358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0.png"/><Relationship Id="rId21" Type="http://schemas.openxmlformats.org/officeDocument/2006/relationships/customXml" Target="../ink/ink368.xml"/><Relationship Id="rId63" Type="http://schemas.openxmlformats.org/officeDocument/2006/relationships/customXml" Target="../ink/ink389.xml"/><Relationship Id="rId159" Type="http://schemas.openxmlformats.org/officeDocument/2006/relationships/customXml" Target="../ink/ink438.xml"/><Relationship Id="rId170" Type="http://schemas.openxmlformats.org/officeDocument/2006/relationships/image" Target="../media/image306.png"/><Relationship Id="rId226" Type="http://schemas.openxmlformats.org/officeDocument/2006/relationships/image" Target="../media/image334.png"/><Relationship Id="rId107" Type="http://schemas.openxmlformats.org/officeDocument/2006/relationships/image" Target="../media/image275.png"/><Relationship Id="rId268" Type="http://schemas.openxmlformats.org/officeDocument/2006/relationships/image" Target="../media/image354.png"/><Relationship Id="rId11" Type="http://schemas.openxmlformats.org/officeDocument/2006/relationships/customXml" Target="../ink/ink363.xml"/><Relationship Id="rId32" Type="http://schemas.openxmlformats.org/officeDocument/2006/relationships/image" Target="../media/image238.png"/><Relationship Id="rId53" Type="http://schemas.openxmlformats.org/officeDocument/2006/relationships/customXml" Target="../ink/ink384.xml"/><Relationship Id="rId74" Type="http://schemas.openxmlformats.org/officeDocument/2006/relationships/image" Target="../media/image259.png"/><Relationship Id="rId128" Type="http://schemas.openxmlformats.org/officeDocument/2006/relationships/customXml" Target="../ink/ink422.xml"/><Relationship Id="rId149" Type="http://schemas.openxmlformats.org/officeDocument/2006/relationships/image" Target="../media/image296.png"/><Relationship Id="rId5" Type="http://schemas.openxmlformats.org/officeDocument/2006/relationships/customXml" Target="../ink/ink360.xml"/><Relationship Id="rId95" Type="http://schemas.openxmlformats.org/officeDocument/2006/relationships/customXml" Target="../ink/ink405.xml"/><Relationship Id="rId160" Type="http://schemas.openxmlformats.org/officeDocument/2006/relationships/image" Target="../media/image301.png"/><Relationship Id="rId181" Type="http://schemas.openxmlformats.org/officeDocument/2006/relationships/customXml" Target="../ink/ink449.xml"/><Relationship Id="rId216" Type="http://schemas.openxmlformats.org/officeDocument/2006/relationships/image" Target="../media/image329.png"/><Relationship Id="rId237" Type="http://schemas.openxmlformats.org/officeDocument/2006/relationships/customXml" Target="../ink/ink477.xml"/><Relationship Id="rId258" Type="http://schemas.openxmlformats.org/officeDocument/2006/relationships/image" Target="../media/image350.png"/><Relationship Id="rId22" Type="http://schemas.openxmlformats.org/officeDocument/2006/relationships/image" Target="../media/image233.png"/><Relationship Id="rId43" Type="http://schemas.openxmlformats.org/officeDocument/2006/relationships/customXml" Target="../ink/ink379.xml"/><Relationship Id="rId64" Type="http://schemas.openxmlformats.org/officeDocument/2006/relationships/image" Target="../media/image254.png"/><Relationship Id="rId118" Type="http://schemas.openxmlformats.org/officeDocument/2006/relationships/customXml" Target="../ink/ink417.xml"/><Relationship Id="rId139" Type="http://schemas.openxmlformats.org/officeDocument/2006/relationships/image" Target="../media/image291.png"/><Relationship Id="rId85" Type="http://schemas.openxmlformats.org/officeDocument/2006/relationships/customXml" Target="../ink/ink400.xml"/><Relationship Id="rId150" Type="http://schemas.openxmlformats.org/officeDocument/2006/relationships/customXml" Target="../ink/ink433.xml"/><Relationship Id="rId171" Type="http://schemas.openxmlformats.org/officeDocument/2006/relationships/customXml" Target="../ink/ink444.xml"/><Relationship Id="rId192" Type="http://schemas.openxmlformats.org/officeDocument/2006/relationships/image" Target="../media/image317.png"/><Relationship Id="rId206" Type="http://schemas.openxmlformats.org/officeDocument/2006/relationships/image" Target="../media/image324.png"/><Relationship Id="rId227" Type="http://schemas.openxmlformats.org/officeDocument/2006/relationships/customXml" Target="../ink/ink472.xml"/><Relationship Id="rId248" Type="http://schemas.openxmlformats.org/officeDocument/2006/relationships/image" Target="../media/image345.png"/><Relationship Id="rId12" Type="http://schemas.openxmlformats.org/officeDocument/2006/relationships/image" Target="../media/image228.png"/><Relationship Id="rId33" Type="http://schemas.openxmlformats.org/officeDocument/2006/relationships/customXml" Target="../ink/ink374.xml"/><Relationship Id="rId108" Type="http://schemas.openxmlformats.org/officeDocument/2006/relationships/customXml" Target="../ink/ink412.xml"/><Relationship Id="rId129" Type="http://schemas.openxmlformats.org/officeDocument/2006/relationships/image" Target="../media/image286.png"/><Relationship Id="rId54" Type="http://schemas.openxmlformats.org/officeDocument/2006/relationships/image" Target="../media/image249.png"/><Relationship Id="rId75" Type="http://schemas.openxmlformats.org/officeDocument/2006/relationships/customXml" Target="../ink/ink395.xml"/><Relationship Id="rId96" Type="http://schemas.openxmlformats.org/officeDocument/2006/relationships/image" Target="../media/image270.png"/><Relationship Id="rId140" Type="http://schemas.openxmlformats.org/officeDocument/2006/relationships/customXml" Target="../ink/ink428.xml"/><Relationship Id="rId161" Type="http://schemas.openxmlformats.org/officeDocument/2006/relationships/customXml" Target="../ink/ink439.xml"/><Relationship Id="rId182" Type="http://schemas.openxmlformats.org/officeDocument/2006/relationships/image" Target="../media/image312.png"/><Relationship Id="rId217" Type="http://schemas.openxmlformats.org/officeDocument/2006/relationships/customXml" Target="../ink/ink467.xml"/><Relationship Id="rId6" Type="http://schemas.openxmlformats.org/officeDocument/2006/relationships/image" Target="../media/image225.png"/><Relationship Id="rId238" Type="http://schemas.openxmlformats.org/officeDocument/2006/relationships/image" Target="../media/image340.png"/><Relationship Id="rId259" Type="http://schemas.openxmlformats.org/officeDocument/2006/relationships/customXml" Target="../ink/ink488.xml"/><Relationship Id="rId23" Type="http://schemas.openxmlformats.org/officeDocument/2006/relationships/customXml" Target="../ink/ink369.xml"/><Relationship Id="rId119" Type="http://schemas.openxmlformats.org/officeDocument/2006/relationships/image" Target="../media/image281.png"/><Relationship Id="rId44" Type="http://schemas.openxmlformats.org/officeDocument/2006/relationships/image" Target="../media/image244.png"/><Relationship Id="rId65" Type="http://schemas.openxmlformats.org/officeDocument/2006/relationships/customXml" Target="../ink/ink390.xml"/><Relationship Id="rId86" Type="http://schemas.openxmlformats.org/officeDocument/2006/relationships/image" Target="../media/image265.png"/><Relationship Id="rId130" Type="http://schemas.openxmlformats.org/officeDocument/2006/relationships/customXml" Target="../ink/ink423.xml"/><Relationship Id="rId151" Type="http://schemas.openxmlformats.org/officeDocument/2006/relationships/image" Target="../media/image297.png"/><Relationship Id="rId172" Type="http://schemas.openxmlformats.org/officeDocument/2006/relationships/image" Target="../media/image307.png"/><Relationship Id="rId193" Type="http://schemas.openxmlformats.org/officeDocument/2006/relationships/customXml" Target="../ink/ink455.xml"/><Relationship Id="rId207" Type="http://schemas.openxmlformats.org/officeDocument/2006/relationships/customXml" Target="../ink/ink462.xml"/><Relationship Id="rId228" Type="http://schemas.openxmlformats.org/officeDocument/2006/relationships/image" Target="../media/image335.png"/><Relationship Id="rId249" Type="http://schemas.openxmlformats.org/officeDocument/2006/relationships/customXml" Target="../ink/ink483.xml"/><Relationship Id="rId13" Type="http://schemas.openxmlformats.org/officeDocument/2006/relationships/customXml" Target="../ink/ink364.xml"/><Relationship Id="rId109" Type="http://schemas.openxmlformats.org/officeDocument/2006/relationships/image" Target="../media/image276.png"/><Relationship Id="rId260" Type="http://schemas.openxmlformats.org/officeDocument/2006/relationships/image" Target="../media/image351.png"/><Relationship Id="rId34" Type="http://schemas.openxmlformats.org/officeDocument/2006/relationships/image" Target="../media/image239.png"/><Relationship Id="rId55" Type="http://schemas.openxmlformats.org/officeDocument/2006/relationships/customXml" Target="../ink/ink385.xml"/><Relationship Id="rId76" Type="http://schemas.openxmlformats.org/officeDocument/2006/relationships/image" Target="../media/image260.png"/><Relationship Id="rId97" Type="http://schemas.openxmlformats.org/officeDocument/2006/relationships/customXml" Target="../ink/ink406.xml"/><Relationship Id="rId120" Type="http://schemas.openxmlformats.org/officeDocument/2006/relationships/customXml" Target="../ink/ink418.xml"/><Relationship Id="rId141" Type="http://schemas.openxmlformats.org/officeDocument/2006/relationships/image" Target="../media/image292.png"/><Relationship Id="rId7" Type="http://schemas.openxmlformats.org/officeDocument/2006/relationships/customXml" Target="../ink/ink361.xml"/><Relationship Id="rId162" Type="http://schemas.openxmlformats.org/officeDocument/2006/relationships/image" Target="../media/image302.png"/><Relationship Id="rId183" Type="http://schemas.openxmlformats.org/officeDocument/2006/relationships/customXml" Target="../ink/ink450.xml"/><Relationship Id="rId218" Type="http://schemas.openxmlformats.org/officeDocument/2006/relationships/image" Target="../media/image330.png"/><Relationship Id="rId239" Type="http://schemas.openxmlformats.org/officeDocument/2006/relationships/customXml" Target="../ink/ink478.xml"/><Relationship Id="rId250" Type="http://schemas.openxmlformats.org/officeDocument/2006/relationships/image" Target="../media/image346.png"/><Relationship Id="rId24" Type="http://schemas.openxmlformats.org/officeDocument/2006/relationships/image" Target="../media/image234.png"/><Relationship Id="rId45" Type="http://schemas.openxmlformats.org/officeDocument/2006/relationships/customXml" Target="../ink/ink380.xml"/><Relationship Id="rId66" Type="http://schemas.openxmlformats.org/officeDocument/2006/relationships/image" Target="../media/image255.png"/><Relationship Id="rId87" Type="http://schemas.openxmlformats.org/officeDocument/2006/relationships/customXml" Target="../ink/ink401.xml"/><Relationship Id="rId110" Type="http://schemas.openxmlformats.org/officeDocument/2006/relationships/customXml" Target="../ink/ink413.xml"/><Relationship Id="rId131" Type="http://schemas.openxmlformats.org/officeDocument/2006/relationships/image" Target="../media/image287.png"/><Relationship Id="rId152" Type="http://schemas.openxmlformats.org/officeDocument/2006/relationships/customXml" Target="../ink/ink434.xml"/><Relationship Id="rId173" Type="http://schemas.openxmlformats.org/officeDocument/2006/relationships/customXml" Target="../ink/ink445.xml"/><Relationship Id="rId194" Type="http://schemas.openxmlformats.org/officeDocument/2006/relationships/image" Target="../media/image318.png"/><Relationship Id="rId208" Type="http://schemas.openxmlformats.org/officeDocument/2006/relationships/image" Target="../media/image325.png"/><Relationship Id="rId229" Type="http://schemas.openxmlformats.org/officeDocument/2006/relationships/customXml" Target="../ink/ink473.xml"/><Relationship Id="rId240" Type="http://schemas.openxmlformats.org/officeDocument/2006/relationships/image" Target="../media/image341.png"/><Relationship Id="rId261" Type="http://schemas.openxmlformats.org/officeDocument/2006/relationships/customXml" Target="../ink/ink489.xml"/><Relationship Id="rId14" Type="http://schemas.openxmlformats.org/officeDocument/2006/relationships/image" Target="../media/image229.png"/><Relationship Id="rId35" Type="http://schemas.openxmlformats.org/officeDocument/2006/relationships/customXml" Target="../ink/ink375.xml"/><Relationship Id="rId56" Type="http://schemas.openxmlformats.org/officeDocument/2006/relationships/image" Target="../media/image250.png"/><Relationship Id="rId77" Type="http://schemas.openxmlformats.org/officeDocument/2006/relationships/customXml" Target="../ink/ink396.xml"/><Relationship Id="rId100" Type="http://schemas.openxmlformats.org/officeDocument/2006/relationships/customXml" Target="../ink/ink408.xml"/><Relationship Id="rId8" Type="http://schemas.openxmlformats.org/officeDocument/2006/relationships/image" Target="../media/image226.png"/><Relationship Id="rId98" Type="http://schemas.openxmlformats.org/officeDocument/2006/relationships/customXml" Target="../ink/ink407.xml"/><Relationship Id="rId121" Type="http://schemas.openxmlformats.org/officeDocument/2006/relationships/image" Target="../media/image282.png"/><Relationship Id="rId142" Type="http://schemas.openxmlformats.org/officeDocument/2006/relationships/customXml" Target="../ink/ink429.xml"/><Relationship Id="rId163" Type="http://schemas.openxmlformats.org/officeDocument/2006/relationships/customXml" Target="../ink/ink440.xml"/><Relationship Id="rId184" Type="http://schemas.openxmlformats.org/officeDocument/2006/relationships/image" Target="../media/image313.png"/><Relationship Id="rId219" Type="http://schemas.openxmlformats.org/officeDocument/2006/relationships/customXml" Target="../ink/ink468.xml"/><Relationship Id="rId230" Type="http://schemas.openxmlformats.org/officeDocument/2006/relationships/image" Target="../media/image336.png"/><Relationship Id="rId251" Type="http://schemas.openxmlformats.org/officeDocument/2006/relationships/customXml" Target="../ink/ink484.xml"/><Relationship Id="rId25" Type="http://schemas.openxmlformats.org/officeDocument/2006/relationships/customXml" Target="../ink/ink370.xml"/><Relationship Id="rId46" Type="http://schemas.openxmlformats.org/officeDocument/2006/relationships/image" Target="../media/image245.png"/><Relationship Id="rId67" Type="http://schemas.openxmlformats.org/officeDocument/2006/relationships/customXml" Target="../ink/ink391.xml"/><Relationship Id="rId88" Type="http://schemas.openxmlformats.org/officeDocument/2006/relationships/image" Target="../media/image266.png"/><Relationship Id="rId111" Type="http://schemas.openxmlformats.org/officeDocument/2006/relationships/image" Target="../media/image277.png"/><Relationship Id="rId132" Type="http://schemas.openxmlformats.org/officeDocument/2006/relationships/customXml" Target="../ink/ink424.xml"/><Relationship Id="rId153" Type="http://schemas.openxmlformats.org/officeDocument/2006/relationships/image" Target="../media/image298.png"/><Relationship Id="rId174" Type="http://schemas.openxmlformats.org/officeDocument/2006/relationships/image" Target="../media/image308.png"/><Relationship Id="rId195" Type="http://schemas.openxmlformats.org/officeDocument/2006/relationships/customXml" Target="../ink/ink456.xml"/><Relationship Id="rId209" Type="http://schemas.openxmlformats.org/officeDocument/2006/relationships/customXml" Target="../ink/ink463.xml"/><Relationship Id="rId220" Type="http://schemas.openxmlformats.org/officeDocument/2006/relationships/image" Target="../media/image331.png"/><Relationship Id="rId241" Type="http://schemas.openxmlformats.org/officeDocument/2006/relationships/customXml" Target="../ink/ink479.xml"/><Relationship Id="rId15" Type="http://schemas.openxmlformats.org/officeDocument/2006/relationships/customXml" Target="../ink/ink365.xml"/><Relationship Id="rId36" Type="http://schemas.openxmlformats.org/officeDocument/2006/relationships/image" Target="../media/image240.png"/><Relationship Id="rId57" Type="http://schemas.openxmlformats.org/officeDocument/2006/relationships/customXml" Target="../ink/ink386.xml"/><Relationship Id="rId262" Type="http://schemas.openxmlformats.org/officeDocument/2006/relationships/image" Target="../media/image352.png"/><Relationship Id="rId78" Type="http://schemas.openxmlformats.org/officeDocument/2006/relationships/image" Target="../media/image261.png"/><Relationship Id="rId99" Type="http://schemas.openxmlformats.org/officeDocument/2006/relationships/image" Target="../media/image271.png"/><Relationship Id="rId101" Type="http://schemas.openxmlformats.org/officeDocument/2006/relationships/image" Target="../media/image272.png"/><Relationship Id="rId122" Type="http://schemas.openxmlformats.org/officeDocument/2006/relationships/customXml" Target="../ink/ink419.xml"/><Relationship Id="rId143" Type="http://schemas.openxmlformats.org/officeDocument/2006/relationships/image" Target="../media/image293.png"/><Relationship Id="rId164" Type="http://schemas.openxmlformats.org/officeDocument/2006/relationships/image" Target="../media/image303.png"/><Relationship Id="rId185" Type="http://schemas.openxmlformats.org/officeDocument/2006/relationships/customXml" Target="../ink/ink451.xml"/><Relationship Id="rId9" Type="http://schemas.openxmlformats.org/officeDocument/2006/relationships/customXml" Target="../ink/ink362.xml"/><Relationship Id="rId210" Type="http://schemas.openxmlformats.org/officeDocument/2006/relationships/image" Target="../media/image326.png"/><Relationship Id="rId26" Type="http://schemas.openxmlformats.org/officeDocument/2006/relationships/image" Target="../media/image235.png"/><Relationship Id="rId231" Type="http://schemas.openxmlformats.org/officeDocument/2006/relationships/customXml" Target="../ink/ink474.xml"/><Relationship Id="rId252" Type="http://schemas.openxmlformats.org/officeDocument/2006/relationships/image" Target="../media/image347.png"/><Relationship Id="rId47" Type="http://schemas.openxmlformats.org/officeDocument/2006/relationships/customXml" Target="../ink/ink381.xml"/><Relationship Id="rId68" Type="http://schemas.openxmlformats.org/officeDocument/2006/relationships/image" Target="../media/image256.png"/><Relationship Id="rId89" Type="http://schemas.openxmlformats.org/officeDocument/2006/relationships/customXml" Target="../ink/ink402.xml"/><Relationship Id="rId112" Type="http://schemas.openxmlformats.org/officeDocument/2006/relationships/customXml" Target="../ink/ink414.xml"/><Relationship Id="rId133" Type="http://schemas.openxmlformats.org/officeDocument/2006/relationships/image" Target="../media/image288.png"/><Relationship Id="rId154" Type="http://schemas.openxmlformats.org/officeDocument/2006/relationships/customXml" Target="../ink/ink435.xml"/><Relationship Id="rId175" Type="http://schemas.openxmlformats.org/officeDocument/2006/relationships/customXml" Target="../ink/ink446.xml"/><Relationship Id="rId196" Type="http://schemas.openxmlformats.org/officeDocument/2006/relationships/image" Target="../media/image319.png"/><Relationship Id="rId200" Type="http://schemas.openxmlformats.org/officeDocument/2006/relationships/image" Target="../media/image321.png"/><Relationship Id="rId16" Type="http://schemas.openxmlformats.org/officeDocument/2006/relationships/image" Target="../media/image230.png"/><Relationship Id="rId221" Type="http://schemas.openxmlformats.org/officeDocument/2006/relationships/customXml" Target="../ink/ink469.xml"/><Relationship Id="rId242" Type="http://schemas.openxmlformats.org/officeDocument/2006/relationships/image" Target="../media/image342.png"/><Relationship Id="rId263" Type="http://schemas.openxmlformats.org/officeDocument/2006/relationships/customXml" Target="../ink/ink490.xml"/><Relationship Id="rId37" Type="http://schemas.openxmlformats.org/officeDocument/2006/relationships/customXml" Target="../ink/ink376.xml"/><Relationship Id="rId58" Type="http://schemas.openxmlformats.org/officeDocument/2006/relationships/image" Target="../media/image251.png"/><Relationship Id="rId79" Type="http://schemas.openxmlformats.org/officeDocument/2006/relationships/customXml" Target="../ink/ink397.xml"/><Relationship Id="rId102" Type="http://schemas.openxmlformats.org/officeDocument/2006/relationships/customXml" Target="../ink/ink409.xml"/><Relationship Id="rId123" Type="http://schemas.openxmlformats.org/officeDocument/2006/relationships/image" Target="../media/image283.png"/><Relationship Id="rId144" Type="http://schemas.openxmlformats.org/officeDocument/2006/relationships/customXml" Target="../ink/ink430.xml"/><Relationship Id="rId90" Type="http://schemas.openxmlformats.org/officeDocument/2006/relationships/image" Target="../media/image267.png"/><Relationship Id="rId165" Type="http://schemas.openxmlformats.org/officeDocument/2006/relationships/customXml" Target="../ink/ink441.xml"/><Relationship Id="rId186" Type="http://schemas.openxmlformats.org/officeDocument/2006/relationships/image" Target="../media/image314.png"/><Relationship Id="rId211" Type="http://schemas.openxmlformats.org/officeDocument/2006/relationships/customXml" Target="../ink/ink464.xml"/><Relationship Id="rId232" Type="http://schemas.openxmlformats.org/officeDocument/2006/relationships/image" Target="../media/image337.png"/><Relationship Id="rId253" Type="http://schemas.openxmlformats.org/officeDocument/2006/relationships/customXml" Target="../ink/ink485.xml"/><Relationship Id="rId27" Type="http://schemas.openxmlformats.org/officeDocument/2006/relationships/customXml" Target="../ink/ink371.xml"/><Relationship Id="rId48" Type="http://schemas.openxmlformats.org/officeDocument/2006/relationships/image" Target="../media/image246.png"/><Relationship Id="rId69" Type="http://schemas.openxmlformats.org/officeDocument/2006/relationships/customXml" Target="../ink/ink392.xml"/><Relationship Id="rId113" Type="http://schemas.openxmlformats.org/officeDocument/2006/relationships/image" Target="../media/image278.png"/><Relationship Id="rId134" Type="http://schemas.openxmlformats.org/officeDocument/2006/relationships/customXml" Target="../ink/ink425.xml"/><Relationship Id="rId80" Type="http://schemas.openxmlformats.org/officeDocument/2006/relationships/image" Target="../media/image262.png"/><Relationship Id="rId155" Type="http://schemas.openxmlformats.org/officeDocument/2006/relationships/customXml" Target="../ink/ink436.xml"/><Relationship Id="rId176" Type="http://schemas.openxmlformats.org/officeDocument/2006/relationships/image" Target="../media/image309.png"/><Relationship Id="rId197" Type="http://schemas.openxmlformats.org/officeDocument/2006/relationships/customXml" Target="../ink/ink457.xml"/><Relationship Id="rId201" Type="http://schemas.openxmlformats.org/officeDocument/2006/relationships/customXml" Target="../ink/ink459.xml"/><Relationship Id="rId222" Type="http://schemas.openxmlformats.org/officeDocument/2006/relationships/image" Target="../media/image332.png"/><Relationship Id="rId243" Type="http://schemas.openxmlformats.org/officeDocument/2006/relationships/customXml" Target="../ink/ink480.xml"/><Relationship Id="rId264" Type="http://schemas.openxmlformats.org/officeDocument/2006/relationships/image" Target="../media/image353.png"/><Relationship Id="rId17" Type="http://schemas.openxmlformats.org/officeDocument/2006/relationships/customXml" Target="../ink/ink366.xml"/><Relationship Id="rId38" Type="http://schemas.openxmlformats.org/officeDocument/2006/relationships/image" Target="../media/image241.png"/><Relationship Id="rId59" Type="http://schemas.openxmlformats.org/officeDocument/2006/relationships/customXml" Target="../ink/ink387.xml"/><Relationship Id="rId103" Type="http://schemas.openxmlformats.org/officeDocument/2006/relationships/image" Target="../media/image273.png"/><Relationship Id="rId124" Type="http://schemas.openxmlformats.org/officeDocument/2006/relationships/customXml" Target="../ink/ink420.xml"/><Relationship Id="rId70" Type="http://schemas.openxmlformats.org/officeDocument/2006/relationships/image" Target="../media/image257.png"/><Relationship Id="rId91" Type="http://schemas.openxmlformats.org/officeDocument/2006/relationships/customXml" Target="../ink/ink403.xml"/><Relationship Id="rId145" Type="http://schemas.openxmlformats.org/officeDocument/2006/relationships/image" Target="../media/image294.png"/><Relationship Id="rId166" Type="http://schemas.openxmlformats.org/officeDocument/2006/relationships/image" Target="../media/image304.png"/><Relationship Id="rId187" Type="http://schemas.openxmlformats.org/officeDocument/2006/relationships/customXml" Target="../ink/ink45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27.png"/><Relationship Id="rId233" Type="http://schemas.openxmlformats.org/officeDocument/2006/relationships/customXml" Target="../ink/ink475.xml"/><Relationship Id="rId254" Type="http://schemas.openxmlformats.org/officeDocument/2006/relationships/image" Target="../media/image348.png"/><Relationship Id="rId28" Type="http://schemas.openxmlformats.org/officeDocument/2006/relationships/image" Target="../media/image236.png"/><Relationship Id="rId49" Type="http://schemas.openxmlformats.org/officeDocument/2006/relationships/customXml" Target="../ink/ink382.xml"/><Relationship Id="rId114" Type="http://schemas.openxmlformats.org/officeDocument/2006/relationships/customXml" Target="../ink/ink415.xml"/><Relationship Id="rId60" Type="http://schemas.openxmlformats.org/officeDocument/2006/relationships/image" Target="../media/image252.png"/><Relationship Id="rId81" Type="http://schemas.openxmlformats.org/officeDocument/2006/relationships/customXml" Target="../ink/ink398.xml"/><Relationship Id="rId135" Type="http://schemas.openxmlformats.org/officeDocument/2006/relationships/image" Target="../media/image289.png"/><Relationship Id="rId156" Type="http://schemas.openxmlformats.org/officeDocument/2006/relationships/image" Target="../media/image299.png"/><Relationship Id="rId177" Type="http://schemas.openxmlformats.org/officeDocument/2006/relationships/customXml" Target="../ink/ink447.xml"/><Relationship Id="rId198" Type="http://schemas.openxmlformats.org/officeDocument/2006/relationships/image" Target="../media/image320.png"/><Relationship Id="rId202" Type="http://schemas.openxmlformats.org/officeDocument/2006/relationships/image" Target="../media/image322.png"/><Relationship Id="rId223" Type="http://schemas.openxmlformats.org/officeDocument/2006/relationships/customXml" Target="../ink/ink470.xml"/><Relationship Id="rId244" Type="http://schemas.openxmlformats.org/officeDocument/2006/relationships/image" Target="../media/image343.png"/><Relationship Id="rId18" Type="http://schemas.openxmlformats.org/officeDocument/2006/relationships/image" Target="../media/image231.png"/><Relationship Id="rId39" Type="http://schemas.openxmlformats.org/officeDocument/2006/relationships/customXml" Target="../ink/ink377.xml"/><Relationship Id="rId265" Type="http://schemas.openxmlformats.org/officeDocument/2006/relationships/customXml" Target="../ink/ink491.xml"/><Relationship Id="rId50" Type="http://schemas.openxmlformats.org/officeDocument/2006/relationships/image" Target="../media/image247.png"/><Relationship Id="rId104" Type="http://schemas.openxmlformats.org/officeDocument/2006/relationships/customXml" Target="../ink/ink410.xml"/><Relationship Id="rId125" Type="http://schemas.openxmlformats.org/officeDocument/2006/relationships/image" Target="../media/image284.png"/><Relationship Id="rId146" Type="http://schemas.openxmlformats.org/officeDocument/2006/relationships/customXml" Target="../ink/ink431.xml"/><Relationship Id="rId167" Type="http://schemas.openxmlformats.org/officeDocument/2006/relationships/customXml" Target="../ink/ink442.xml"/><Relationship Id="rId188" Type="http://schemas.openxmlformats.org/officeDocument/2006/relationships/image" Target="../media/image315.png"/><Relationship Id="rId71" Type="http://schemas.openxmlformats.org/officeDocument/2006/relationships/customXml" Target="../ink/ink393.xml"/><Relationship Id="rId92" Type="http://schemas.openxmlformats.org/officeDocument/2006/relationships/image" Target="../media/image268.png"/><Relationship Id="rId213" Type="http://schemas.openxmlformats.org/officeDocument/2006/relationships/customXml" Target="../ink/ink465.xml"/><Relationship Id="rId234" Type="http://schemas.openxmlformats.org/officeDocument/2006/relationships/image" Target="../media/image338.png"/><Relationship Id="rId2" Type="http://schemas.openxmlformats.org/officeDocument/2006/relationships/image" Target="../media/image6.emf"/><Relationship Id="rId29" Type="http://schemas.openxmlformats.org/officeDocument/2006/relationships/customXml" Target="../ink/ink372.xml"/><Relationship Id="rId255" Type="http://schemas.openxmlformats.org/officeDocument/2006/relationships/customXml" Target="../ink/ink486.xml"/><Relationship Id="rId40" Type="http://schemas.openxmlformats.org/officeDocument/2006/relationships/image" Target="../media/image242.png"/><Relationship Id="rId115" Type="http://schemas.openxmlformats.org/officeDocument/2006/relationships/image" Target="../media/image279.png"/><Relationship Id="rId136" Type="http://schemas.openxmlformats.org/officeDocument/2006/relationships/customXml" Target="../ink/ink426.xml"/><Relationship Id="rId157" Type="http://schemas.openxmlformats.org/officeDocument/2006/relationships/customXml" Target="../ink/ink437.xml"/><Relationship Id="rId178" Type="http://schemas.openxmlformats.org/officeDocument/2006/relationships/image" Target="../media/image310.png"/><Relationship Id="rId61" Type="http://schemas.openxmlformats.org/officeDocument/2006/relationships/customXml" Target="../ink/ink388.xml"/><Relationship Id="rId82" Type="http://schemas.openxmlformats.org/officeDocument/2006/relationships/image" Target="../media/image263.png"/><Relationship Id="rId199" Type="http://schemas.openxmlformats.org/officeDocument/2006/relationships/customXml" Target="../ink/ink458.xml"/><Relationship Id="rId203" Type="http://schemas.openxmlformats.org/officeDocument/2006/relationships/customXml" Target="../ink/ink460.xml"/><Relationship Id="rId19" Type="http://schemas.openxmlformats.org/officeDocument/2006/relationships/customXml" Target="../ink/ink367.xml"/><Relationship Id="rId224" Type="http://schemas.openxmlformats.org/officeDocument/2006/relationships/image" Target="../media/image333.png"/><Relationship Id="rId245" Type="http://schemas.openxmlformats.org/officeDocument/2006/relationships/customXml" Target="../ink/ink481.xml"/><Relationship Id="rId266" Type="http://schemas.openxmlformats.org/officeDocument/2006/relationships/image" Target="../media/image56.png"/><Relationship Id="rId30" Type="http://schemas.openxmlformats.org/officeDocument/2006/relationships/image" Target="../media/image237.png"/><Relationship Id="rId105" Type="http://schemas.openxmlformats.org/officeDocument/2006/relationships/image" Target="../media/image274.png"/><Relationship Id="rId126" Type="http://schemas.openxmlformats.org/officeDocument/2006/relationships/customXml" Target="../ink/ink421.xml"/><Relationship Id="rId147" Type="http://schemas.openxmlformats.org/officeDocument/2006/relationships/image" Target="../media/image295.png"/><Relationship Id="rId168" Type="http://schemas.openxmlformats.org/officeDocument/2006/relationships/image" Target="../media/image305.png"/><Relationship Id="rId51" Type="http://schemas.openxmlformats.org/officeDocument/2006/relationships/customXml" Target="../ink/ink383.xml"/><Relationship Id="rId72" Type="http://schemas.openxmlformats.org/officeDocument/2006/relationships/image" Target="../media/image258.png"/><Relationship Id="rId93" Type="http://schemas.openxmlformats.org/officeDocument/2006/relationships/customXml" Target="../ink/ink404.xml"/><Relationship Id="rId189" Type="http://schemas.openxmlformats.org/officeDocument/2006/relationships/customXml" Target="../ink/ink453.xml"/><Relationship Id="rId3" Type="http://schemas.openxmlformats.org/officeDocument/2006/relationships/customXml" Target="../ink/ink359.xml"/><Relationship Id="rId214" Type="http://schemas.openxmlformats.org/officeDocument/2006/relationships/image" Target="../media/image328.png"/><Relationship Id="rId235" Type="http://schemas.openxmlformats.org/officeDocument/2006/relationships/customXml" Target="../ink/ink476.xml"/><Relationship Id="rId256" Type="http://schemas.openxmlformats.org/officeDocument/2006/relationships/image" Target="../media/image349.png"/><Relationship Id="rId116" Type="http://schemas.openxmlformats.org/officeDocument/2006/relationships/customXml" Target="../ink/ink416.xml"/><Relationship Id="rId137" Type="http://schemas.openxmlformats.org/officeDocument/2006/relationships/image" Target="../media/image290.png"/><Relationship Id="rId158" Type="http://schemas.openxmlformats.org/officeDocument/2006/relationships/image" Target="../media/image300.png"/><Relationship Id="rId20" Type="http://schemas.openxmlformats.org/officeDocument/2006/relationships/image" Target="../media/image232.png"/><Relationship Id="rId41" Type="http://schemas.openxmlformats.org/officeDocument/2006/relationships/customXml" Target="../ink/ink378.xml"/><Relationship Id="rId62" Type="http://schemas.openxmlformats.org/officeDocument/2006/relationships/image" Target="../media/image253.png"/><Relationship Id="rId83" Type="http://schemas.openxmlformats.org/officeDocument/2006/relationships/customXml" Target="../ink/ink399.xml"/><Relationship Id="rId179" Type="http://schemas.openxmlformats.org/officeDocument/2006/relationships/customXml" Target="../ink/ink448.xml"/><Relationship Id="rId190" Type="http://schemas.openxmlformats.org/officeDocument/2006/relationships/image" Target="../media/image316.png"/><Relationship Id="rId204" Type="http://schemas.openxmlformats.org/officeDocument/2006/relationships/image" Target="../media/image323.png"/><Relationship Id="rId225" Type="http://schemas.openxmlformats.org/officeDocument/2006/relationships/customXml" Target="../ink/ink471.xml"/><Relationship Id="rId246" Type="http://schemas.openxmlformats.org/officeDocument/2006/relationships/image" Target="../media/image344.png"/><Relationship Id="rId267" Type="http://schemas.openxmlformats.org/officeDocument/2006/relationships/customXml" Target="../ink/ink492.xml"/><Relationship Id="rId106" Type="http://schemas.openxmlformats.org/officeDocument/2006/relationships/customXml" Target="../ink/ink411.xml"/><Relationship Id="rId127" Type="http://schemas.openxmlformats.org/officeDocument/2006/relationships/image" Target="../media/image285.png"/><Relationship Id="rId10" Type="http://schemas.openxmlformats.org/officeDocument/2006/relationships/image" Target="../media/image227.png"/><Relationship Id="rId31" Type="http://schemas.openxmlformats.org/officeDocument/2006/relationships/customXml" Target="../ink/ink373.xml"/><Relationship Id="rId52" Type="http://schemas.openxmlformats.org/officeDocument/2006/relationships/image" Target="../media/image248.png"/><Relationship Id="rId73" Type="http://schemas.openxmlformats.org/officeDocument/2006/relationships/customXml" Target="../ink/ink394.xml"/><Relationship Id="rId94" Type="http://schemas.openxmlformats.org/officeDocument/2006/relationships/image" Target="../media/image269.png"/><Relationship Id="rId148" Type="http://schemas.openxmlformats.org/officeDocument/2006/relationships/customXml" Target="../ink/ink432.xml"/><Relationship Id="rId169" Type="http://schemas.openxmlformats.org/officeDocument/2006/relationships/customXml" Target="../ink/ink443.xml"/><Relationship Id="rId4" Type="http://schemas.openxmlformats.org/officeDocument/2006/relationships/image" Target="../media/image224.png"/><Relationship Id="rId180" Type="http://schemas.openxmlformats.org/officeDocument/2006/relationships/image" Target="../media/image311.png"/><Relationship Id="rId215" Type="http://schemas.openxmlformats.org/officeDocument/2006/relationships/customXml" Target="../ink/ink466.xml"/><Relationship Id="rId236" Type="http://schemas.openxmlformats.org/officeDocument/2006/relationships/image" Target="../media/image339.png"/><Relationship Id="rId257" Type="http://schemas.openxmlformats.org/officeDocument/2006/relationships/customXml" Target="../ink/ink487.xml"/><Relationship Id="rId42" Type="http://schemas.openxmlformats.org/officeDocument/2006/relationships/image" Target="../media/image243.png"/><Relationship Id="rId84" Type="http://schemas.openxmlformats.org/officeDocument/2006/relationships/image" Target="../media/image264.png"/><Relationship Id="rId138" Type="http://schemas.openxmlformats.org/officeDocument/2006/relationships/customXml" Target="../ink/ink427.xml"/><Relationship Id="rId191" Type="http://schemas.openxmlformats.org/officeDocument/2006/relationships/customXml" Target="../ink/ink454.xml"/><Relationship Id="rId205" Type="http://schemas.openxmlformats.org/officeDocument/2006/relationships/customXml" Target="../ink/ink461.xml"/><Relationship Id="rId247" Type="http://schemas.openxmlformats.org/officeDocument/2006/relationships/customXml" Target="../ink/ink48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50.xml"/><Relationship Id="rId299" Type="http://schemas.openxmlformats.org/officeDocument/2006/relationships/image" Target="../media/image503.png"/><Relationship Id="rId21" Type="http://schemas.openxmlformats.org/officeDocument/2006/relationships/customXml" Target="../ink/ink502.xml"/><Relationship Id="rId63" Type="http://schemas.openxmlformats.org/officeDocument/2006/relationships/customXml" Target="../ink/ink523.xml"/><Relationship Id="rId159" Type="http://schemas.openxmlformats.org/officeDocument/2006/relationships/image" Target="../media/image434.png"/><Relationship Id="rId170" Type="http://schemas.openxmlformats.org/officeDocument/2006/relationships/customXml" Target="../ink/ink577.xml"/><Relationship Id="rId226" Type="http://schemas.openxmlformats.org/officeDocument/2006/relationships/customXml" Target="../ink/ink605.xml"/><Relationship Id="rId268" Type="http://schemas.openxmlformats.org/officeDocument/2006/relationships/customXml" Target="../ink/ink626.xml"/><Relationship Id="rId32" Type="http://schemas.openxmlformats.org/officeDocument/2006/relationships/image" Target="../media/image371.png"/><Relationship Id="rId74" Type="http://schemas.openxmlformats.org/officeDocument/2006/relationships/image" Target="../media/image392.png"/><Relationship Id="rId128" Type="http://schemas.openxmlformats.org/officeDocument/2006/relationships/image" Target="../media/image419.png"/><Relationship Id="rId5" Type="http://schemas.openxmlformats.org/officeDocument/2006/relationships/customXml" Target="../ink/ink494.xml"/><Relationship Id="rId181" Type="http://schemas.openxmlformats.org/officeDocument/2006/relationships/image" Target="../media/image445.png"/><Relationship Id="rId237" Type="http://schemas.openxmlformats.org/officeDocument/2006/relationships/image" Target="../media/image473.png"/><Relationship Id="rId279" Type="http://schemas.openxmlformats.org/officeDocument/2006/relationships/image" Target="../media/image493.png"/><Relationship Id="rId43" Type="http://schemas.openxmlformats.org/officeDocument/2006/relationships/customXml" Target="../ink/ink513.xml"/><Relationship Id="rId139" Type="http://schemas.openxmlformats.org/officeDocument/2006/relationships/image" Target="../media/image424.png"/><Relationship Id="rId290" Type="http://schemas.openxmlformats.org/officeDocument/2006/relationships/customXml" Target="../ink/ink637.xml"/><Relationship Id="rId304" Type="http://schemas.openxmlformats.org/officeDocument/2006/relationships/customXml" Target="../ink/ink644.xml"/><Relationship Id="rId85" Type="http://schemas.openxmlformats.org/officeDocument/2006/relationships/customXml" Target="../ink/ink534.xml"/><Relationship Id="rId150" Type="http://schemas.openxmlformats.org/officeDocument/2006/relationships/customXml" Target="../ink/ink567.xml"/><Relationship Id="rId192" Type="http://schemas.openxmlformats.org/officeDocument/2006/relationships/customXml" Target="../ink/ink588.xml"/><Relationship Id="rId206" Type="http://schemas.openxmlformats.org/officeDocument/2006/relationships/customXml" Target="../ink/ink595.xml"/><Relationship Id="rId248" Type="http://schemas.openxmlformats.org/officeDocument/2006/relationships/customXml" Target="../ink/ink616.xml"/><Relationship Id="rId12" Type="http://schemas.openxmlformats.org/officeDocument/2006/relationships/image" Target="../media/image361.png"/><Relationship Id="rId108" Type="http://schemas.openxmlformats.org/officeDocument/2006/relationships/image" Target="../media/image409.png"/><Relationship Id="rId315" Type="http://schemas.openxmlformats.org/officeDocument/2006/relationships/image" Target="../media/image511.png"/><Relationship Id="rId54" Type="http://schemas.openxmlformats.org/officeDocument/2006/relationships/image" Target="../media/image382.png"/><Relationship Id="rId96" Type="http://schemas.openxmlformats.org/officeDocument/2006/relationships/image" Target="../media/image403.png"/><Relationship Id="rId161" Type="http://schemas.openxmlformats.org/officeDocument/2006/relationships/image" Target="../media/image435.png"/><Relationship Id="rId217" Type="http://schemas.openxmlformats.org/officeDocument/2006/relationships/image" Target="../media/image463.png"/><Relationship Id="rId259" Type="http://schemas.openxmlformats.org/officeDocument/2006/relationships/image" Target="../media/image484.png"/><Relationship Id="rId23" Type="http://schemas.openxmlformats.org/officeDocument/2006/relationships/customXml" Target="../ink/ink503.xml"/><Relationship Id="rId119" Type="http://schemas.openxmlformats.org/officeDocument/2006/relationships/customXml" Target="../ink/ink551.xml"/><Relationship Id="rId270" Type="http://schemas.openxmlformats.org/officeDocument/2006/relationships/customXml" Target="../ink/ink627.xml"/><Relationship Id="rId65" Type="http://schemas.openxmlformats.org/officeDocument/2006/relationships/customXml" Target="../ink/ink524.xml"/><Relationship Id="rId130" Type="http://schemas.openxmlformats.org/officeDocument/2006/relationships/image" Target="../media/image420.png"/><Relationship Id="rId172" Type="http://schemas.openxmlformats.org/officeDocument/2006/relationships/customXml" Target="../ink/ink578.xml"/><Relationship Id="rId228" Type="http://schemas.openxmlformats.org/officeDocument/2006/relationships/customXml" Target="../ink/ink606.xml"/><Relationship Id="rId13" Type="http://schemas.openxmlformats.org/officeDocument/2006/relationships/customXml" Target="../ink/ink498.xml"/><Relationship Id="rId109" Type="http://schemas.openxmlformats.org/officeDocument/2006/relationships/customXml" Target="../ink/ink546.xml"/><Relationship Id="rId260" Type="http://schemas.openxmlformats.org/officeDocument/2006/relationships/customXml" Target="../ink/ink622.xml"/><Relationship Id="rId281" Type="http://schemas.openxmlformats.org/officeDocument/2006/relationships/image" Target="../media/image494.png"/><Relationship Id="rId316" Type="http://schemas.openxmlformats.org/officeDocument/2006/relationships/customXml" Target="../ink/ink650.xml"/><Relationship Id="rId34" Type="http://schemas.openxmlformats.org/officeDocument/2006/relationships/image" Target="../media/image372.png"/><Relationship Id="rId55" Type="http://schemas.openxmlformats.org/officeDocument/2006/relationships/customXml" Target="../ink/ink519.xml"/><Relationship Id="rId76" Type="http://schemas.openxmlformats.org/officeDocument/2006/relationships/image" Target="../media/image393.png"/><Relationship Id="rId97" Type="http://schemas.openxmlformats.org/officeDocument/2006/relationships/customXml" Target="../ink/ink540.xml"/><Relationship Id="rId120" Type="http://schemas.openxmlformats.org/officeDocument/2006/relationships/image" Target="../media/image415.png"/><Relationship Id="rId141" Type="http://schemas.openxmlformats.org/officeDocument/2006/relationships/image" Target="../media/image425.png"/><Relationship Id="rId7" Type="http://schemas.openxmlformats.org/officeDocument/2006/relationships/customXml" Target="../ink/ink495.xml"/><Relationship Id="rId162" Type="http://schemas.openxmlformats.org/officeDocument/2006/relationships/customXml" Target="../ink/ink573.xml"/><Relationship Id="rId183" Type="http://schemas.openxmlformats.org/officeDocument/2006/relationships/image" Target="../media/image446.png"/><Relationship Id="rId218" Type="http://schemas.openxmlformats.org/officeDocument/2006/relationships/customXml" Target="../ink/ink601.xml"/><Relationship Id="rId239" Type="http://schemas.openxmlformats.org/officeDocument/2006/relationships/image" Target="../media/image474.png"/><Relationship Id="rId250" Type="http://schemas.openxmlformats.org/officeDocument/2006/relationships/customXml" Target="../ink/ink617.xml"/><Relationship Id="rId271" Type="http://schemas.openxmlformats.org/officeDocument/2006/relationships/image" Target="../media/image489.png"/><Relationship Id="rId292" Type="http://schemas.openxmlformats.org/officeDocument/2006/relationships/customXml" Target="../ink/ink638.xml"/><Relationship Id="rId306" Type="http://schemas.openxmlformats.org/officeDocument/2006/relationships/customXml" Target="../ink/ink645.xml"/><Relationship Id="rId24" Type="http://schemas.openxmlformats.org/officeDocument/2006/relationships/image" Target="../media/image367.png"/><Relationship Id="rId45" Type="http://schemas.openxmlformats.org/officeDocument/2006/relationships/customXml" Target="../ink/ink514.xml"/><Relationship Id="rId66" Type="http://schemas.openxmlformats.org/officeDocument/2006/relationships/image" Target="../media/image388.png"/><Relationship Id="rId87" Type="http://schemas.openxmlformats.org/officeDocument/2006/relationships/customXml" Target="../ink/ink535.xml"/><Relationship Id="rId110" Type="http://schemas.openxmlformats.org/officeDocument/2006/relationships/image" Target="../media/image410.png"/><Relationship Id="rId131" Type="http://schemas.openxmlformats.org/officeDocument/2006/relationships/customXml" Target="../ink/ink557.xml"/><Relationship Id="rId152" Type="http://schemas.openxmlformats.org/officeDocument/2006/relationships/customXml" Target="../ink/ink568.xml"/><Relationship Id="rId173" Type="http://schemas.openxmlformats.org/officeDocument/2006/relationships/image" Target="../media/image441.png"/><Relationship Id="rId194" Type="http://schemas.openxmlformats.org/officeDocument/2006/relationships/customXml" Target="../ink/ink589.xml"/><Relationship Id="rId208" Type="http://schemas.openxmlformats.org/officeDocument/2006/relationships/customXml" Target="../ink/ink596.xml"/><Relationship Id="rId229" Type="http://schemas.openxmlformats.org/officeDocument/2006/relationships/image" Target="../media/image469.png"/><Relationship Id="rId240" Type="http://schemas.openxmlformats.org/officeDocument/2006/relationships/customXml" Target="../ink/ink612.xml"/><Relationship Id="rId261" Type="http://schemas.openxmlformats.org/officeDocument/2006/relationships/image" Target="../media/image485.png"/><Relationship Id="rId14" Type="http://schemas.openxmlformats.org/officeDocument/2006/relationships/image" Target="../media/image362.png"/><Relationship Id="rId35" Type="http://schemas.openxmlformats.org/officeDocument/2006/relationships/customXml" Target="../ink/ink509.xml"/><Relationship Id="rId56" Type="http://schemas.openxmlformats.org/officeDocument/2006/relationships/image" Target="../media/image383.png"/><Relationship Id="rId77" Type="http://schemas.openxmlformats.org/officeDocument/2006/relationships/customXml" Target="../ink/ink530.xml"/><Relationship Id="rId100" Type="http://schemas.openxmlformats.org/officeDocument/2006/relationships/image" Target="../media/image405.png"/><Relationship Id="rId282" Type="http://schemas.openxmlformats.org/officeDocument/2006/relationships/customXml" Target="../ink/ink633.xml"/><Relationship Id="rId317" Type="http://schemas.openxmlformats.org/officeDocument/2006/relationships/image" Target="../media/image512.png"/><Relationship Id="rId8" Type="http://schemas.openxmlformats.org/officeDocument/2006/relationships/image" Target="../media/image359.png"/><Relationship Id="rId98" Type="http://schemas.openxmlformats.org/officeDocument/2006/relationships/image" Target="../media/image404.png"/><Relationship Id="rId121" Type="http://schemas.openxmlformats.org/officeDocument/2006/relationships/customXml" Target="../ink/ink552.xml"/><Relationship Id="rId142" Type="http://schemas.openxmlformats.org/officeDocument/2006/relationships/customXml" Target="../ink/ink563.xml"/><Relationship Id="rId163" Type="http://schemas.openxmlformats.org/officeDocument/2006/relationships/image" Target="../media/image436.png"/><Relationship Id="rId184" Type="http://schemas.openxmlformats.org/officeDocument/2006/relationships/customXml" Target="../ink/ink584.xml"/><Relationship Id="rId219" Type="http://schemas.openxmlformats.org/officeDocument/2006/relationships/image" Target="../media/image464.png"/><Relationship Id="rId230" Type="http://schemas.openxmlformats.org/officeDocument/2006/relationships/customXml" Target="../ink/ink607.xml"/><Relationship Id="rId251" Type="http://schemas.openxmlformats.org/officeDocument/2006/relationships/image" Target="../media/image480.png"/><Relationship Id="rId25" Type="http://schemas.openxmlformats.org/officeDocument/2006/relationships/customXml" Target="../ink/ink504.xml"/><Relationship Id="rId46" Type="http://schemas.openxmlformats.org/officeDocument/2006/relationships/image" Target="../media/image378.png"/><Relationship Id="rId67" Type="http://schemas.openxmlformats.org/officeDocument/2006/relationships/customXml" Target="../ink/ink525.xml"/><Relationship Id="rId272" Type="http://schemas.openxmlformats.org/officeDocument/2006/relationships/customXml" Target="../ink/ink628.xml"/><Relationship Id="rId293" Type="http://schemas.openxmlformats.org/officeDocument/2006/relationships/image" Target="../media/image500.png"/><Relationship Id="rId307" Type="http://schemas.openxmlformats.org/officeDocument/2006/relationships/image" Target="../media/image507.png"/><Relationship Id="rId88" Type="http://schemas.openxmlformats.org/officeDocument/2006/relationships/image" Target="../media/image399.png"/><Relationship Id="rId111" Type="http://schemas.openxmlformats.org/officeDocument/2006/relationships/customXml" Target="../ink/ink547.xml"/><Relationship Id="rId132" Type="http://schemas.openxmlformats.org/officeDocument/2006/relationships/customXml" Target="../ink/ink558.xml"/><Relationship Id="rId153" Type="http://schemas.openxmlformats.org/officeDocument/2006/relationships/image" Target="../media/image431.png"/><Relationship Id="rId174" Type="http://schemas.openxmlformats.org/officeDocument/2006/relationships/customXml" Target="../ink/ink579.xml"/><Relationship Id="rId195" Type="http://schemas.openxmlformats.org/officeDocument/2006/relationships/image" Target="../media/image452.png"/><Relationship Id="rId209" Type="http://schemas.openxmlformats.org/officeDocument/2006/relationships/image" Target="../media/image459.png"/><Relationship Id="rId220" Type="http://schemas.openxmlformats.org/officeDocument/2006/relationships/customXml" Target="../ink/ink602.xml"/><Relationship Id="rId241" Type="http://schemas.openxmlformats.org/officeDocument/2006/relationships/image" Target="../media/image475.png"/><Relationship Id="rId15" Type="http://schemas.openxmlformats.org/officeDocument/2006/relationships/customXml" Target="../ink/ink499.xml"/><Relationship Id="rId36" Type="http://schemas.openxmlformats.org/officeDocument/2006/relationships/image" Target="../media/image373.png"/><Relationship Id="rId57" Type="http://schemas.openxmlformats.org/officeDocument/2006/relationships/customXml" Target="../ink/ink520.xml"/><Relationship Id="rId262" Type="http://schemas.openxmlformats.org/officeDocument/2006/relationships/customXml" Target="../ink/ink623.xml"/><Relationship Id="rId283" Type="http://schemas.openxmlformats.org/officeDocument/2006/relationships/image" Target="../media/image495.png"/><Relationship Id="rId318" Type="http://schemas.openxmlformats.org/officeDocument/2006/relationships/customXml" Target="../ink/ink651.xml"/><Relationship Id="rId78" Type="http://schemas.openxmlformats.org/officeDocument/2006/relationships/image" Target="../media/image394.png"/><Relationship Id="rId99" Type="http://schemas.openxmlformats.org/officeDocument/2006/relationships/customXml" Target="../ink/ink541.xml"/><Relationship Id="rId101" Type="http://schemas.openxmlformats.org/officeDocument/2006/relationships/customXml" Target="../ink/ink542.xml"/><Relationship Id="rId122" Type="http://schemas.openxmlformats.org/officeDocument/2006/relationships/image" Target="../media/image416.png"/><Relationship Id="rId143" Type="http://schemas.openxmlformats.org/officeDocument/2006/relationships/image" Target="../media/image426.png"/><Relationship Id="rId164" Type="http://schemas.openxmlformats.org/officeDocument/2006/relationships/customXml" Target="../ink/ink574.xml"/><Relationship Id="rId185" Type="http://schemas.openxmlformats.org/officeDocument/2006/relationships/image" Target="../media/image447.png"/><Relationship Id="rId9" Type="http://schemas.openxmlformats.org/officeDocument/2006/relationships/customXml" Target="../ink/ink496.xml"/><Relationship Id="rId210" Type="http://schemas.openxmlformats.org/officeDocument/2006/relationships/customXml" Target="../ink/ink597.xml"/><Relationship Id="rId26" Type="http://schemas.openxmlformats.org/officeDocument/2006/relationships/image" Target="../media/image368.png"/><Relationship Id="rId231" Type="http://schemas.openxmlformats.org/officeDocument/2006/relationships/image" Target="../media/image470.png"/><Relationship Id="rId252" Type="http://schemas.openxmlformats.org/officeDocument/2006/relationships/customXml" Target="../ink/ink618.xml"/><Relationship Id="rId273" Type="http://schemas.openxmlformats.org/officeDocument/2006/relationships/image" Target="../media/image490.png"/><Relationship Id="rId294" Type="http://schemas.openxmlformats.org/officeDocument/2006/relationships/customXml" Target="../ink/ink639.xml"/><Relationship Id="rId308" Type="http://schemas.openxmlformats.org/officeDocument/2006/relationships/customXml" Target="../ink/ink646.xml"/><Relationship Id="rId47" Type="http://schemas.openxmlformats.org/officeDocument/2006/relationships/customXml" Target="../ink/ink515.xml"/><Relationship Id="rId68" Type="http://schemas.openxmlformats.org/officeDocument/2006/relationships/image" Target="../media/image389.png"/><Relationship Id="rId89" Type="http://schemas.openxmlformats.org/officeDocument/2006/relationships/customXml" Target="../ink/ink536.xml"/><Relationship Id="rId112" Type="http://schemas.openxmlformats.org/officeDocument/2006/relationships/image" Target="../media/image411.png"/><Relationship Id="rId133" Type="http://schemas.openxmlformats.org/officeDocument/2006/relationships/image" Target="../media/image421.png"/><Relationship Id="rId154" Type="http://schemas.openxmlformats.org/officeDocument/2006/relationships/customXml" Target="../ink/ink569.xml"/><Relationship Id="rId175" Type="http://schemas.openxmlformats.org/officeDocument/2006/relationships/image" Target="../media/image442.png"/><Relationship Id="rId196" Type="http://schemas.openxmlformats.org/officeDocument/2006/relationships/customXml" Target="../ink/ink590.xml"/><Relationship Id="rId200" Type="http://schemas.openxmlformats.org/officeDocument/2006/relationships/customXml" Target="../ink/ink592.xml"/><Relationship Id="rId16" Type="http://schemas.openxmlformats.org/officeDocument/2006/relationships/image" Target="../media/image363.png"/><Relationship Id="rId221" Type="http://schemas.openxmlformats.org/officeDocument/2006/relationships/image" Target="../media/image465.png"/><Relationship Id="rId242" Type="http://schemas.openxmlformats.org/officeDocument/2006/relationships/customXml" Target="../ink/ink613.xml"/><Relationship Id="rId263" Type="http://schemas.openxmlformats.org/officeDocument/2006/relationships/image" Target="../media/image486.png"/><Relationship Id="rId284" Type="http://schemas.openxmlformats.org/officeDocument/2006/relationships/customXml" Target="../ink/ink634.xml"/><Relationship Id="rId319" Type="http://schemas.openxmlformats.org/officeDocument/2006/relationships/image" Target="../media/image513.png"/><Relationship Id="rId37" Type="http://schemas.openxmlformats.org/officeDocument/2006/relationships/customXml" Target="../ink/ink510.xml"/><Relationship Id="rId58" Type="http://schemas.openxmlformats.org/officeDocument/2006/relationships/image" Target="../media/image384.png"/><Relationship Id="rId79" Type="http://schemas.openxmlformats.org/officeDocument/2006/relationships/customXml" Target="../ink/ink531.xml"/><Relationship Id="rId102" Type="http://schemas.openxmlformats.org/officeDocument/2006/relationships/image" Target="../media/image406.png"/><Relationship Id="rId123" Type="http://schemas.openxmlformats.org/officeDocument/2006/relationships/customXml" Target="../ink/ink553.xml"/><Relationship Id="rId144" Type="http://schemas.openxmlformats.org/officeDocument/2006/relationships/customXml" Target="../ink/ink564.xml"/><Relationship Id="rId90" Type="http://schemas.openxmlformats.org/officeDocument/2006/relationships/image" Target="../media/image400.png"/><Relationship Id="rId165" Type="http://schemas.openxmlformats.org/officeDocument/2006/relationships/image" Target="../media/image437.png"/><Relationship Id="rId186" Type="http://schemas.openxmlformats.org/officeDocument/2006/relationships/customXml" Target="../ink/ink585.xml"/><Relationship Id="rId211" Type="http://schemas.openxmlformats.org/officeDocument/2006/relationships/image" Target="../media/image460.png"/><Relationship Id="rId232" Type="http://schemas.openxmlformats.org/officeDocument/2006/relationships/customXml" Target="../ink/ink608.xml"/><Relationship Id="rId253" Type="http://schemas.openxmlformats.org/officeDocument/2006/relationships/image" Target="../media/image481.png"/><Relationship Id="rId274" Type="http://schemas.openxmlformats.org/officeDocument/2006/relationships/customXml" Target="../ink/ink629.xml"/><Relationship Id="rId295" Type="http://schemas.openxmlformats.org/officeDocument/2006/relationships/image" Target="../media/image501.png"/><Relationship Id="rId309" Type="http://schemas.openxmlformats.org/officeDocument/2006/relationships/image" Target="../media/image508.png"/><Relationship Id="rId27" Type="http://schemas.openxmlformats.org/officeDocument/2006/relationships/customXml" Target="../ink/ink505.xml"/><Relationship Id="rId48" Type="http://schemas.openxmlformats.org/officeDocument/2006/relationships/image" Target="../media/image379.png"/><Relationship Id="rId69" Type="http://schemas.openxmlformats.org/officeDocument/2006/relationships/customXml" Target="../ink/ink526.xml"/><Relationship Id="rId113" Type="http://schemas.openxmlformats.org/officeDocument/2006/relationships/customXml" Target="../ink/ink548.xml"/><Relationship Id="rId134" Type="http://schemas.openxmlformats.org/officeDocument/2006/relationships/customXml" Target="../ink/ink559.xml"/><Relationship Id="rId80" Type="http://schemas.openxmlformats.org/officeDocument/2006/relationships/image" Target="../media/image395.png"/><Relationship Id="rId155" Type="http://schemas.openxmlformats.org/officeDocument/2006/relationships/image" Target="../media/image432.png"/><Relationship Id="rId176" Type="http://schemas.openxmlformats.org/officeDocument/2006/relationships/customXml" Target="../ink/ink580.xml"/><Relationship Id="rId197" Type="http://schemas.openxmlformats.org/officeDocument/2006/relationships/image" Target="../media/image453.png"/><Relationship Id="rId201" Type="http://schemas.openxmlformats.org/officeDocument/2006/relationships/image" Target="../media/image455.png"/><Relationship Id="rId222" Type="http://schemas.openxmlformats.org/officeDocument/2006/relationships/customXml" Target="../ink/ink603.xml"/><Relationship Id="rId243" Type="http://schemas.openxmlformats.org/officeDocument/2006/relationships/image" Target="../media/image476.png"/><Relationship Id="rId264" Type="http://schemas.openxmlformats.org/officeDocument/2006/relationships/customXml" Target="../ink/ink624.xml"/><Relationship Id="rId285" Type="http://schemas.openxmlformats.org/officeDocument/2006/relationships/image" Target="../media/image496.png"/><Relationship Id="rId17" Type="http://schemas.openxmlformats.org/officeDocument/2006/relationships/customXml" Target="../ink/ink500.xml"/><Relationship Id="rId38" Type="http://schemas.openxmlformats.org/officeDocument/2006/relationships/image" Target="../media/image374.png"/><Relationship Id="rId59" Type="http://schemas.openxmlformats.org/officeDocument/2006/relationships/customXml" Target="../ink/ink521.xml"/><Relationship Id="rId103" Type="http://schemas.openxmlformats.org/officeDocument/2006/relationships/customXml" Target="../ink/ink543.xml"/><Relationship Id="rId124" Type="http://schemas.openxmlformats.org/officeDocument/2006/relationships/image" Target="../media/image417.png"/><Relationship Id="rId310" Type="http://schemas.openxmlformats.org/officeDocument/2006/relationships/customXml" Target="../ink/ink647.xml"/><Relationship Id="rId70" Type="http://schemas.openxmlformats.org/officeDocument/2006/relationships/image" Target="../media/image390.png"/><Relationship Id="rId91" Type="http://schemas.openxmlformats.org/officeDocument/2006/relationships/customXml" Target="../ink/ink537.xml"/><Relationship Id="rId145" Type="http://schemas.openxmlformats.org/officeDocument/2006/relationships/image" Target="../media/image427.png"/><Relationship Id="rId166" Type="http://schemas.openxmlformats.org/officeDocument/2006/relationships/customXml" Target="../ink/ink575.xml"/><Relationship Id="rId187" Type="http://schemas.openxmlformats.org/officeDocument/2006/relationships/image" Target="../media/image44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98.xml"/><Relationship Id="rId233" Type="http://schemas.openxmlformats.org/officeDocument/2006/relationships/image" Target="../media/image471.png"/><Relationship Id="rId254" Type="http://schemas.openxmlformats.org/officeDocument/2006/relationships/customXml" Target="../ink/ink619.xml"/><Relationship Id="rId28" Type="http://schemas.openxmlformats.org/officeDocument/2006/relationships/image" Target="../media/image369.png"/><Relationship Id="rId49" Type="http://schemas.openxmlformats.org/officeDocument/2006/relationships/customXml" Target="../ink/ink516.xml"/><Relationship Id="rId114" Type="http://schemas.openxmlformats.org/officeDocument/2006/relationships/image" Target="../media/image412.png"/><Relationship Id="rId275" Type="http://schemas.openxmlformats.org/officeDocument/2006/relationships/image" Target="../media/image491.png"/><Relationship Id="rId296" Type="http://schemas.openxmlformats.org/officeDocument/2006/relationships/customXml" Target="../ink/ink640.xml"/><Relationship Id="rId300" Type="http://schemas.openxmlformats.org/officeDocument/2006/relationships/customXml" Target="../ink/ink642.xml"/><Relationship Id="rId60" Type="http://schemas.openxmlformats.org/officeDocument/2006/relationships/image" Target="../media/image385.png"/><Relationship Id="rId81" Type="http://schemas.openxmlformats.org/officeDocument/2006/relationships/customXml" Target="../ink/ink532.xml"/><Relationship Id="rId135" Type="http://schemas.openxmlformats.org/officeDocument/2006/relationships/image" Target="../media/image422.png"/><Relationship Id="rId156" Type="http://schemas.openxmlformats.org/officeDocument/2006/relationships/customXml" Target="../ink/ink570.xml"/><Relationship Id="rId177" Type="http://schemas.openxmlformats.org/officeDocument/2006/relationships/image" Target="../media/image443.png"/><Relationship Id="rId198" Type="http://schemas.openxmlformats.org/officeDocument/2006/relationships/customXml" Target="../ink/ink591.xml"/><Relationship Id="rId202" Type="http://schemas.openxmlformats.org/officeDocument/2006/relationships/customXml" Target="../ink/ink593.xml"/><Relationship Id="rId223" Type="http://schemas.openxmlformats.org/officeDocument/2006/relationships/image" Target="../media/image466.png"/><Relationship Id="rId244" Type="http://schemas.openxmlformats.org/officeDocument/2006/relationships/customXml" Target="../ink/ink614.xml"/><Relationship Id="rId18" Type="http://schemas.openxmlformats.org/officeDocument/2006/relationships/image" Target="../media/image364.png"/><Relationship Id="rId39" Type="http://schemas.openxmlformats.org/officeDocument/2006/relationships/customXml" Target="../ink/ink511.xml"/><Relationship Id="rId265" Type="http://schemas.openxmlformats.org/officeDocument/2006/relationships/image" Target="../media/image487.png"/><Relationship Id="rId286" Type="http://schemas.openxmlformats.org/officeDocument/2006/relationships/customXml" Target="../ink/ink635.xml"/><Relationship Id="rId50" Type="http://schemas.openxmlformats.org/officeDocument/2006/relationships/image" Target="../media/image380.png"/><Relationship Id="rId104" Type="http://schemas.openxmlformats.org/officeDocument/2006/relationships/image" Target="../media/image407.png"/><Relationship Id="rId125" Type="http://schemas.openxmlformats.org/officeDocument/2006/relationships/customXml" Target="../ink/ink554.xml"/><Relationship Id="rId146" Type="http://schemas.openxmlformats.org/officeDocument/2006/relationships/customXml" Target="../ink/ink565.xml"/><Relationship Id="rId167" Type="http://schemas.openxmlformats.org/officeDocument/2006/relationships/image" Target="../media/image438.png"/><Relationship Id="rId188" Type="http://schemas.openxmlformats.org/officeDocument/2006/relationships/customXml" Target="../ink/ink586.xml"/><Relationship Id="rId311" Type="http://schemas.openxmlformats.org/officeDocument/2006/relationships/image" Target="../media/image509.png"/><Relationship Id="rId71" Type="http://schemas.openxmlformats.org/officeDocument/2006/relationships/customXml" Target="../ink/ink527.xml"/><Relationship Id="rId92" Type="http://schemas.openxmlformats.org/officeDocument/2006/relationships/image" Target="../media/image401.png"/><Relationship Id="rId213" Type="http://schemas.openxmlformats.org/officeDocument/2006/relationships/image" Target="../media/image461.png"/><Relationship Id="rId234" Type="http://schemas.openxmlformats.org/officeDocument/2006/relationships/customXml" Target="../ink/ink609.xml"/><Relationship Id="rId2" Type="http://schemas.openxmlformats.org/officeDocument/2006/relationships/image" Target="../media/image6.emf"/><Relationship Id="rId29" Type="http://schemas.openxmlformats.org/officeDocument/2006/relationships/customXml" Target="../ink/ink506.xml"/><Relationship Id="rId255" Type="http://schemas.openxmlformats.org/officeDocument/2006/relationships/image" Target="../media/image482.png"/><Relationship Id="rId276" Type="http://schemas.openxmlformats.org/officeDocument/2006/relationships/customXml" Target="../ink/ink630.xml"/><Relationship Id="rId297" Type="http://schemas.openxmlformats.org/officeDocument/2006/relationships/image" Target="../media/image502.png"/><Relationship Id="rId40" Type="http://schemas.openxmlformats.org/officeDocument/2006/relationships/image" Target="../media/image375.png"/><Relationship Id="rId115" Type="http://schemas.openxmlformats.org/officeDocument/2006/relationships/customXml" Target="../ink/ink549.xml"/><Relationship Id="rId136" Type="http://schemas.openxmlformats.org/officeDocument/2006/relationships/customXml" Target="../ink/ink560.xml"/><Relationship Id="rId157" Type="http://schemas.openxmlformats.org/officeDocument/2006/relationships/image" Target="../media/image433.png"/><Relationship Id="rId178" Type="http://schemas.openxmlformats.org/officeDocument/2006/relationships/customXml" Target="../ink/ink581.xml"/><Relationship Id="rId301" Type="http://schemas.openxmlformats.org/officeDocument/2006/relationships/image" Target="../media/image504.png"/><Relationship Id="rId61" Type="http://schemas.openxmlformats.org/officeDocument/2006/relationships/customXml" Target="../ink/ink522.xml"/><Relationship Id="rId82" Type="http://schemas.openxmlformats.org/officeDocument/2006/relationships/image" Target="../media/image396.png"/><Relationship Id="rId199" Type="http://schemas.openxmlformats.org/officeDocument/2006/relationships/image" Target="../media/image454.png"/><Relationship Id="rId203" Type="http://schemas.openxmlformats.org/officeDocument/2006/relationships/image" Target="../media/image456.png"/><Relationship Id="rId19" Type="http://schemas.openxmlformats.org/officeDocument/2006/relationships/customXml" Target="../ink/ink501.xml"/><Relationship Id="rId224" Type="http://schemas.openxmlformats.org/officeDocument/2006/relationships/customXml" Target="../ink/ink604.xml"/><Relationship Id="rId245" Type="http://schemas.openxmlformats.org/officeDocument/2006/relationships/image" Target="../media/image477.png"/><Relationship Id="rId266" Type="http://schemas.openxmlformats.org/officeDocument/2006/relationships/customXml" Target="../ink/ink625.xml"/><Relationship Id="rId287" Type="http://schemas.openxmlformats.org/officeDocument/2006/relationships/image" Target="../media/image497.png"/><Relationship Id="rId30" Type="http://schemas.openxmlformats.org/officeDocument/2006/relationships/image" Target="../media/image370.png"/><Relationship Id="rId105" Type="http://schemas.openxmlformats.org/officeDocument/2006/relationships/customXml" Target="../ink/ink544.xml"/><Relationship Id="rId126" Type="http://schemas.openxmlformats.org/officeDocument/2006/relationships/image" Target="../media/image418.png"/><Relationship Id="rId147" Type="http://schemas.openxmlformats.org/officeDocument/2006/relationships/image" Target="../media/image428.png"/><Relationship Id="rId168" Type="http://schemas.openxmlformats.org/officeDocument/2006/relationships/customXml" Target="../ink/ink576.xml"/><Relationship Id="rId312" Type="http://schemas.openxmlformats.org/officeDocument/2006/relationships/customXml" Target="../ink/ink648.xml"/><Relationship Id="rId51" Type="http://schemas.openxmlformats.org/officeDocument/2006/relationships/customXml" Target="../ink/ink517.xml"/><Relationship Id="rId72" Type="http://schemas.openxmlformats.org/officeDocument/2006/relationships/image" Target="../media/image391.png"/><Relationship Id="rId93" Type="http://schemas.openxmlformats.org/officeDocument/2006/relationships/customXml" Target="../ink/ink538.xml"/><Relationship Id="rId189" Type="http://schemas.openxmlformats.org/officeDocument/2006/relationships/image" Target="../media/image449.png"/><Relationship Id="rId3" Type="http://schemas.openxmlformats.org/officeDocument/2006/relationships/customXml" Target="../ink/ink493.xml"/><Relationship Id="rId214" Type="http://schemas.openxmlformats.org/officeDocument/2006/relationships/customXml" Target="../ink/ink599.xml"/><Relationship Id="rId235" Type="http://schemas.openxmlformats.org/officeDocument/2006/relationships/image" Target="../media/image472.png"/><Relationship Id="rId256" Type="http://schemas.openxmlformats.org/officeDocument/2006/relationships/customXml" Target="../ink/ink620.xml"/><Relationship Id="rId277" Type="http://schemas.openxmlformats.org/officeDocument/2006/relationships/image" Target="../media/image492.png"/><Relationship Id="rId298" Type="http://schemas.openxmlformats.org/officeDocument/2006/relationships/customXml" Target="../ink/ink641.xml"/><Relationship Id="rId116" Type="http://schemas.openxmlformats.org/officeDocument/2006/relationships/image" Target="../media/image413.png"/><Relationship Id="rId137" Type="http://schemas.openxmlformats.org/officeDocument/2006/relationships/image" Target="../media/image423.png"/><Relationship Id="rId158" Type="http://schemas.openxmlformats.org/officeDocument/2006/relationships/customXml" Target="../ink/ink571.xml"/><Relationship Id="rId302" Type="http://schemas.openxmlformats.org/officeDocument/2006/relationships/customXml" Target="../ink/ink643.xml"/><Relationship Id="rId20" Type="http://schemas.openxmlformats.org/officeDocument/2006/relationships/image" Target="../media/image365.png"/><Relationship Id="rId41" Type="http://schemas.openxmlformats.org/officeDocument/2006/relationships/customXml" Target="../ink/ink512.xml"/><Relationship Id="rId62" Type="http://schemas.openxmlformats.org/officeDocument/2006/relationships/image" Target="../media/image386.png"/><Relationship Id="rId83" Type="http://schemas.openxmlformats.org/officeDocument/2006/relationships/customXml" Target="../ink/ink533.xml"/><Relationship Id="rId179" Type="http://schemas.openxmlformats.org/officeDocument/2006/relationships/image" Target="../media/image444.png"/><Relationship Id="rId190" Type="http://schemas.openxmlformats.org/officeDocument/2006/relationships/customXml" Target="../ink/ink587.xml"/><Relationship Id="rId204" Type="http://schemas.openxmlformats.org/officeDocument/2006/relationships/customXml" Target="../ink/ink594.xml"/><Relationship Id="rId225" Type="http://schemas.openxmlformats.org/officeDocument/2006/relationships/image" Target="../media/image467.png"/><Relationship Id="rId246" Type="http://schemas.openxmlformats.org/officeDocument/2006/relationships/customXml" Target="../ink/ink615.xml"/><Relationship Id="rId267" Type="http://schemas.openxmlformats.org/officeDocument/2006/relationships/image" Target="../media/image356.png"/><Relationship Id="rId288" Type="http://schemas.openxmlformats.org/officeDocument/2006/relationships/customXml" Target="../ink/ink636.xml"/><Relationship Id="rId106" Type="http://schemas.openxmlformats.org/officeDocument/2006/relationships/image" Target="../media/image408.png"/><Relationship Id="rId127" Type="http://schemas.openxmlformats.org/officeDocument/2006/relationships/customXml" Target="../ink/ink555.xml"/><Relationship Id="rId313" Type="http://schemas.openxmlformats.org/officeDocument/2006/relationships/image" Target="../media/image510.png"/><Relationship Id="rId10" Type="http://schemas.openxmlformats.org/officeDocument/2006/relationships/image" Target="../media/image360.png"/><Relationship Id="rId31" Type="http://schemas.openxmlformats.org/officeDocument/2006/relationships/customXml" Target="../ink/ink507.xml"/><Relationship Id="rId52" Type="http://schemas.openxmlformats.org/officeDocument/2006/relationships/image" Target="../media/image381.png"/><Relationship Id="rId73" Type="http://schemas.openxmlformats.org/officeDocument/2006/relationships/customXml" Target="../ink/ink528.xml"/><Relationship Id="rId94" Type="http://schemas.openxmlformats.org/officeDocument/2006/relationships/image" Target="../media/image402.png"/><Relationship Id="rId148" Type="http://schemas.openxmlformats.org/officeDocument/2006/relationships/customXml" Target="../ink/ink566.xml"/><Relationship Id="rId169" Type="http://schemas.openxmlformats.org/officeDocument/2006/relationships/image" Target="../media/image439.png"/><Relationship Id="rId4" Type="http://schemas.openxmlformats.org/officeDocument/2006/relationships/image" Target="../media/image357.png"/><Relationship Id="rId180" Type="http://schemas.openxmlformats.org/officeDocument/2006/relationships/customXml" Target="../ink/ink582.xml"/><Relationship Id="rId215" Type="http://schemas.openxmlformats.org/officeDocument/2006/relationships/image" Target="../media/image462.png"/><Relationship Id="rId236" Type="http://schemas.openxmlformats.org/officeDocument/2006/relationships/customXml" Target="../ink/ink610.xml"/><Relationship Id="rId257" Type="http://schemas.openxmlformats.org/officeDocument/2006/relationships/image" Target="../media/image483.png"/><Relationship Id="rId278" Type="http://schemas.openxmlformats.org/officeDocument/2006/relationships/customXml" Target="../ink/ink631.xml"/><Relationship Id="rId303" Type="http://schemas.openxmlformats.org/officeDocument/2006/relationships/image" Target="../media/image505.png"/><Relationship Id="rId42" Type="http://schemas.openxmlformats.org/officeDocument/2006/relationships/image" Target="../media/image376.png"/><Relationship Id="rId84" Type="http://schemas.openxmlformats.org/officeDocument/2006/relationships/image" Target="../media/image397.png"/><Relationship Id="rId138" Type="http://schemas.openxmlformats.org/officeDocument/2006/relationships/customXml" Target="../ink/ink561.xml"/><Relationship Id="rId191" Type="http://schemas.openxmlformats.org/officeDocument/2006/relationships/image" Target="../media/image450.png"/><Relationship Id="rId205" Type="http://schemas.openxmlformats.org/officeDocument/2006/relationships/image" Target="../media/image457.png"/><Relationship Id="rId247" Type="http://schemas.openxmlformats.org/officeDocument/2006/relationships/image" Target="../media/image478.png"/><Relationship Id="rId107" Type="http://schemas.openxmlformats.org/officeDocument/2006/relationships/customXml" Target="../ink/ink545.xml"/><Relationship Id="rId289" Type="http://schemas.openxmlformats.org/officeDocument/2006/relationships/image" Target="../media/image498.png"/><Relationship Id="rId11" Type="http://schemas.openxmlformats.org/officeDocument/2006/relationships/customXml" Target="../ink/ink497.xml"/><Relationship Id="rId53" Type="http://schemas.openxmlformats.org/officeDocument/2006/relationships/customXml" Target="../ink/ink518.xml"/><Relationship Id="rId149" Type="http://schemas.openxmlformats.org/officeDocument/2006/relationships/image" Target="../media/image429.png"/><Relationship Id="rId314" Type="http://schemas.openxmlformats.org/officeDocument/2006/relationships/customXml" Target="../ink/ink649.xml"/><Relationship Id="rId95" Type="http://schemas.openxmlformats.org/officeDocument/2006/relationships/customXml" Target="../ink/ink539.xml"/><Relationship Id="rId160" Type="http://schemas.openxmlformats.org/officeDocument/2006/relationships/customXml" Target="../ink/ink572.xml"/><Relationship Id="rId216" Type="http://schemas.openxmlformats.org/officeDocument/2006/relationships/customXml" Target="../ink/ink600.xml"/><Relationship Id="rId258" Type="http://schemas.openxmlformats.org/officeDocument/2006/relationships/customXml" Target="../ink/ink621.xml"/><Relationship Id="rId22" Type="http://schemas.openxmlformats.org/officeDocument/2006/relationships/image" Target="../media/image366.png"/><Relationship Id="rId64" Type="http://schemas.openxmlformats.org/officeDocument/2006/relationships/image" Target="../media/image387.png"/><Relationship Id="rId118" Type="http://schemas.openxmlformats.org/officeDocument/2006/relationships/image" Target="../media/image414.png"/><Relationship Id="rId171" Type="http://schemas.openxmlformats.org/officeDocument/2006/relationships/image" Target="../media/image440.png"/><Relationship Id="rId227" Type="http://schemas.openxmlformats.org/officeDocument/2006/relationships/image" Target="../media/image468.png"/><Relationship Id="rId269" Type="http://schemas.openxmlformats.org/officeDocument/2006/relationships/image" Target="../media/image488.png"/><Relationship Id="rId33" Type="http://schemas.openxmlformats.org/officeDocument/2006/relationships/customXml" Target="../ink/ink508.xml"/><Relationship Id="rId129" Type="http://schemas.openxmlformats.org/officeDocument/2006/relationships/customXml" Target="../ink/ink556.xml"/><Relationship Id="rId280" Type="http://schemas.openxmlformats.org/officeDocument/2006/relationships/customXml" Target="../ink/ink632.xml"/><Relationship Id="rId75" Type="http://schemas.openxmlformats.org/officeDocument/2006/relationships/customXml" Target="../ink/ink529.xml"/><Relationship Id="rId140" Type="http://schemas.openxmlformats.org/officeDocument/2006/relationships/customXml" Target="../ink/ink562.xml"/><Relationship Id="rId182" Type="http://schemas.openxmlformats.org/officeDocument/2006/relationships/customXml" Target="../ink/ink583.xml"/><Relationship Id="rId6" Type="http://schemas.openxmlformats.org/officeDocument/2006/relationships/image" Target="../media/image358.png"/><Relationship Id="rId238" Type="http://schemas.openxmlformats.org/officeDocument/2006/relationships/customXml" Target="../ink/ink611.xml"/><Relationship Id="rId291" Type="http://schemas.openxmlformats.org/officeDocument/2006/relationships/image" Target="../media/image499.png"/><Relationship Id="rId305" Type="http://schemas.openxmlformats.org/officeDocument/2006/relationships/image" Target="../media/image506.png"/><Relationship Id="rId44" Type="http://schemas.openxmlformats.org/officeDocument/2006/relationships/image" Target="../media/image377.png"/><Relationship Id="rId86" Type="http://schemas.openxmlformats.org/officeDocument/2006/relationships/image" Target="../media/image398.png"/><Relationship Id="rId151" Type="http://schemas.openxmlformats.org/officeDocument/2006/relationships/image" Target="../media/image430.png"/><Relationship Id="rId193" Type="http://schemas.openxmlformats.org/officeDocument/2006/relationships/image" Target="../media/image451.png"/><Relationship Id="rId207" Type="http://schemas.openxmlformats.org/officeDocument/2006/relationships/image" Target="../media/image458.png"/><Relationship Id="rId249" Type="http://schemas.openxmlformats.org/officeDocument/2006/relationships/image" Target="../media/image479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09.xml"/><Relationship Id="rId21" Type="http://schemas.openxmlformats.org/officeDocument/2006/relationships/customXml" Target="../ink/ink661.xml"/><Relationship Id="rId63" Type="http://schemas.openxmlformats.org/officeDocument/2006/relationships/customXml" Target="../ink/ink682.xml"/><Relationship Id="rId159" Type="http://schemas.openxmlformats.org/officeDocument/2006/relationships/customXml" Target="../ink/ink730.xml"/><Relationship Id="rId170" Type="http://schemas.openxmlformats.org/officeDocument/2006/relationships/image" Target="../media/image569.png"/><Relationship Id="rId226" Type="http://schemas.openxmlformats.org/officeDocument/2006/relationships/customXml" Target="../ink/ink764.xml"/><Relationship Id="rId268" Type="http://schemas.openxmlformats.org/officeDocument/2006/relationships/image" Target="../media/image617.png"/><Relationship Id="rId32" Type="http://schemas.openxmlformats.org/officeDocument/2006/relationships/image" Target="../media/image5000.png"/><Relationship Id="rId74" Type="http://schemas.openxmlformats.org/officeDocument/2006/relationships/image" Target="../media/image521.png"/><Relationship Id="rId128" Type="http://schemas.openxmlformats.org/officeDocument/2006/relationships/image" Target="../media/image548.png"/><Relationship Id="rId5" Type="http://schemas.openxmlformats.org/officeDocument/2006/relationships/customXml" Target="../ink/ink653.xml"/><Relationship Id="rId95" Type="http://schemas.openxmlformats.org/officeDocument/2006/relationships/customXml" Target="../ink/ink698.xml"/><Relationship Id="rId160" Type="http://schemas.openxmlformats.org/officeDocument/2006/relationships/image" Target="../media/image564.png"/><Relationship Id="rId181" Type="http://schemas.openxmlformats.org/officeDocument/2006/relationships/image" Target="../media/image574.png"/><Relationship Id="rId216" Type="http://schemas.openxmlformats.org/officeDocument/2006/relationships/customXml" Target="../ink/ink759.xml"/><Relationship Id="rId237" Type="http://schemas.openxmlformats.org/officeDocument/2006/relationships/image" Target="../media/image602.png"/><Relationship Id="rId258" Type="http://schemas.openxmlformats.org/officeDocument/2006/relationships/image" Target="../media/image612.png"/><Relationship Id="rId22" Type="http://schemas.openxmlformats.org/officeDocument/2006/relationships/image" Target="../media/image54.png"/><Relationship Id="rId43" Type="http://schemas.openxmlformats.org/officeDocument/2006/relationships/customXml" Target="../ink/ink672.xml"/><Relationship Id="rId64" Type="http://schemas.openxmlformats.org/officeDocument/2006/relationships/image" Target="../media/image516.png"/><Relationship Id="rId118" Type="http://schemas.openxmlformats.org/officeDocument/2006/relationships/image" Target="../media/image543.png"/><Relationship Id="rId139" Type="http://schemas.openxmlformats.org/officeDocument/2006/relationships/customXml" Target="../ink/ink720.xml"/><Relationship Id="rId85" Type="http://schemas.openxmlformats.org/officeDocument/2006/relationships/customXml" Target="../ink/ink693.xml"/><Relationship Id="rId150" Type="http://schemas.openxmlformats.org/officeDocument/2006/relationships/image" Target="../media/image559.png"/><Relationship Id="rId171" Type="http://schemas.openxmlformats.org/officeDocument/2006/relationships/customXml" Target="../ink/ink736.xml"/><Relationship Id="rId192" Type="http://schemas.openxmlformats.org/officeDocument/2006/relationships/customXml" Target="../ink/ink747.xml"/><Relationship Id="rId206" Type="http://schemas.openxmlformats.org/officeDocument/2006/relationships/customXml" Target="../ink/ink754.xml"/><Relationship Id="rId227" Type="http://schemas.openxmlformats.org/officeDocument/2006/relationships/image" Target="../media/image597.png"/><Relationship Id="rId248" Type="http://schemas.openxmlformats.org/officeDocument/2006/relationships/image" Target="../media/image607.png"/><Relationship Id="rId269" Type="http://schemas.openxmlformats.org/officeDocument/2006/relationships/customXml" Target="../ink/ink786.xml"/><Relationship Id="rId12" Type="http://schemas.openxmlformats.org/officeDocument/2006/relationships/image" Target="../media/image56.png"/><Relationship Id="rId33" Type="http://schemas.openxmlformats.org/officeDocument/2006/relationships/customXml" Target="../ink/ink667.xml"/><Relationship Id="rId108" Type="http://schemas.openxmlformats.org/officeDocument/2006/relationships/image" Target="../media/image538.png"/><Relationship Id="rId129" Type="http://schemas.openxmlformats.org/officeDocument/2006/relationships/customXml" Target="../ink/ink715.xml"/><Relationship Id="rId54" Type="http://schemas.openxmlformats.org/officeDocument/2006/relationships/image" Target="../media/image5111.png"/><Relationship Id="rId75" Type="http://schemas.openxmlformats.org/officeDocument/2006/relationships/customXml" Target="../ink/ink688.xml"/><Relationship Id="rId96" Type="http://schemas.openxmlformats.org/officeDocument/2006/relationships/image" Target="../media/image532.png"/><Relationship Id="rId140" Type="http://schemas.openxmlformats.org/officeDocument/2006/relationships/image" Target="../media/image554.png"/><Relationship Id="rId161" Type="http://schemas.openxmlformats.org/officeDocument/2006/relationships/customXml" Target="../ink/ink731.xml"/><Relationship Id="rId182" Type="http://schemas.openxmlformats.org/officeDocument/2006/relationships/customXml" Target="../ink/ink742.xml"/><Relationship Id="rId217" Type="http://schemas.openxmlformats.org/officeDocument/2006/relationships/image" Target="../media/image592.png"/><Relationship Id="rId6" Type="http://schemas.openxmlformats.org/officeDocument/2006/relationships/image" Target="../media/image4890.png"/><Relationship Id="rId238" Type="http://schemas.openxmlformats.org/officeDocument/2006/relationships/customXml" Target="../ink/ink770.xml"/><Relationship Id="rId259" Type="http://schemas.openxmlformats.org/officeDocument/2006/relationships/customXml" Target="../ink/ink781.xml"/><Relationship Id="rId23" Type="http://schemas.openxmlformats.org/officeDocument/2006/relationships/customXml" Target="../ink/ink662.xml"/><Relationship Id="rId119" Type="http://schemas.openxmlformats.org/officeDocument/2006/relationships/customXml" Target="../ink/ink710.xml"/><Relationship Id="rId270" Type="http://schemas.openxmlformats.org/officeDocument/2006/relationships/image" Target="../media/image618.png"/><Relationship Id="rId44" Type="http://schemas.openxmlformats.org/officeDocument/2006/relationships/image" Target="../media/image5060.png"/><Relationship Id="rId65" Type="http://schemas.openxmlformats.org/officeDocument/2006/relationships/customXml" Target="../ink/ink683.xml"/><Relationship Id="rId86" Type="http://schemas.openxmlformats.org/officeDocument/2006/relationships/image" Target="../media/image527.png"/><Relationship Id="rId130" Type="http://schemas.openxmlformats.org/officeDocument/2006/relationships/image" Target="../media/image549.png"/><Relationship Id="rId151" Type="http://schemas.openxmlformats.org/officeDocument/2006/relationships/customXml" Target="../ink/ink726.xml"/><Relationship Id="rId172" Type="http://schemas.openxmlformats.org/officeDocument/2006/relationships/image" Target="../media/image570.png"/><Relationship Id="rId193" Type="http://schemas.openxmlformats.org/officeDocument/2006/relationships/image" Target="../media/image580.png"/><Relationship Id="rId207" Type="http://schemas.openxmlformats.org/officeDocument/2006/relationships/image" Target="../media/image587.png"/><Relationship Id="rId228" Type="http://schemas.openxmlformats.org/officeDocument/2006/relationships/customXml" Target="../ink/ink765.xml"/><Relationship Id="rId249" Type="http://schemas.openxmlformats.org/officeDocument/2006/relationships/customXml" Target="../ink/ink776.xml"/><Relationship Id="rId13" Type="http://schemas.openxmlformats.org/officeDocument/2006/relationships/customXml" Target="../ink/ink657.xml"/><Relationship Id="rId109" Type="http://schemas.openxmlformats.org/officeDocument/2006/relationships/customXml" Target="../ink/ink705.xml"/><Relationship Id="rId260" Type="http://schemas.openxmlformats.org/officeDocument/2006/relationships/image" Target="../media/image613.png"/><Relationship Id="rId34" Type="http://schemas.openxmlformats.org/officeDocument/2006/relationships/image" Target="../media/image5011.png"/><Relationship Id="rId55" Type="http://schemas.openxmlformats.org/officeDocument/2006/relationships/customXml" Target="../ink/ink678.xml"/><Relationship Id="rId76" Type="http://schemas.openxmlformats.org/officeDocument/2006/relationships/image" Target="../media/image522.png"/><Relationship Id="rId97" Type="http://schemas.openxmlformats.org/officeDocument/2006/relationships/customXml" Target="../ink/ink699.xml"/><Relationship Id="rId120" Type="http://schemas.openxmlformats.org/officeDocument/2006/relationships/image" Target="../media/image544.png"/><Relationship Id="rId141" Type="http://schemas.openxmlformats.org/officeDocument/2006/relationships/customXml" Target="../ink/ink721.xml"/><Relationship Id="rId7" Type="http://schemas.openxmlformats.org/officeDocument/2006/relationships/customXml" Target="../ink/ink654.xml"/><Relationship Id="rId162" Type="http://schemas.openxmlformats.org/officeDocument/2006/relationships/image" Target="../media/image565.png"/><Relationship Id="rId183" Type="http://schemas.openxmlformats.org/officeDocument/2006/relationships/image" Target="../media/image575.png"/><Relationship Id="rId218" Type="http://schemas.openxmlformats.org/officeDocument/2006/relationships/customXml" Target="../ink/ink760.xml"/><Relationship Id="rId239" Type="http://schemas.openxmlformats.org/officeDocument/2006/relationships/image" Target="../media/image603.png"/><Relationship Id="rId250" Type="http://schemas.openxmlformats.org/officeDocument/2006/relationships/image" Target="../media/image608.png"/><Relationship Id="rId271" Type="http://schemas.openxmlformats.org/officeDocument/2006/relationships/customXml" Target="../ink/ink787.xml"/><Relationship Id="rId24" Type="http://schemas.openxmlformats.org/officeDocument/2006/relationships/image" Target="../media/image4960.png"/><Relationship Id="rId45" Type="http://schemas.openxmlformats.org/officeDocument/2006/relationships/customXml" Target="../ink/ink673.xml"/><Relationship Id="rId66" Type="http://schemas.openxmlformats.org/officeDocument/2006/relationships/image" Target="../media/image517.png"/><Relationship Id="rId87" Type="http://schemas.openxmlformats.org/officeDocument/2006/relationships/customXml" Target="../ink/ink694.xml"/><Relationship Id="rId110" Type="http://schemas.openxmlformats.org/officeDocument/2006/relationships/image" Target="../media/image539.png"/><Relationship Id="rId131" Type="http://schemas.openxmlformats.org/officeDocument/2006/relationships/customXml" Target="../ink/ink716.xml"/><Relationship Id="rId152" Type="http://schemas.openxmlformats.org/officeDocument/2006/relationships/image" Target="../media/image560.png"/><Relationship Id="rId173" Type="http://schemas.openxmlformats.org/officeDocument/2006/relationships/customXml" Target="../ink/ink737.xml"/><Relationship Id="rId194" Type="http://schemas.openxmlformats.org/officeDocument/2006/relationships/customXml" Target="../ink/ink748.xml"/><Relationship Id="rId208" Type="http://schemas.openxmlformats.org/officeDocument/2006/relationships/customXml" Target="../ink/ink755.xml"/><Relationship Id="rId229" Type="http://schemas.openxmlformats.org/officeDocument/2006/relationships/image" Target="../media/image598.png"/><Relationship Id="rId240" Type="http://schemas.openxmlformats.org/officeDocument/2006/relationships/customXml" Target="../ink/ink771.xml"/><Relationship Id="rId261" Type="http://schemas.openxmlformats.org/officeDocument/2006/relationships/customXml" Target="../ink/ink782.xml"/><Relationship Id="rId14" Type="http://schemas.openxmlformats.org/officeDocument/2006/relationships/image" Target="../media/image4920.png"/><Relationship Id="rId35" Type="http://schemas.openxmlformats.org/officeDocument/2006/relationships/customXml" Target="../ink/ink668.xml"/><Relationship Id="rId56" Type="http://schemas.openxmlformats.org/officeDocument/2006/relationships/image" Target="../media/image5120.png"/><Relationship Id="rId77" Type="http://schemas.openxmlformats.org/officeDocument/2006/relationships/customXml" Target="../ink/ink689.xml"/><Relationship Id="rId100" Type="http://schemas.openxmlformats.org/officeDocument/2006/relationships/image" Target="../media/image534.png"/><Relationship Id="rId8" Type="http://schemas.openxmlformats.org/officeDocument/2006/relationships/image" Target="../media/image4900.png"/><Relationship Id="rId98" Type="http://schemas.openxmlformats.org/officeDocument/2006/relationships/image" Target="../media/image533.png"/><Relationship Id="rId121" Type="http://schemas.openxmlformats.org/officeDocument/2006/relationships/customXml" Target="../ink/ink711.xml"/><Relationship Id="rId142" Type="http://schemas.openxmlformats.org/officeDocument/2006/relationships/image" Target="../media/image555.png"/><Relationship Id="rId163" Type="http://schemas.openxmlformats.org/officeDocument/2006/relationships/customXml" Target="../ink/ink732.xml"/><Relationship Id="rId184" Type="http://schemas.openxmlformats.org/officeDocument/2006/relationships/customXml" Target="../ink/ink743.xml"/><Relationship Id="rId219" Type="http://schemas.openxmlformats.org/officeDocument/2006/relationships/image" Target="../media/image593.png"/><Relationship Id="rId230" Type="http://schemas.openxmlformats.org/officeDocument/2006/relationships/customXml" Target="../ink/ink766.xml"/><Relationship Id="rId251" Type="http://schemas.openxmlformats.org/officeDocument/2006/relationships/customXml" Target="../ink/ink777.xml"/><Relationship Id="rId25" Type="http://schemas.openxmlformats.org/officeDocument/2006/relationships/customXml" Target="../ink/ink663.xml"/><Relationship Id="rId46" Type="http://schemas.openxmlformats.org/officeDocument/2006/relationships/image" Target="../media/image5070.png"/><Relationship Id="rId67" Type="http://schemas.openxmlformats.org/officeDocument/2006/relationships/customXml" Target="../ink/ink684.xml"/><Relationship Id="rId272" Type="http://schemas.openxmlformats.org/officeDocument/2006/relationships/image" Target="../media/image619.png"/><Relationship Id="rId88" Type="http://schemas.openxmlformats.org/officeDocument/2006/relationships/image" Target="../media/image528.png"/><Relationship Id="rId111" Type="http://schemas.openxmlformats.org/officeDocument/2006/relationships/customXml" Target="../ink/ink706.xml"/><Relationship Id="rId132" Type="http://schemas.openxmlformats.org/officeDocument/2006/relationships/image" Target="../media/image550.png"/><Relationship Id="rId153" Type="http://schemas.openxmlformats.org/officeDocument/2006/relationships/customXml" Target="../ink/ink727.xml"/><Relationship Id="rId174" Type="http://schemas.openxmlformats.org/officeDocument/2006/relationships/image" Target="../media/image571.png"/><Relationship Id="rId195" Type="http://schemas.openxmlformats.org/officeDocument/2006/relationships/image" Target="../media/image581.png"/><Relationship Id="rId209" Type="http://schemas.openxmlformats.org/officeDocument/2006/relationships/image" Target="../media/image588.png"/><Relationship Id="rId220" Type="http://schemas.openxmlformats.org/officeDocument/2006/relationships/customXml" Target="../ink/ink761.xml"/><Relationship Id="rId241" Type="http://schemas.openxmlformats.org/officeDocument/2006/relationships/image" Target="../media/image604.png"/><Relationship Id="rId15" Type="http://schemas.openxmlformats.org/officeDocument/2006/relationships/customXml" Target="../ink/ink658.xml"/><Relationship Id="rId36" Type="http://schemas.openxmlformats.org/officeDocument/2006/relationships/image" Target="../media/image5020.png"/><Relationship Id="rId57" Type="http://schemas.openxmlformats.org/officeDocument/2006/relationships/customXml" Target="../ink/ink679.xml"/><Relationship Id="rId262" Type="http://schemas.openxmlformats.org/officeDocument/2006/relationships/image" Target="../media/image614.png"/><Relationship Id="rId78" Type="http://schemas.openxmlformats.org/officeDocument/2006/relationships/image" Target="../media/image523.png"/><Relationship Id="rId99" Type="http://schemas.openxmlformats.org/officeDocument/2006/relationships/customXml" Target="../ink/ink700.xml"/><Relationship Id="rId101" Type="http://schemas.openxmlformats.org/officeDocument/2006/relationships/customXml" Target="../ink/ink701.xml"/><Relationship Id="rId122" Type="http://schemas.openxmlformats.org/officeDocument/2006/relationships/image" Target="../media/image545.png"/><Relationship Id="rId143" Type="http://schemas.openxmlformats.org/officeDocument/2006/relationships/customXml" Target="../ink/ink722.xml"/><Relationship Id="rId164" Type="http://schemas.openxmlformats.org/officeDocument/2006/relationships/image" Target="../media/image566.png"/><Relationship Id="rId185" Type="http://schemas.openxmlformats.org/officeDocument/2006/relationships/image" Target="../media/image576.png"/><Relationship Id="rId9" Type="http://schemas.openxmlformats.org/officeDocument/2006/relationships/customXml" Target="../ink/ink655.xml"/><Relationship Id="rId210" Type="http://schemas.openxmlformats.org/officeDocument/2006/relationships/customXml" Target="../ink/ink756.xml"/><Relationship Id="rId26" Type="http://schemas.openxmlformats.org/officeDocument/2006/relationships/image" Target="../media/image4970.png"/><Relationship Id="rId231" Type="http://schemas.openxmlformats.org/officeDocument/2006/relationships/image" Target="../media/image599.png"/><Relationship Id="rId252" Type="http://schemas.openxmlformats.org/officeDocument/2006/relationships/image" Target="../media/image609.png"/><Relationship Id="rId273" Type="http://schemas.openxmlformats.org/officeDocument/2006/relationships/customXml" Target="../ink/ink788.xml"/><Relationship Id="rId47" Type="http://schemas.openxmlformats.org/officeDocument/2006/relationships/customXml" Target="../ink/ink674.xml"/><Relationship Id="rId68" Type="http://schemas.openxmlformats.org/officeDocument/2006/relationships/image" Target="../media/image518.png"/><Relationship Id="rId89" Type="http://schemas.openxmlformats.org/officeDocument/2006/relationships/customXml" Target="../ink/ink695.xml"/><Relationship Id="rId112" Type="http://schemas.openxmlformats.org/officeDocument/2006/relationships/image" Target="../media/image540.png"/><Relationship Id="rId133" Type="http://schemas.openxmlformats.org/officeDocument/2006/relationships/customXml" Target="../ink/ink717.xml"/><Relationship Id="rId154" Type="http://schemas.openxmlformats.org/officeDocument/2006/relationships/image" Target="../media/image561.png"/><Relationship Id="rId175" Type="http://schemas.openxmlformats.org/officeDocument/2006/relationships/customXml" Target="../ink/ink738.xml"/><Relationship Id="rId196" Type="http://schemas.openxmlformats.org/officeDocument/2006/relationships/customXml" Target="../ink/ink749.xml"/><Relationship Id="rId200" Type="http://schemas.openxmlformats.org/officeDocument/2006/relationships/customXml" Target="../ink/ink751.xml"/><Relationship Id="rId16" Type="http://schemas.openxmlformats.org/officeDocument/2006/relationships/image" Target="../media/image4930.png"/><Relationship Id="rId221" Type="http://schemas.openxmlformats.org/officeDocument/2006/relationships/image" Target="../media/image594.png"/><Relationship Id="rId242" Type="http://schemas.openxmlformats.org/officeDocument/2006/relationships/customXml" Target="../ink/ink772.xml"/><Relationship Id="rId263" Type="http://schemas.openxmlformats.org/officeDocument/2006/relationships/customXml" Target="../ink/ink783.xml"/><Relationship Id="rId37" Type="http://schemas.openxmlformats.org/officeDocument/2006/relationships/customXml" Target="../ink/ink669.xml"/><Relationship Id="rId58" Type="http://schemas.openxmlformats.org/officeDocument/2006/relationships/image" Target="../media/image5130.png"/><Relationship Id="rId79" Type="http://schemas.openxmlformats.org/officeDocument/2006/relationships/customXml" Target="../ink/ink690.xml"/><Relationship Id="rId102" Type="http://schemas.openxmlformats.org/officeDocument/2006/relationships/image" Target="../media/image535.png"/><Relationship Id="rId123" Type="http://schemas.openxmlformats.org/officeDocument/2006/relationships/customXml" Target="../ink/ink712.xml"/><Relationship Id="rId144" Type="http://schemas.openxmlformats.org/officeDocument/2006/relationships/image" Target="../media/image556.png"/><Relationship Id="rId90" Type="http://schemas.openxmlformats.org/officeDocument/2006/relationships/image" Target="../media/image529.png"/><Relationship Id="rId165" Type="http://schemas.openxmlformats.org/officeDocument/2006/relationships/customXml" Target="../ink/ink733.xml"/><Relationship Id="rId186" Type="http://schemas.openxmlformats.org/officeDocument/2006/relationships/customXml" Target="../ink/ink744.xml"/><Relationship Id="rId211" Type="http://schemas.openxmlformats.org/officeDocument/2006/relationships/image" Target="../media/image589.png"/><Relationship Id="rId232" Type="http://schemas.openxmlformats.org/officeDocument/2006/relationships/customXml" Target="../ink/ink767.xml"/><Relationship Id="rId253" Type="http://schemas.openxmlformats.org/officeDocument/2006/relationships/customXml" Target="../ink/ink778.xml"/><Relationship Id="rId274" Type="http://schemas.openxmlformats.org/officeDocument/2006/relationships/image" Target="../media/image620.png"/><Relationship Id="rId27" Type="http://schemas.openxmlformats.org/officeDocument/2006/relationships/customXml" Target="../ink/ink664.xml"/><Relationship Id="rId48" Type="http://schemas.openxmlformats.org/officeDocument/2006/relationships/image" Target="../media/image5080.png"/><Relationship Id="rId69" Type="http://schemas.openxmlformats.org/officeDocument/2006/relationships/customXml" Target="../ink/ink685.xml"/><Relationship Id="rId113" Type="http://schemas.openxmlformats.org/officeDocument/2006/relationships/customXml" Target="../ink/ink707.xml"/><Relationship Id="rId134" Type="http://schemas.openxmlformats.org/officeDocument/2006/relationships/image" Target="../media/image551.png"/><Relationship Id="rId80" Type="http://schemas.openxmlformats.org/officeDocument/2006/relationships/image" Target="../media/image524.png"/><Relationship Id="rId155" Type="http://schemas.openxmlformats.org/officeDocument/2006/relationships/customXml" Target="../ink/ink728.xml"/><Relationship Id="rId176" Type="http://schemas.openxmlformats.org/officeDocument/2006/relationships/image" Target="../media/image572.png"/><Relationship Id="rId197" Type="http://schemas.openxmlformats.org/officeDocument/2006/relationships/image" Target="../media/image582.png"/><Relationship Id="rId201" Type="http://schemas.openxmlformats.org/officeDocument/2006/relationships/image" Target="../media/image584.png"/><Relationship Id="rId222" Type="http://schemas.openxmlformats.org/officeDocument/2006/relationships/customXml" Target="../ink/ink762.xml"/><Relationship Id="rId243" Type="http://schemas.openxmlformats.org/officeDocument/2006/relationships/image" Target="../media/image605.png"/><Relationship Id="rId264" Type="http://schemas.openxmlformats.org/officeDocument/2006/relationships/image" Target="../media/image615.png"/><Relationship Id="rId17" Type="http://schemas.openxmlformats.org/officeDocument/2006/relationships/customXml" Target="../ink/ink659.xml"/><Relationship Id="rId38" Type="http://schemas.openxmlformats.org/officeDocument/2006/relationships/image" Target="../media/image5030.png"/><Relationship Id="rId59" Type="http://schemas.openxmlformats.org/officeDocument/2006/relationships/customXml" Target="../ink/ink680.xml"/><Relationship Id="rId103" Type="http://schemas.openxmlformats.org/officeDocument/2006/relationships/customXml" Target="../ink/ink702.xml"/><Relationship Id="rId124" Type="http://schemas.openxmlformats.org/officeDocument/2006/relationships/image" Target="../media/image546.png"/><Relationship Id="rId70" Type="http://schemas.openxmlformats.org/officeDocument/2006/relationships/image" Target="../media/image519.png"/><Relationship Id="rId91" Type="http://schemas.openxmlformats.org/officeDocument/2006/relationships/customXml" Target="../ink/ink696.xml"/><Relationship Id="rId145" Type="http://schemas.openxmlformats.org/officeDocument/2006/relationships/customXml" Target="../ink/ink723.xml"/><Relationship Id="rId166" Type="http://schemas.openxmlformats.org/officeDocument/2006/relationships/image" Target="../media/image567.png"/><Relationship Id="rId187" Type="http://schemas.openxmlformats.org/officeDocument/2006/relationships/image" Target="../media/image57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757.xml"/><Relationship Id="rId233" Type="http://schemas.openxmlformats.org/officeDocument/2006/relationships/image" Target="../media/image600.png"/><Relationship Id="rId254" Type="http://schemas.openxmlformats.org/officeDocument/2006/relationships/image" Target="../media/image610.png"/><Relationship Id="rId28" Type="http://schemas.openxmlformats.org/officeDocument/2006/relationships/image" Target="../media/image4980.png"/><Relationship Id="rId49" Type="http://schemas.openxmlformats.org/officeDocument/2006/relationships/customXml" Target="../ink/ink675.xml"/><Relationship Id="rId114" Type="http://schemas.openxmlformats.org/officeDocument/2006/relationships/image" Target="../media/image541.png"/><Relationship Id="rId60" Type="http://schemas.openxmlformats.org/officeDocument/2006/relationships/image" Target="../media/image514.png"/><Relationship Id="rId81" Type="http://schemas.openxmlformats.org/officeDocument/2006/relationships/customXml" Target="../ink/ink691.xml"/><Relationship Id="rId135" Type="http://schemas.openxmlformats.org/officeDocument/2006/relationships/customXml" Target="../ink/ink718.xml"/><Relationship Id="rId156" Type="http://schemas.openxmlformats.org/officeDocument/2006/relationships/image" Target="../media/image562.png"/><Relationship Id="rId177" Type="http://schemas.openxmlformats.org/officeDocument/2006/relationships/customXml" Target="../ink/ink739.xml"/><Relationship Id="rId198" Type="http://schemas.openxmlformats.org/officeDocument/2006/relationships/customXml" Target="../ink/ink750.xml"/><Relationship Id="rId202" Type="http://schemas.openxmlformats.org/officeDocument/2006/relationships/customXml" Target="../ink/ink752.xml"/><Relationship Id="rId223" Type="http://schemas.openxmlformats.org/officeDocument/2006/relationships/image" Target="../media/image595.png"/><Relationship Id="rId244" Type="http://schemas.openxmlformats.org/officeDocument/2006/relationships/customXml" Target="../ink/ink773.xml"/><Relationship Id="rId18" Type="http://schemas.openxmlformats.org/officeDocument/2006/relationships/image" Target="../media/image4940.png"/><Relationship Id="rId39" Type="http://schemas.openxmlformats.org/officeDocument/2006/relationships/customXml" Target="../ink/ink670.xml"/><Relationship Id="rId265" Type="http://schemas.openxmlformats.org/officeDocument/2006/relationships/customXml" Target="../ink/ink784.xml"/><Relationship Id="rId50" Type="http://schemas.openxmlformats.org/officeDocument/2006/relationships/image" Target="../media/image5090.png"/><Relationship Id="rId104" Type="http://schemas.openxmlformats.org/officeDocument/2006/relationships/image" Target="../media/image536.png"/><Relationship Id="rId125" Type="http://schemas.openxmlformats.org/officeDocument/2006/relationships/customXml" Target="../ink/ink713.xml"/><Relationship Id="rId146" Type="http://schemas.openxmlformats.org/officeDocument/2006/relationships/image" Target="../media/image557.png"/><Relationship Id="rId167" Type="http://schemas.openxmlformats.org/officeDocument/2006/relationships/customXml" Target="../ink/ink734.xml"/><Relationship Id="rId188" Type="http://schemas.openxmlformats.org/officeDocument/2006/relationships/customXml" Target="../ink/ink745.xml"/><Relationship Id="rId71" Type="http://schemas.openxmlformats.org/officeDocument/2006/relationships/customXml" Target="../ink/ink686.xml"/><Relationship Id="rId92" Type="http://schemas.openxmlformats.org/officeDocument/2006/relationships/image" Target="../media/image530.png"/><Relationship Id="rId213" Type="http://schemas.openxmlformats.org/officeDocument/2006/relationships/image" Target="../media/image590.png"/><Relationship Id="rId234" Type="http://schemas.openxmlformats.org/officeDocument/2006/relationships/customXml" Target="../ink/ink768.xml"/><Relationship Id="rId2" Type="http://schemas.openxmlformats.org/officeDocument/2006/relationships/image" Target="../media/image6.emf"/><Relationship Id="rId29" Type="http://schemas.openxmlformats.org/officeDocument/2006/relationships/customXml" Target="../ink/ink665.xml"/><Relationship Id="rId255" Type="http://schemas.openxmlformats.org/officeDocument/2006/relationships/customXml" Target="../ink/ink779.xml"/><Relationship Id="rId40" Type="http://schemas.openxmlformats.org/officeDocument/2006/relationships/image" Target="../media/image5040.png"/><Relationship Id="rId115" Type="http://schemas.openxmlformats.org/officeDocument/2006/relationships/customXml" Target="../ink/ink708.xml"/><Relationship Id="rId136" Type="http://schemas.openxmlformats.org/officeDocument/2006/relationships/image" Target="../media/image552.png"/><Relationship Id="rId157" Type="http://schemas.openxmlformats.org/officeDocument/2006/relationships/customXml" Target="../ink/ink729.xml"/><Relationship Id="rId178" Type="http://schemas.openxmlformats.org/officeDocument/2006/relationships/image" Target="../media/image573.png"/><Relationship Id="rId61" Type="http://schemas.openxmlformats.org/officeDocument/2006/relationships/customXml" Target="../ink/ink681.xml"/><Relationship Id="rId82" Type="http://schemas.openxmlformats.org/officeDocument/2006/relationships/image" Target="../media/image525.png"/><Relationship Id="rId199" Type="http://schemas.openxmlformats.org/officeDocument/2006/relationships/image" Target="../media/image583.png"/><Relationship Id="rId203" Type="http://schemas.openxmlformats.org/officeDocument/2006/relationships/image" Target="../media/image585.png"/><Relationship Id="rId19" Type="http://schemas.openxmlformats.org/officeDocument/2006/relationships/customXml" Target="../ink/ink660.xml"/><Relationship Id="rId224" Type="http://schemas.openxmlformats.org/officeDocument/2006/relationships/customXml" Target="../ink/ink763.xml"/><Relationship Id="rId245" Type="http://schemas.openxmlformats.org/officeDocument/2006/relationships/customXml" Target="../ink/ink774.xml"/><Relationship Id="rId266" Type="http://schemas.openxmlformats.org/officeDocument/2006/relationships/image" Target="../media/image616.png"/><Relationship Id="rId30" Type="http://schemas.openxmlformats.org/officeDocument/2006/relationships/image" Target="../media/image4990.png"/><Relationship Id="rId105" Type="http://schemas.openxmlformats.org/officeDocument/2006/relationships/customXml" Target="../ink/ink703.xml"/><Relationship Id="rId126" Type="http://schemas.openxmlformats.org/officeDocument/2006/relationships/image" Target="../media/image547.png"/><Relationship Id="rId147" Type="http://schemas.openxmlformats.org/officeDocument/2006/relationships/customXml" Target="../ink/ink724.xml"/><Relationship Id="rId168" Type="http://schemas.openxmlformats.org/officeDocument/2006/relationships/image" Target="../media/image568.png"/><Relationship Id="rId51" Type="http://schemas.openxmlformats.org/officeDocument/2006/relationships/customXml" Target="../ink/ink676.xml"/><Relationship Id="rId72" Type="http://schemas.openxmlformats.org/officeDocument/2006/relationships/image" Target="../media/image520.png"/><Relationship Id="rId93" Type="http://schemas.openxmlformats.org/officeDocument/2006/relationships/customXml" Target="../ink/ink697.xml"/><Relationship Id="rId189" Type="http://schemas.openxmlformats.org/officeDocument/2006/relationships/image" Target="../media/image578.png"/><Relationship Id="rId3" Type="http://schemas.openxmlformats.org/officeDocument/2006/relationships/customXml" Target="../ink/ink652.xml"/><Relationship Id="rId214" Type="http://schemas.openxmlformats.org/officeDocument/2006/relationships/customXml" Target="../ink/ink758.xml"/><Relationship Id="rId235" Type="http://schemas.openxmlformats.org/officeDocument/2006/relationships/image" Target="../media/image601.png"/><Relationship Id="rId256" Type="http://schemas.openxmlformats.org/officeDocument/2006/relationships/image" Target="../media/image611.png"/><Relationship Id="rId116" Type="http://schemas.openxmlformats.org/officeDocument/2006/relationships/image" Target="../media/image542.png"/><Relationship Id="rId137" Type="http://schemas.openxmlformats.org/officeDocument/2006/relationships/customXml" Target="../ink/ink719.xml"/><Relationship Id="rId158" Type="http://schemas.openxmlformats.org/officeDocument/2006/relationships/image" Target="../media/image563.png"/><Relationship Id="rId20" Type="http://schemas.openxmlformats.org/officeDocument/2006/relationships/image" Target="../media/image4950.png"/><Relationship Id="rId41" Type="http://schemas.openxmlformats.org/officeDocument/2006/relationships/customXml" Target="../ink/ink671.xml"/><Relationship Id="rId62" Type="http://schemas.openxmlformats.org/officeDocument/2006/relationships/image" Target="../media/image515.png"/><Relationship Id="rId83" Type="http://schemas.openxmlformats.org/officeDocument/2006/relationships/customXml" Target="../ink/ink692.xml"/><Relationship Id="rId179" Type="http://schemas.openxmlformats.org/officeDocument/2006/relationships/customXml" Target="../ink/ink740.xml"/><Relationship Id="rId190" Type="http://schemas.openxmlformats.org/officeDocument/2006/relationships/customXml" Target="../ink/ink746.xml"/><Relationship Id="rId204" Type="http://schemas.openxmlformats.org/officeDocument/2006/relationships/customXml" Target="../ink/ink753.xml"/><Relationship Id="rId225" Type="http://schemas.openxmlformats.org/officeDocument/2006/relationships/image" Target="../media/image596.png"/><Relationship Id="rId246" Type="http://schemas.openxmlformats.org/officeDocument/2006/relationships/image" Target="../media/image606.png"/><Relationship Id="rId267" Type="http://schemas.openxmlformats.org/officeDocument/2006/relationships/customXml" Target="../ink/ink785.xml"/><Relationship Id="rId106" Type="http://schemas.openxmlformats.org/officeDocument/2006/relationships/image" Target="../media/image537.png"/><Relationship Id="rId127" Type="http://schemas.openxmlformats.org/officeDocument/2006/relationships/customXml" Target="../ink/ink714.xml"/><Relationship Id="rId10" Type="http://schemas.openxmlformats.org/officeDocument/2006/relationships/image" Target="../media/image4911.png"/><Relationship Id="rId31" Type="http://schemas.openxmlformats.org/officeDocument/2006/relationships/customXml" Target="../ink/ink666.xml"/><Relationship Id="rId52" Type="http://schemas.openxmlformats.org/officeDocument/2006/relationships/image" Target="../media/image5100.png"/><Relationship Id="rId73" Type="http://schemas.openxmlformats.org/officeDocument/2006/relationships/customXml" Target="../ink/ink687.xml"/><Relationship Id="rId94" Type="http://schemas.openxmlformats.org/officeDocument/2006/relationships/image" Target="../media/image531.png"/><Relationship Id="rId148" Type="http://schemas.openxmlformats.org/officeDocument/2006/relationships/image" Target="../media/image558.png"/><Relationship Id="rId169" Type="http://schemas.openxmlformats.org/officeDocument/2006/relationships/customXml" Target="../ink/ink735.xml"/><Relationship Id="rId4" Type="http://schemas.openxmlformats.org/officeDocument/2006/relationships/image" Target="../media/image4880.png"/><Relationship Id="rId180" Type="http://schemas.openxmlformats.org/officeDocument/2006/relationships/customXml" Target="../ink/ink741.xml"/><Relationship Id="rId215" Type="http://schemas.openxmlformats.org/officeDocument/2006/relationships/image" Target="../media/image591.png"/><Relationship Id="rId236" Type="http://schemas.openxmlformats.org/officeDocument/2006/relationships/customXml" Target="../ink/ink769.xml"/><Relationship Id="rId257" Type="http://schemas.openxmlformats.org/officeDocument/2006/relationships/customXml" Target="../ink/ink780.xml"/><Relationship Id="rId42" Type="http://schemas.openxmlformats.org/officeDocument/2006/relationships/image" Target="../media/image5050.png"/><Relationship Id="rId84" Type="http://schemas.openxmlformats.org/officeDocument/2006/relationships/image" Target="../media/image526.png"/><Relationship Id="rId138" Type="http://schemas.openxmlformats.org/officeDocument/2006/relationships/image" Target="../media/image553.png"/><Relationship Id="rId191" Type="http://schemas.openxmlformats.org/officeDocument/2006/relationships/image" Target="../media/image579.png"/><Relationship Id="rId205" Type="http://schemas.openxmlformats.org/officeDocument/2006/relationships/image" Target="../media/image586.png"/><Relationship Id="rId247" Type="http://schemas.openxmlformats.org/officeDocument/2006/relationships/customXml" Target="../ink/ink775.xml"/><Relationship Id="rId107" Type="http://schemas.openxmlformats.org/officeDocument/2006/relationships/customXml" Target="../ink/ink704.xml"/><Relationship Id="rId11" Type="http://schemas.openxmlformats.org/officeDocument/2006/relationships/customXml" Target="../ink/ink656.xml"/><Relationship Id="rId53" Type="http://schemas.openxmlformats.org/officeDocument/2006/relationships/customXml" Target="../ink/ink677.xml"/><Relationship Id="rId149" Type="http://schemas.openxmlformats.org/officeDocument/2006/relationships/customXml" Target="../ink/ink725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47.xml"/><Relationship Id="rId21" Type="http://schemas.openxmlformats.org/officeDocument/2006/relationships/image" Target="../media/image630.png"/><Relationship Id="rId42" Type="http://schemas.openxmlformats.org/officeDocument/2006/relationships/customXml" Target="../ink/ink809.xml"/><Relationship Id="rId63" Type="http://schemas.openxmlformats.org/officeDocument/2006/relationships/image" Target="../media/image651.png"/><Relationship Id="rId84" Type="http://schemas.openxmlformats.org/officeDocument/2006/relationships/image" Target="../media/image661.png"/><Relationship Id="rId138" Type="http://schemas.openxmlformats.org/officeDocument/2006/relationships/image" Target="../media/image688.png"/><Relationship Id="rId159" Type="http://schemas.openxmlformats.org/officeDocument/2006/relationships/customXml" Target="../ink/ink868.xml"/><Relationship Id="rId170" Type="http://schemas.openxmlformats.org/officeDocument/2006/relationships/image" Target="../media/image704.png"/><Relationship Id="rId191" Type="http://schemas.openxmlformats.org/officeDocument/2006/relationships/image" Target="../media/image715.png"/><Relationship Id="rId205" Type="http://schemas.openxmlformats.org/officeDocument/2006/relationships/image" Target="../media/image721.png"/><Relationship Id="rId226" Type="http://schemas.openxmlformats.org/officeDocument/2006/relationships/customXml" Target="../ink/ink903.xml"/><Relationship Id="rId247" Type="http://schemas.openxmlformats.org/officeDocument/2006/relationships/customXml" Target="../ink/ink914.xml"/><Relationship Id="rId107" Type="http://schemas.openxmlformats.org/officeDocument/2006/relationships/customXml" Target="../ink/ink842.xml"/><Relationship Id="rId11" Type="http://schemas.openxmlformats.org/officeDocument/2006/relationships/image" Target="../media/image625.png"/><Relationship Id="rId32" Type="http://schemas.openxmlformats.org/officeDocument/2006/relationships/customXml" Target="../ink/ink804.xml"/><Relationship Id="rId53" Type="http://schemas.openxmlformats.org/officeDocument/2006/relationships/image" Target="../media/image646.png"/><Relationship Id="rId74" Type="http://schemas.openxmlformats.org/officeDocument/2006/relationships/customXml" Target="../ink/ink825.xml"/><Relationship Id="rId128" Type="http://schemas.openxmlformats.org/officeDocument/2006/relationships/image" Target="../media/image683.png"/><Relationship Id="rId149" Type="http://schemas.openxmlformats.org/officeDocument/2006/relationships/customXml" Target="../ink/ink863.xml"/><Relationship Id="rId5" Type="http://schemas.openxmlformats.org/officeDocument/2006/relationships/image" Target="../media/image622.png"/><Relationship Id="rId95" Type="http://schemas.openxmlformats.org/officeDocument/2006/relationships/customXml" Target="../ink/ink836.xml"/><Relationship Id="rId160" Type="http://schemas.openxmlformats.org/officeDocument/2006/relationships/image" Target="../media/image699.png"/><Relationship Id="rId181" Type="http://schemas.openxmlformats.org/officeDocument/2006/relationships/customXml" Target="../ink/ink879.xml"/><Relationship Id="rId216" Type="http://schemas.openxmlformats.org/officeDocument/2006/relationships/customXml" Target="../ink/ink898.xml"/><Relationship Id="rId237" Type="http://schemas.openxmlformats.org/officeDocument/2006/relationships/image" Target="../media/image737.png"/><Relationship Id="rId22" Type="http://schemas.openxmlformats.org/officeDocument/2006/relationships/customXml" Target="../ink/ink799.xml"/><Relationship Id="rId43" Type="http://schemas.openxmlformats.org/officeDocument/2006/relationships/image" Target="../media/image641.png"/><Relationship Id="rId64" Type="http://schemas.openxmlformats.org/officeDocument/2006/relationships/customXml" Target="../ink/ink820.xml"/><Relationship Id="rId118" Type="http://schemas.openxmlformats.org/officeDocument/2006/relationships/image" Target="../media/image678.png"/><Relationship Id="rId139" Type="http://schemas.openxmlformats.org/officeDocument/2006/relationships/customXml" Target="../ink/ink858.xml"/><Relationship Id="rId85" Type="http://schemas.openxmlformats.org/officeDocument/2006/relationships/customXml" Target="../ink/ink831.xml"/><Relationship Id="rId150" Type="http://schemas.openxmlformats.org/officeDocument/2006/relationships/image" Target="../media/image694.png"/><Relationship Id="rId171" Type="http://schemas.openxmlformats.org/officeDocument/2006/relationships/customXml" Target="../ink/ink874.xml"/><Relationship Id="rId192" Type="http://schemas.openxmlformats.org/officeDocument/2006/relationships/customXml" Target="../ink/ink885.xml"/><Relationship Id="rId206" Type="http://schemas.openxmlformats.org/officeDocument/2006/relationships/customXml" Target="../ink/ink893.xml"/><Relationship Id="rId227" Type="http://schemas.openxmlformats.org/officeDocument/2006/relationships/image" Target="../media/image732.png"/><Relationship Id="rId12" Type="http://schemas.openxmlformats.org/officeDocument/2006/relationships/customXml" Target="../ink/ink794.xml"/><Relationship Id="rId33" Type="http://schemas.openxmlformats.org/officeDocument/2006/relationships/image" Target="../media/image636.png"/><Relationship Id="rId108" Type="http://schemas.openxmlformats.org/officeDocument/2006/relationships/image" Target="../media/image673.png"/><Relationship Id="rId129" Type="http://schemas.openxmlformats.org/officeDocument/2006/relationships/customXml" Target="../ink/ink853.xml"/><Relationship Id="rId54" Type="http://schemas.openxmlformats.org/officeDocument/2006/relationships/customXml" Target="../ink/ink815.xml"/><Relationship Id="rId75" Type="http://schemas.openxmlformats.org/officeDocument/2006/relationships/image" Target="../media/image657.png"/><Relationship Id="rId96" Type="http://schemas.openxmlformats.org/officeDocument/2006/relationships/image" Target="../media/image667.png"/><Relationship Id="rId140" Type="http://schemas.openxmlformats.org/officeDocument/2006/relationships/image" Target="../media/image689.png"/><Relationship Id="rId161" Type="http://schemas.openxmlformats.org/officeDocument/2006/relationships/customXml" Target="../ink/ink869.xml"/><Relationship Id="rId182" Type="http://schemas.openxmlformats.org/officeDocument/2006/relationships/image" Target="../media/image711.png"/><Relationship Id="rId217" Type="http://schemas.openxmlformats.org/officeDocument/2006/relationships/image" Target="../media/image727.png"/><Relationship Id="rId6" Type="http://schemas.openxmlformats.org/officeDocument/2006/relationships/customXml" Target="../ink/ink791.xml"/><Relationship Id="rId238" Type="http://schemas.openxmlformats.org/officeDocument/2006/relationships/customXml" Target="../ink/ink909.xml"/><Relationship Id="rId23" Type="http://schemas.openxmlformats.org/officeDocument/2006/relationships/image" Target="../media/image631.png"/><Relationship Id="rId119" Type="http://schemas.openxmlformats.org/officeDocument/2006/relationships/customXml" Target="../ink/ink848.xml"/><Relationship Id="rId44" Type="http://schemas.openxmlformats.org/officeDocument/2006/relationships/customXml" Target="../ink/ink810.xml"/><Relationship Id="rId65" Type="http://schemas.openxmlformats.org/officeDocument/2006/relationships/image" Target="../media/image652.png"/><Relationship Id="rId86" Type="http://schemas.openxmlformats.org/officeDocument/2006/relationships/image" Target="../media/image662.png"/><Relationship Id="rId130" Type="http://schemas.openxmlformats.org/officeDocument/2006/relationships/image" Target="../media/image684.png"/><Relationship Id="rId151" Type="http://schemas.openxmlformats.org/officeDocument/2006/relationships/customXml" Target="../ink/ink864.xml"/><Relationship Id="rId172" Type="http://schemas.openxmlformats.org/officeDocument/2006/relationships/image" Target="../media/image706.png"/><Relationship Id="rId193" Type="http://schemas.openxmlformats.org/officeDocument/2006/relationships/image" Target="../media/image716.png"/><Relationship Id="rId207" Type="http://schemas.openxmlformats.org/officeDocument/2006/relationships/image" Target="../media/image722.png"/><Relationship Id="rId228" Type="http://schemas.openxmlformats.org/officeDocument/2006/relationships/customXml" Target="../ink/ink904.xml"/><Relationship Id="rId13" Type="http://schemas.openxmlformats.org/officeDocument/2006/relationships/image" Target="../media/image626.png"/><Relationship Id="rId109" Type="http://schemas.openxmlformats.org/officeDocument/2006/relationships/customXml" Target="../ink/ink843.xml"/><Relationship Id="rId34" Type="http://schemas.openxmlformats.org/officeDocument/2006/relationships/customXml" Target="../ink/ink805.xml"/><Relationship Id="rId55" Type="http://schemas.openxmlformats.org/officeDocument/2006/relationships/image" Target="../media/image647.png"/><Relationship Id="rId76" Type="http://schemas.openxmlformats.org/officeDocument/2006/relationships/customXml" Target="../ink/ink826.xml"/><Relationship Id="rId97" Type="http://schemas.openxmlformats.org/officeDocument/2006/relationships/customXml" Target="../ink/ink837.xml"/><Relationship Id="rId120" Type="http://schemas.openxmlformats.org/officeDocument/2006/relationships/image" Target="../media/image679.png"/><Relationship Id="rId141" Type="http://schemas.openxmlformats.org/officeDocument/2006/relationships/customXml" Target="../ink/ink859.xml"/><Relationship Id="rId7" Type="http://schemas.openxmlformats.org/officeDocument/2006/relationships/image" Target="../media/image623.png"/><Relationship Id="rId162" Type="http://schemas.openxmlformats.org/officeDocument/2006/relationships/image" Target="../media/image700.png"/><Relationship Id="rId183" Type="http://schemas.openxmlformats.org/officeDocument/2006/relationships/customXml" Target="../ink/ink880.xml"/><Relationship Id="rId218" Type="http://schemas.openxmlformats.org/officeDocument/2006/relationships/customXml" Target="../ink/ink899.xml"/><Relationship Id="rId239" Type="http://schemas.openxmlformats.org/officeDocument/2006/relationships/customXml" Target="../ink/ink910.xml"/><Relationship Id="rId24" Type="http://schemas.openxmlformats.org/officeDocument/2006/relationships/customXml" Target="../ink/ink800.xml"/><Relationship Id="rId45" Type="http://schemas.openxmlformats.org/officeDocument/2006/relationships/image" Target="../media/image642.png"/><Relationship Id="rId66" Type="http://schemas.openxmlformats.org/officeDocument/2006/relationships/customXml" Target="../ink/ink821.xml"/><Relationship Id="rId87" Type="http://schemas.openxmlformats.org/officeDocument/2006/relationships/customXml" Target="../ink/ink832.xml"/><Relationship Id="rId110" Type="http://schemas.openxmlformats.org/officeDocument/2006/relationships/image" Target="../media/image674.png"/><Relationship Id="rId131" Type="http://schemas.openxmlformats.org/officeDocument/2006/relationships/customXml" Target="../ink/ink854.xml"/><Relationship Id="rId152" Type="http://schemas.openxmlformats.org/officeDocument/2006/relationships/image" Target="../media/image695.png"/><Relationship Id="rId173" Type="http://schemas.openxmlformats.org/officeDocument/2006/relationships/customXml" Target="../ink/ink875.xml"/><Relationship Id="rId194" Type="http://schemas.openxmlformats.org/officeDocument/2006/relationships/customXml" Target="../ink/ink886.xml"/><Relationship Id="rId208" Type="http://schemas.openxmlformats.org/officeDocument/2006/relationships/customXml" Target="../ink/ink894.xml"/><Relationship Id="rId229" Type="http://schemas.openxmlformats.org/officeDocument/2006/relationships/image" Target="../media/image733.png"/><Relationship Id="rId240" Type="http://schemas.openxmlformats.org/officeDocument/2006/relationships/image" Target="../media/image738.png"/><Relationship Id="rId14" Type="http://schemas.openxmlformats.org/officeDocument/2006/relationships/customXml" Target="../ink/ink795.xml"/><Relationship Id="rId35" Type="http://schemas.openxmlformats.org/officeDocument/2006/relationships/image" Target="../media/image637.png"/><Relationship Id="rId56" Type="http://schemas.openxmlformats.org/officeDocument/2006/relationships/customXml" Target="../ink/ink816.xml"/><Relationship Id="rId77" Type="http://schemas.openxmlformats.org/officeDocument/2006/relationships/image" Target="../media/image658.png"/><Relationship Id="rId100" Type="http://schemas.openxmlformats.org/officeDocument/2006/relationships/image" Target="../media/image669.png"/><Relationship Id="rId8" Type="http://schemas.openxmlformats.org/officeDocument/2006/relationships/customXml" Target="../ink/ink792.xml"/><Relationship Id="rId98" Type="http://schemas.openxmlformats.org/officeDocument/2006/relationships/image" Target="../media/image668.png"/><Relationship Id="rId121" Type="http://schemas.openxmlformats.org/officeDocument/2006/relationships/customXml" Target="../ink/ink849.xml"/><Relationship Id="rId142" Type="http://schemas.openxmlformats.org/officeDocument/2006/relationships/image" Target="../media/image690.png"/><Relationship Id="rId163" Type="http://schemas.openxmlformats.org/officeDocument/2006/relationships/customXml" Target="../ink/ink870.xml"/><Relationship Id="rId184" Type="http://schemas.openxmlformats.org/officeDocument/2006/relationships/image" Target="../media/image712.png"/><Relationship Id="rId219" Type="http://schemas.openxmlformats.org/officeDocument/2006/relationships/image" Target="../media/image728.png"/><Relationship Id="rId230" Type="http://schemas.openxmlformats.org/officeDocument/2006/relationships/customXml" Target="../ink/ink905.xml"/><Relationship Id="rId25" Type="http://schemas.openxmlformats.org/officeDocument/2006/relationships/image" Target="../media/image632.png"/><Relationship Id="rId46" Type="http://schemas.openxmlformats.org/officeDocument/2006/relationships/customXml" Target="../ink/ink811.xml"/><Relationship Id="rId67" Type="http://schemas.openxmlformats.org/officeDocument/2006/relationships/image" Target="../media/image653.png"/><Relationship Id="rId88" Type="http://schemas.openxmlformats.org/officeDocument/2006/relationships/image" Target="../media/image663.png"/><Relationship Id="rId111" Type="http://schemas.openxmlformats.org/officeDocument/2006/relationships/customXml" Target="../ink/ink844.xml"/><Relationship Id="rId132" Type="http://schemas.openxmlformats.org/officeDocument/2006/relationships/image" Target="../media/image685.png"/><Relationship Id="rId153" Type="http://schemas.openxmlformats.org/officeDocument/2006/relationships/customXml" Target="../ink/ink865.xml"/><Relationship Id="rId174" Type="http://schemas.openxmlformats.org/officeDocument/2006/relationships/image" Target="../media/image707.png"/><Relationship Id="rId195" Type="http://schemas.openxmlformats.org/officeDocument/2006/relationships/customXml" Target="../ink/ink887.xml"/><Relationship Id="rId209" Type="http://schemas.openxmlformats.org/officeDocument/2006/relationships/image" Target="../media/image723.png"/><Relationship Id="rId220" Type="http://schemas.openxmlformats.org/officeDocument/2006/relationships/customXml" Target="../ink/ink900.xml"/><Relationship Id="rId241" Type="http://schemas.openxmlformats.org/officeDocument/2006/relationships/customXml" Target="../ink/ink911.xml"/><Relationship Id="rId15" Type="http://schemas.openxmlformats.org/officeDocument/2006/relationships/image" Target="../media/image627.png"/><Relationship Id="rId36" Type="http://schemas.openxmlformats.org/officeDocument/2006/relationships/customXml" Target="../ink/ink806.xml"/><Relationship Id="rId57" Type="http://schemas.openxmlformats.org/officeDocument/2006/relationships/image" Target="../media/image648.png"/><Relationship Id="rId10" Type="http://schemas.openxmlformats.org/officeDocument/2006/relationships/customXml" Target="../ink/ink793.xml"/><Relationship Id="rId31" Type="http://schemas.openxmlformats.org/officeDocument/2006/relationships/image" Target="../media/image635.png"/><Relationship Id="rId52" Type="http://schemas.openxmlformats.org/officeDocument/2006/relationships/customXml" Target="../ink/ink814.xml"/><Relationship Id="rId73" Type="http://schemas.openxmlformats.org/officeDocument/2006/relationships/image" Target="../media/image656.png"/><Relationship Id="rId78" Type="http://schemas.openxmlformats.org/officeDocument/2006/relationships/customXml" Target="../ink/ink827.xml"/><Relationship Id="rId94" Type="http://schemas.openxmlformats.org/officeDocument/2006/relationships/image" Target="../media/image666.png"/><Relationship Id="rId99" Type="http://schemas.openxmlformats.org/officeDocument/2006/relationships/customXml" Target="../ink/ink838.xml"/><Relationship Id="rId101" Type="http://schemas.openxmlformats.org/officeDocument/2006/relationships/customXml" Target="../ink/ink839.xml"/><Relationship Id="rId122" Type="http://schemas.openxmlformats.org/officeDocument/2006/relationships/image" Target="../media/image680.png"/><Relationship Id="rId143" Type="http://schemas.openxmlformats.org/officeDocument/2006/relationships/customXml" Target="../ink/ink860.xml"/><Relationship Id="rId148" Type="http://schemas.openxmlformats.org/officeDocument/2006/relationships/image" Target="../media/image693.png"/><Relationship Id="rId164" Type="http://schemas.openxmlformats.org/officeDocument/2006/relationships/image" Target="../media/image701.png"/><Relationship Id="rId169" Type="http://schemas.openxmlformats.org/officeDocument/2006/relationships/customXml" Target="../ink/ink873.xml"/><Relationship Id="rId185" Type="http://schemas.openxmlformats.org/officeDocument/2006/relationships/customXml" Target="../ink/ink881.xml"/><Relationship Id="rId4" Type="http://schemas.openxmlformats.org/officeDocument/2006/relationships/customXml" Target="../ink/ink790.xml"/><Relationship Id="rId9" Type="http://schemas.openxmlformats.org/officeDocument/2006/relationships/image" Target="../media/image624.png"/><Relationship Id="rId180" Type="http://schemas.openxmlformats.org/officeDocument/2006/relationships/image" Target="../media/image710.png"/><Relationship Id="rId210" Type="http://schemas.openxmlformats.org/officeDocument/2006/relationships/customXml" Target="../ink/ink895.xml"/><Relationship Id="rId215" Type="http://schemas.openxmlformats.org/officeDocument/2006/relationships/image" Target="../media/image726.png"/><Relationship Id="rId236" Type="http://schemas.openxmlformats.org/officeDocument/2006/relationships/customXml" Target="../ink/ink908.xml"/><Relationship Id="rId26" Type="http://schemas.openxmlformats.org/officeDocument/2006/relationships/customXml" Target="../ink/ink801.xml"/><Relationship Id="rId231" Type="http://schemas.openxmlformats.org/officeDocument/2006/relationships/image" Target="../media/image734.png"/><Relationship Id="rId47" Type="http://schemas.openxmlformats.org/officeDocument/2006/relationships/image" Target="../media/image643.png"/><Relationship Id="rId68" Type="http://schemas.openxmlformats.org/officeDocument/2006/relationships/customXml" Target="../ink/ink822.xml"/><Relationship Id="rId89" Type="http://schemas.openxmlformats.org/officeDocument/2006/relationships/customXml" Target="../ink/ink833.xml"/><Relationship Id="rId112" Type="http://schemas.openxmlformats.org/officeDocument/2006/relationships/image" Target="../media/image675.png"/><Relationship Id="rId133" Type="http://schemas.openxmlformats.org/officeDocument/2006/relationships/customXml" Target="../ink/ink855.xml"/><Relationship Id="rId154" Type="http://schemas.openxmlformats.org/officeDocument/2006/relationships/image" Target="../media/image696.png"/><Relationship Id="rId175" Type="http://schemas.openxmlformats.org/officeDocument/2006/relationships/customXml" Target="../ink/ink876.xml"/><Relationship Id="rId196" Type="http://schemas.openxmlformats.org/officeDocument/2006/relationships/image" Target="../media/image717.png"/><Relationship Id="rId200" Type="http://schemas.openxmlformats.org/officeDocument/2006/relationships/customXml" Target="../ink/ink890.xml"/><Relationship Id="rId16" Type="http://schemas.openxmlformats.org/officeDocument/2006/relationships/customXml" Target="../ink/ink796.xml"/><Relationship Id="rId221" Type="http://schemas.openxmlformats.org/officeDocument/2006/relationships/image" Target="../media/image729.png"/><Relationship Id="rId242" Type="http://schemas.openxmlformats.org/officeDocument/2006/relationships/image" Target="../media/image739.png"/><Relationship Id="rId37" Type="http://schemas.openxmlformats.org/officeDocument/2006/relationships/image" Target="../media/image638.png"/><Relationship Id="rId58" Type="http://schemas.openxmlformats.org/officeDocument/2006/relationships/customXml" Target="../ink/ink817.xml"/><Relationship Id="rId79" Type="http://schemas.openxmlformats.org/officeDocument/2006/relationships/customXml" Target="../ink/ink828.xml"/><Relationship Id="rId102" Type="http://schemas.openxmlformats.org/officeDocument/2006/relationships/image" Target="../media/image670.png"/><Relationship Id="rId123" Type="http://schemas.openxmlformats.org/officeDocument/2006/relationships/customXml" Target="../ink/ink850.xml"/><Relationship Id="rId144" Type="http://schemas.openxmlformats.org/officeDocument/2006/relationships/image" Target="../media/image691.png"/><Relationship Id="rId90" Type="http://schemas.openxmlformats.org/officeDocument/2006/relationships/image" Target="../media/image664.png"/><Relationship Id="rId165" Type="http://schemas.openxmlformats.org/officeDocument/2006/relationships/customXml" Target="../ink/ink871.xml"/><Relationship Id="rId186" Type="http://schemas.openxmlformats.org/officeDocument/2006/relationships/customXml" Target="../ink/ink882.xml"/><Relationship Id="rId211" Type="http://schemas.openxmlformats.org/officeDocument/2006/relationships/image" Target="../media/image724.png"/><Relationship Id="rId232" Type="http://schemas.openxmlformats.org/officeDocument/2006/relationships/customXml" Target="../ink/ink906.xml"/><Relationship Id="rId27" Type="http://schemas.openxmlformats.org/officeDocument/2006/relationships/image" Target="../media/image633.png"/><Relationship Id="rId48" Type="http://schemas.openxmlformats.org/officeDocument/2006/relationships/customXml" Target="../ink/ink812.xml"/><Relationship Id="rId69" Type="http://schemas.openxmlformats.org/officeDocument/2006/relationships/image" Target="../media/image654.png"/><Relationship Id="rId113" Type="http://schemas.openxmlformats.org/officeDocument/2006/relationships/customXml" Target="../ink/ink845.xml"/><Relationship Id="rId134" Type="http://schemas.openxmlformats.org/officeDocument/2006/relationships/image" Target="../media/image686.png"/><Relationship Id="rId80" Type="http://schemas.openxmlformats.org/officeDocument/2006/relationships/image" Target="../media/image659.png"/><Relationship Id="rId155" Type="http://schemas.openxmlformats.org/officeDocument/2006/relationships/customXml" Target="../ink/ink866.xml"/><Relationship Id="rId176" Type="http://schemas.openxmlformats.org/officeDocument/2006/relationships/image" Target="../media/image708.png"/><Relationship Id="rId197" Type="http://schemas.openxmlformats.org/officeDocument/2006/relationships/customXml" Target="../ink/ink888.xml"/><Relationship Id="rId201" Type="http://schemas.openxmlformats.org/officeDocument/2006/relationships/image" Target="../media/image719.png"/><Relationship Id="rId222" Type="http://schemas.openxmlformats.org/officeDocument/2006/relationships/customXml" Target="../ink/ink901.xml"/><Relationship Id="rId243" Type="http://schemas.openxmlformats.org/officeDocument/2006/relationships/customXml" Target="../ink/ink912.xml"/><Relationship Id="rId17" Type="http://schemas.openxmlformats.org/officeDocument/2006/relationships/image" Target="../media/image628.png"/><Relationship Id="rId38" Type="http://schemas.openxmlformats.org/officeDocument/2006/relationships/customXml" Target="../ink/ink807.xml"/><Relationship Id="rId59" Type="http://schemas.openxmlformats.org/officeDocument/2006/relationships/image" Target="../media/image649.png"/><Relationship Id="rId103" Type="http://schemas.openxmlformats.org/officeDocument/2006/relationships/customXml" Target="../ink/ink840.xml"/><Relationship Id="rId124" Type="http://schemas.openxmlformats.org/officeDocument/2006/relationships/image" Target="../media/image681.png"/><Relationship Id="rId70" Type="http://schemas.openxmlformats.org/officeDocument/2006/relationships/customXml" Target="../ink/ink823.xml"/><Relationship Id="rId91" Type="http://schemas.openxmlformats.org/officeDocument/2006/relationships/customXml" Target="../ink/ink834.xml"/><Relationship Id="rId145" Type="http://schemas.openxmlformats.org/officeDocument/2006/relationships/customXml" Target="../ink/ink861.xml"/><Relationship Id="rId166" Type="http://schemas.openxmlformats.org/officeDocument/2006/relationships/image" Target="../media/image702.png"/><Relationship Id="rId187" Type="http://schemas.openxmlformats.org/officeDocument/2006/relationships/image" Target="../media/image71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96.xml"/><Relationship Id="rId233" Type="http://schemas.openxmlformats.org/officeDocument/2006/relationships/image" Target="../media/image735.png"/><Relationship Id="rId28" Type="http://schemas.openxmlformats.org/officeDocument/2006/relationships/customXml" Target="../ink/ink802.xml"/><Relationship Id="rId49" Type="http://schemas.openxmlformats.org/officeDocument/2006/relationships/image" Target="../media/image644.png"/><Relationship Id="rId114" Type="http://schemas.openxmlformats.org/officeDocument/2006/relationships/image" Target="../media/image676.png"/><Relationship Id="rId60" Type="http://schemas.openxmlformats.org/officeDocument/2006/relationships/customXml" Target="../ink/ink818.xml"/><Relationship Id="rId81" Type="http://schemas.openxmlformats.org/officeDocument/2006/relationships/customXml" Target="../ink/ink829.xml"/><Relationship Id="rId135" Type="http://schemas.openxmlformats.org/officeDocument/2006/relationships/customXml" Target="../ink/ink856.xml"/><Relationship Id="rId156" Type="http://schemas.openxmlformats.org/officeDocument/2006/relationships/image" Target="../media/image697.png"/><Relationship Id="rId177" Type="http://schemas.openxmlformats.org/officeDocument/2006/relationships/customXml" Target="../ink/ink877.xml"/><Relationship Id="rId198" Type="http://schemas.openxmlformats.org/officeDocument/2006/relationships/customXml" Target="../ink/ink889.xml"/><Relationship Id="rId202" Type="http://schemas.openxmlformats.org/officeDocument/2006/relationships/customXml" Target="../ink/ink891.xml"/><Relationship Id="rId223" Type="http://schemas.openxmlformats.org/officeDocument/2006/relationships/image" Target="../media/image730.png"/><Relationship Id="rId244" Type="http://schemas.openxmlformats.org/officeDocument/2006/relationships/image" Target="../media/image740.png"/><Relationship Id="rId18" Type="http://schemas.openxmlformats.org/officeDocument/2006/relationships/customXml" Target="../ink/ink797.xml"/><Relationship Id="rId39" Type="http://schemas.openxmlformats.org/officeDocument/2006/relationships/image" Target="../media/image639.png"/><Relationship Id="rId50" Type="http://schemas.openxmlformats.org/officeDocument/2006/relationships/customXml" Target="../ink/ink813.xml"/><Relationship Id="rId104" Type="http://schemas.openxmlformats.org/officeDocument/2006/relationships/image" Target="../media/image671.png"/><Relationship Id="rId125" Type="http://schemas.openxmlformats.org/officeDocument/2006/relationships/customXml" Target="../ink/ink851.xml"/><Relationship Id="rId146" Type="http://schemas.openxmlformats.org/officeDocument/2006/relationships/image" Target="../media/image692.png"/><Relationship Id="rId167" Type="http://schemas.openxmlformats.org/officeDocument/2006/relationships/customXml" Target="../ink/ink872.xml"/><Relationship Id="rId188" Type="http://schemas.openxmlformats.org/officeDocument/2006/relationships/customXml" Target="../ink/ink883.xml"/><Relationship Id="rId71" Type="http://schemas.openxmlformats.org/officeDocument/2006/relationships/image" Target="../media/image655.png"/><Relationship Id="rId92" Type="http://schemas.openxmlformats.org/officeDocument/2006/relationships/image" Target="../media/image665.png"/><Relationship Id="rId213" Type="http://schemas.openxmlformats.org/officeDocument/2006/relationships/image" Target="../media/image725.png"/><Relationship Id="rId234" Type="http://schemas.openxmlformats.org/officeDocument/2006/relationships/customXml" Target="../ink/ink907.xml"/><Relationship Id="rId2" Type="http://schemas.openxmlformats.org/officeDocument/2006/relationships/customXml" Target="../ink/ink789.xml"/><Relationship Id="rId29" Type="http://schemas.openxmlformats.org/officeDocument/2006/relationships/image" Target="../media/image634.png"/><Relationship Id="rId40" Type="http://schemas.openxmlformats.org/officeDocument/2006/relationships/customXml" Target="../ink/ink808.xml"/><Relationship Id="rId115" Type="http://schemas.openxmlformats.org/officeDocument/2006/relationships/customXml" Target="../ink/ink846.xml"/><Relationship Id="rId136" Type="http://schemas.openxmlformats.org/officeDocument/2006/relationships/image" Target="../media/image687.png"/><Relationship Id="rId157" Type="http://schemas.openxmlformats.org/officeDocument/2006/relationships/customXml" Target="../ink/ink867.xml"/><Relationship Id="rId178" Type="http://schemas.openxmlformats.org/officeDocument/2006/relationships/image" Target="../media/image709.png"/><Relationship Id="rId61" Type="http://schemas.openxmlformats.org/officeDocument/2006/relationships/image" Target="../media/image650.png"/><Relationship Id="rId82" Type="http://schemas.openxmlformats.org/officeDocument/2006/relationships/image" Target="../media/image660.png"/><Relationship Id="rId199" Type="http://schemas.openxmlformats.org/officeDocument/2006/relationships/image" Target="../media/image718.png"/><Relationship Id="rId203" Type="http://schemas.openxmlformats.org/officeDocument/2006/relationships/image" Target="../media/image720.png"/><Relationship Id="rId19" Type="http://schemas.openxmlformats.org/officeDocument/2006/relationships/image" Target="../media/image629.png"/><Relationship Id="rId224" Type="http://schemas.openxmlformats.org/officeDocument/2006/relationships/customXml" Target="../ink/ink902.xml"/><Relationship Id="rId245" Type="http://schemas.openxmlformats.org/officeDocument/2006/relationships/customXml" Target="../ink/ink913.xml"/><Relationship Id="rId30" Type="http://schemas.openxmlformats.org/officeDocument/2006/relationships/customXml" Target="../ink/ink803.xml"/><Relationship Id="rId105" Type="http://schemas.openxmlformats.org/officeDocument/2006/relationships/customXml" Target="../ink/ink841.xml"/><Relationship Id="rId126" Type="http://schemas.openxmlformats.org/officeDocument/2006/relationships/image" Target="../media/image682.png"/><Relationship Id="rId147" Type="http://schemas.openxmlformats.org/officeDocument/2006/relationships/customXml" Target="../ink/ink862.xml"/><Relationship Id="rId168" Type="http://schemas.openxmlformats.org/officeDocument/2006/relationships/image" Target="../media/image703.png"/><Relationship Id="rId51" Type="http://schemas.openxmlformats.org/officeDocument/2006/relationships/image" Target="../media/image645.png"/><Relationship Id="rId72" Type="http://schemas.openxmlformats.org/officeDocument/2006/relationships/customXml" Target="../ink/ink824.xml"/><Relationship Id="rId93" Type="http://schemas.openxmlformats.org/officeDocument/2006/relationships/customXml" Target="../ink/ink835.xml"/><Relationship Id="rId189" Type="http://schemas.openxmlformats.org/officeDocument/2006/relationships/image" Target="../media/image714.png"/><Relationship Id="rId3" Type="http://schemas.openxmlformats.org/officeDocument/2006/relationships/image" Target="../media/image621.png"/><Relationship Id="rId214" Type="http://schemas.openxmlformats.org/officeDocument/2006/relationships/customXml" Target="../ink/ink897.xml"/><Relationship Id="rId235" Type="http://schemas.openxmlformats.org/officeDocument/2006/relationships/image" Target="../media/image736.png"/><Relationship Id="rId116" Type="http://schemas.openxmlformats.org/officeDocument/2006/relationships/image" Target="../media/image677.png"/><Relationship Id="rId137" Type="http://schemas.openxmlformats.org/officeDocument/2006/relationships/customXml" Target="../ink/ink857.xml"/><Relationship Id="rId158" Type="http://schemas.openxmlformats.org/officeDocument/2006/relationships/image" Target="../media/image698.png"/><Relationship Id="rId20" Type="http://schemas.openxmlformats.org/officeDocument/2006/relationships/customXml" Target="../ink/ink798.xml"/><Relationship Id="rId41" Type="http://schemas.openxmlformats.org/officeDocument/2006/relationships/image" Target="../media/image640.png"/><Relationship Id="rId62" Type="http://schemas.openxmlformats.org/officeDocument/2006/relationships/customXml" Target="../ink/ink819.xml"/><Relationship Id="rId83" Type="http://schemas.openxmlformats.org/officeDocument/2006/relationships/customXml" Target="../ink/ink830.xml"/><Relationship Id="rId179" Type="http://schemas.openxmlformats.org/officeDocument/2006/relationships/customXml" Target="../ink/ink878.xml"/><Relationship Id="rId190" Type="http://schemas.openxmlformats.org/officeDocument/2006/relationships/customXml" Target="../ink/ink884.xml"/><Relationship Id="rId204" Type="http://schemas.openxmlformats.org/officeDocument/2006/relationships/customXml" Target="../ink/ink892.xml"/><Relationship Id="rId225" Type="http://schemas.openxmlformats.org/officeDocument/2006/relationships/image" Target="../media/image731.png"/><Relationship Id="rId246" Type="http://schemas.openxmlformats.org/officeDocument/2006/relationships/image" Target="../media/image741.png"/><Relationship Id="rId106" Type="http://schemas.openxmlformats.org/officeDocument/2006/relationships/image" Target="../media/image672.png"/><Relationship Id="rId127" Type="http://schemas.openxmlformats.org/officeDocument/2006/relationships/customXml" Target="../ink/ink852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72.xml"/><Relationship Id="rId299" Type="http://schemas.openxmlformats.org/officeDocument/2006/relationships/image" Target="../media/image417.png"/><Relationship Id="rId21" Type="http://schemas.openxmlformats.org/officeDocument/2006/relationships/customXml" Target="../ink/ink924.xml"/><Relationship Id="rId63" Type="http://schemas.openxmlformats.org/officeDocument/2006/relationships/customXml" Target="../ink/ink945.xml"/><Relationship Id="rId159" Type="http://schemas.openxmlformats.org/officeDocument/2006/relationships/customXml" Target="../ink/ink993.xml"/><Relationship Id="rId324" Type="http://schemas.openxmlformats.org/officeDocument/2006/relationships/image" Target="../media/image7030.png"/><Relationship Id="rId170" Type="http://schemas.openxmlformats.org/officeDocument/2006/relationships/image" Target="../media/image6280.png"/><Relationship Id="rId226" Type="http://schemas.openxmlformats.org/officeDocument/2006/relationships/customXml" Target="../ink/ink1027.xml"/><Relationship Id="rId268" Type="http://schemas.openxmlformats.org/officeDocument/2006/relationships/customXml" Target="../ink/ink1048.xml"/><Relationship Id="rId32" Type="http://schemas.openxmlformats.org/officeDocument/2006/relationships/image" Target="../media/image5600.png"/><Relationship Id="rId74" Type="http://schemas.openxmlformats.org/officeDocument/2006/relationships/image" Target="../media/image5811.png"/><Relationship Id="rId128" Type="http://schemas.openxmlformats.org/officeDocument/2006/relationships/image" Target="../media/image6080.png"/><Relationship Id="rId5" Type="http://schemas.openxmlformats.org/officeDocument/2006/relationships/customXml" Target="../ink/ink916.xml"/><Relationship Id="rId181" Type="http://schemas.openxmlformats.org/officeDocument/2006/relationships/customXml" Target="../ink/ink1004.xml"/><Relationship Id="rId237" Type="http://schemas.openxmlformats.org/officeDocument/2006/relationships/image" Target="../media/image6611.png"/><Relationship Id="rId279" Type="http://schemas.openxmlformats.org/officeDocument/2006/relationships/image" Target="../media/image6820.png"/><Relationship Id="rId43" Type="http://schemas.openxmlformats.org/officeDocument/2006/relationships/customXml" Target="../ink/ink935.xml"/><Relationship Id="rId139" Type="http://schemas.openxmlformats.org/officeDocument/2006/relationships/customXml" Target="../ink/ink983.xml"/><Relationship Id="rId290" Type="http://schemas.openxmlformats.org/officeDocument/2006/relationships/customXml" Target="../ink/ink1059.xml"/><Relationship Id="rId304" Type="http://schemas.openxmlformats.org/officeDocument/2006/relationships/customXml" Target="../ink/ink1066.xml"/><Relationship Id="rId85" Type="http://schemas.openxmlformats.org/officeDocument/2006/relationships/customXml" Target="../ink/ink956.xml"/><Relationship Id="rId150" Type="http://schemas.openxmlformats.org/officeDocument/2006/relationships/image" Target="../media/image6190.png"/><Relationship Id="rId192" Type="http://schemas.openxmlformats.org/officeDocument/2006/relationships/image" Target="../media/image6390.png"/><Relationship Id="rId206" Type="http://schemas.openxmlformats.org/officeDocument/2006/relationships/image" Target="../media/image6460.png"/><Relationship Id="rId248" Type="http://schemas.openxmlformats.org/officeDocument/2006/relationships/customXml" Target="../ink/ink1038.xml"/><Relationship Id="rId12" Type="http://schemas.openxmlformats.org/officeDocument/2006/relationships/image" Target="../media/image5500.png"/><Relationship Id="rId108" Type="http://schemas.openxmlformats.org/officeDocument/2006/relationships/image" Target="../media/image5980.png"/><Relationship Id="rId315" Type="http://schemas.openxmlformats.org/officeDocument/2006/relationships/image" Target="../media/image6990.png"/><Relationship Id="rId54" Type="http://schemas.openxmlformats.org/officeDocument/2006/relationships/image" Target="../media/image5711.png"/><Relationship Id="rId96" Type="http://schemas.openxmlformats.org/officeDocument/2006/relationships/image" Target="../media/image5920.png"/><Relationship Id="rId161" Type="http://schemas.openxmlformats.org/officeDocument/2006/relationships/customXml" Target="../ink/ink994.xml"/><Relationship Id="rId217" Type="http://schemas.openxmlformats.org/officeDocument/2006/relationships/customXml" Target="../ink/ink1022.xml"/><Relationship Id="rId259" Type="http://schemas.openxmlformats.org/officeDocument/2006/relationships/image" Target="../media/image6720.png"/><Relationship Id="rId23" Type="http://schemas.openxmlformats.org/officeDocument/2006/relationships/customXml" Target="../ink/ink925.xml"/><Relationship Id="rId119" Type="http://schemas.openxmlformats.org/officeDocument/2006/relationships/customXml" Target="../ink/ink973.xml"/><Relationship Id="rId270" Type="http://schemas.openxmlformats.org/officeDocument/2006/relationships/customXml" Target="../ink/ink1049.xml"/><Relationship Id="rId326" Type="http://schemas.openxmlformats.org/officeDocument/2006/relationships/image" Target="../media/image7040.png"/><Relationship Id="rId65" Type="http://schemas.openxmlformats.org/officeDocument/2006/relationships/customXml" Target="../ink/ink946.xml"/><Relationship Id="rId130" Type="http://schemas.openxmlformats.org/officeDocument/2006/relationships/image" Target="../media/image6090.png"/><Relationship Id="rId172" Type="http://schemas.openxmlformats.org/officeDocument/2006/relationships/image" Target="../media/image6290.png"/><Relationship Id="rId228" Type="http://schemas.openxmlformats.org/officeDocument/2006/relationships/customXml" Target="../ink/ink1028.xml"/><Relationship Id="rId281" Type="http://schemas.openxmlformats.org/officeDocument/2006/relationships/image" Target="../media/image6830.png"/><Relationship Id="rId34" Type="http://schemas.openxmlformats.org/officeDocument/2006/relationships/image" Target="../media/image5611.png"/><Relationship Id="rId76" Type="http://schemas.openxmlformats.org/officeDocument/2006/relationships/image" Target="../media/image5820.png"/><Relationship Id="rId141" Type="http://schemas.openxmlformats.org/officeDocument/2006/relationships/customXml" Target="../ink/ink984.xml"/><Relationship Id="rId7" Type="http://schemas.openxmlformats.org/officeDocument/2006/relationships/customXml" Target="../ink/ink917.xml"/><Relationship Id="rId162" Type="http://schemas.openxmlformats.org/officeDocument/2006/relationships/image" Target="../media/image6240.png"/><Relationship Id="rId183" Type="http://schemas.openxmlformats.org/officeDocument/2006/relationships/customXml" Target="../ink/ink1005.xml"/><Relationship Id="rId218" Type="http://schemas.openxmlformats.org/officeDocument/2006/relationships/image" Target="../media/image6520.png"/><Relationship Id="rId239" Type="http://schemas.openxmlformats.org/officeDocument/2006/relationships/image" Target="../media/image6620.png"/><Relationship Id="rId250" Type="http://schemas.openxmlformats.org/officeDocument/2006/relationships/customXml" Target="../ink/ink1039.xml"/><Relationship Id="rId271" Type="http://schemas.openxmlformats.org/officeDocument/2006/relationships/image" Target="../media/image6780.png"/><Relationship Id="rId292" Type="http://schemas.openxmlformats.org/officeDocument/2006/relationships/customXml" Target="../ink/ink1060.xml"/><Relationship Id="rId306" Type="http://schemas.openxmlformats.org/officeDocument/2006/relationships/customXml" Target="../ink/ink1067.xml"/><Relationship Id="rId24" Type="http://schemas.openxmlformats.org/officeDocument/2006/relationships/image" Target="../media/image5560.png"/><Relationship Id="rId45" Type="http://schemas.openxmlformats.org/officeDocument/2006/relationships/customXml" Target="../ink/ink936.xml"/><Relationship Id="rId66" Type="http://schemas.openxmlformats.org/officeDocument/2006/relationships/image" Target="../media/image5770.png"/><Relationship Id="rId87" Type="http://schemas.openxmlformats.org/officeDocument/2006/relationships/customXml" Target="../ink/ink957.xml"/><Relationship Id="rId110" Type="http://schemas.openxmlformats.org/officeDocument/2006/relationships/image" Target="../media/image5990.png"/><Relationship Id="rId131" Type="http://schemas.openxmlformats.org/officeDocument/2006/relationships/customXml" Target="../ink/ink979.xml"/><Relationship Id="rId327" Type="http://schemas.openxmlformats.org/officeDocument/2006/relationships/customXml" Target="../ink/ink1078.xml"/><Relationship Id="rId152" Type="http://schemas.openxmlformats.org/officeDocument/2006/relationships/image" Target="../media/image381.png"/><Relationship Id="rId173" Type="http://schemas.openxmlformats.org/officeDocument/2006/relationships/customXml" Target="../ink/ink1000.xml"/><Relationship Id="rId194" Type="http://schemas.openxmlformats.org/officeDocument/2006/relationships/image" Target="../media/image6400.png"/><Relationship Id="rId208" Type="http://schemas.openxmlformats.org/officeDocument/2006/relationships/image" Target="../media/image6470.png"/><Relationship Id="rId229" Type="http://schemas.openxmlformats.org/officeDocument/2006/relationships/image" Target="../media/image6570.png"/><Relationship Id="rId240" Type="http://schemas.openxmlformats.org/officeDocument/2006/relationships/customXml" Target="../ink/ink1034.xml"/><Relationship Id="rId261" Type="http://schemas.openxmlformats.org/officeDocument/2006/relationships/image" Target="../media/image6730.png"/><Relationship Id="rId14" Type="http://schemas.openxmlformats.org/officeDocument/2006/relationships/image" Target="../media/image5511.png"/><Relationship Id="rId35" Type="http://schemas.openxmlformats.org/officeDocument/2006/relationships/customXml" Target="../ink/ink931.xml"/><Relationship Id="rId56" Type="http://schemas.openxmlformats.org/officeDocument/2006/relationships/image" Target="../media/image5720.png"/><Relationship Id="rId77" Type="http://schemas.openxmlformats.org/officeDocument/2006/relationships/customXml" Target="../ink/ink952.xml"/><Relationship Id="rId100" Type="http://schemas.openxmlformats.org/officeDocument/2006/relationships/image" Target="../media/image5940.png"/><Relationship Id="rId282" Type="http://schemas.openxmlformats.org/officeDocument/2006/relationships/customXml" Target="../ink/ink1055.xml"/><Relationship Id="rId317" Type="http://schemas.openxmlformats.org/officeDocument/2006/relationships/customXml" Target="../ink/ink1073.xml"/><Relationship Id="rId8" Type="http://schemas.openxmlformats.org/officeDocument/2006/relationships/image" Target="../media/image5480.png"/><Relationship Id="rId98" Type="http://schemas.openxmlformats.org/officeDocument/2006/relationships/image" Target="../media/image5930.png"/><Relationship Id="rId121" Type="http://schemas.openxmlformats.org/officeDocument/2006/relationships/customXml" Target="../ink/ink974.xml"/><Relationship Id="rId142" Type="http://schemas.openxmlformats.org/officeDocument/2006/relationships/image" Target="../media/image6150.png"/><Relationship Id="rId163" Type="http://schemas.openxmlformats.org/officeDocument/2006/relationships/customXml" Target="../ink/ink995.xml"/><Relationship Id="rId184" Type="http://schemas.openxmlformats.org/officeDocument/2006/relationships/image" Target="../media/image6350.png"/><Relationship Id="rId219" Type="http://schemas.openxmlformats.org/officeDocument/2006/relationships/customXml" Target="../ink/ink1023.xml"/><Relationship Id="rId230" Type="http://schemas.openxmlformats.org/officeDocument/2006/relationships/customXml" Target="../ink/ink1029.xml"/><Relationship Id="rId251" Type="http://schemas.openxmlformats.org/officeDocument/2006/relationships/image" Target="../media/image6680.png"/><Relationship Id="rId25" Type="http://schemas.openxmlformats.org/officeDocument/2006/relationships/customXml" Target="../ink/ink926.xml"/><Relationship Id="rId46" Type="http://schemas.openxmlformats.org/officeDocument/2006/relationships/image" Target="../media/image5670.png"/><Relationship Id="rId67" Type="http://schemas.openxmlformats.org/officeDocument/2006/relationships/customXml" Target="../ink/ink947.xml"/><Relationship Id="rId272" Type="http://schemas.openxmlformats.org/officeDocument/2006/relationships/customXml" Target="../ink/ink1050.xml"/><Relationship Id="rId293" Type="http://schemas.openxmlformats.org/officeDocument/2006/relationships/image" Target="../media/image6890.png"/><Relationship Id="rId307" Type="http://schemas.openxmlformats.org/officeDocument/2006/relationships/image" Target="../media/image6950.png"/><Relationship Id="rId328" Type="http://schemas.openxmlformats.org/officeDocument/2006/relationships/image" Target="../media/image742.png"/><Relationship Id="rId88" Type="http://schemas.openxmlformats.org/officeDocument/2006/relationships/image" Target="../media/image5880.png"/><Relationship Id="rId111" Type="http://schemas.openxmlformats.org/officeDocument/2006/relationships/customXml" Target="../ink/ink969.xml"/><Relationship Id="rId132" Type="http://schemas.openxmlformats.org/officeDocument/2006/relationships/image" Target="../media/image6101.png"/><Relationship Id="rId153" Type="http://schemas.openxmlformats.org/officeDocument/2006/relationships/customXml" Target="../ink/ink990.xml"/><Relationship Id="rId174" Type="http://schemas.openxmlformats.org/officeDocument/2006/relationships/image" Target="../media/image6300.png"/><Relationship Id="rId195" Type="http://schemas.openxmlformats.org/officeDocument/2006/relationships/customXml" Target="../ink/ink1011.xml"/><Relationship Id="rId209" Type="http://schemas.openxmlformats.org/officeDocument/2006/relationships/customXml" Target="../ink/ink1018.xml"/><Relationship Id="rId220" Type="http://schemas.openxmlformats.org/officeDocument/2006/relationships/image" Target="../media/image6530.png"/><Relationship Id="rId241" Type="http://schemas.openxmlformats.org/officeDocument/2006/relationships/image" Target="../media/image6630.png"/><Relationship Id="rId15" Type="http://schemas.openxmlformats.org/officeDocument/2006/relationships/customXml" Target="../ink/ink921.xml"/><Relationship Id="rId36" Type="http://schemas.openxmlformats.org/officeDocument/2006/relationships/image" Target="../media/image5620.png"/><Relationship Id="rId57" Type="http://schemas.openxmlformats.org/officeDocument/2006/relationships/customXml" Target="../ink/ink942.xml"/><Relationship Id="rId262" Type="http://schemas.openxmlformats.org/officeDocument/2006/relationships/customXml" Target="../ink/ink1045.xml"/><Relationship Id="rId283" Type="http://schemas.openxmlformats.org/officeDocument/2006/relationships/image" Target="../media/image6840.png"/><Relationship Id="rId318" Type="http://schemas.openxmlformats.org/officeDocument/2006/relationships/image" Target="../media/image7000.png"/><Relationship Id="rId78" Type="http://schemas.openxmlformats.org/officeDocument/2006/relationships/image" Target="../media/image5830.png"/><Relationship Id="rId99" Type="http://schemas.openxmlformats.org/officeDocument/2006/relationships/customXml" Target="../ink/ink963.xml"/><Relationship Id="rId101" Type="http://schemas.openxmlformats.org/officeDocument/2006/relationships/customXml" Target="../ink/ink964.xml"/><Relationship Id="rId122" Type="http://schemas.openxmlformats.org/officeDocument/2006/relationships/image" Target="../media/image6050.png"/><Relationship Id="rId143" Type="http://schemas.openxmlformats.org/officeDocument/2006/relationships/customXml" Target="../ink/ink985.xml"/><Relationship Id="rId164" Type="http://schemas.openxmlformats.org/officeDocument/2006/relationships/image" Target="../media/image6250.png"/><Relationship Id="rId185" Type="http://schemas.openxmlformats.org/officeDocument/2006/relationships/customXml" Target="../ink/ink1006.xml"/><Relationship Id="rId9" Type="http://schemas.openxmlformats.org/officeDocument/2006/relationships/customXml" Target="../ink/ink918.xml"/><Relationship Id="rId210" Type="http://schemas.openxmlformats.org/officeDocument/2006/relationships/image" Target="../media/image6480.png"/><Relationship Id="rId26" Type="http://schemas.openxmlformats.org/officeDocument/2006/relationships/image" Target="../media/image5570.png"/><Relationship Id="rId231" Type="http://schemas.openxmlformats.org/officeDocument/2006/relationships/image" Target="../media/image6580.png"/><Relationship Id="rId252" Type="http://schemas.openxmlformats.org/officeDocument/2006/relationships/customXml" Target="../ink/ink1040.xml"/><Relationship Id="rId273" Type="http://schemas.openxmlformats.org/officeDocument/2006/relationships/image" Target="../media/image6790.png"/><Relationship Id="rId294" Type="http://schemas.openxmlformats.org/officeDocument/2006/relationships/customXml" Target="../ink/ink1061.xml"/><Relationship Id="rId308" Type="http://schemas.openxmlformats.org/officeDocument/2006/relationships/customXml" Target="../ink/ink1068.xml"/><Relationship Id="rId47" Type="http://schemas.openxmlformats.org/officeDocument/2006/relationships/customXml" Target="../ink/ink937.xml"/><Relationship Id="rId68" Type="http://schemas.openxmlformats.org/officeDocument/2006/relationships/image" Target="../media/image5780.png"/><Relationship Id="rId89" Type="http://schemas.openxmlformats.org/officeDocument/2006/relationships/customXml" Target="../ink/ink958.xml"/><Relationship Id="rId112" Type="http://schemas.openxmlformats.org/officeDocument/2006/relationships/image" Target="../media/image6000.png"/><Relationship Id="rId133" Type="http://schemas.openxmlformats.org/officeDocument/2006/relationships/customXml" Target="../ink/ink980.xml"/><Relationship Id="rId154" Type="http://schemas.openxmlformats.org/officeDocument/2006/relationships/image" Target="../media/image6200.png"/><Relationship Id="rId175" Type="http://schemas.openxmlformats.org/officeDocument/2006/relationships/customXml" Target="../ink/ink1001.xml"/><Relationship Id="rId196" Type="http://schemas.openxmlformats.org/officeDocument/2006/relationships/image" Target="../media/image6411.png"/><Relationship Id="rId200" Type="http://schemas.openxmlformats.org/officeDocument/2006/relationships/image" Target="../media/image6430.png"/><Relationship Id="rId16" Type="http://schemas.openxmlformats.org/officeDocument/2006/relationships/image" Target="../media/image5520.png"/><Relationship Id="rId221" Type="http://schemas.openxmlformats.org/officeDocument/2006/relationships/customXml" Target="../ink/ink1024.xml"/><Relationship Id="rId242" Type="http://schemas.openxmlformats.org/officeDocument/2006/relationships/customXml" Target="../ink/ink1035.xml"/><Relationship Id="rId263" Type="http://schemas.openxmlformats.org/officeDocument/2006/relationships/image" Target="../media/image6740.png"/><Relationship Id="rId284" Type="http://schemas.openxmlformats.org/officeDocument/2006/relationships/customXml" Target="../ink/ink1056.xml"/><Relationship Id="rId319" Type="http://schemas.openxmlformats.org/officeDocument/2006/relationships/customXml" Target="../ink/ink1074.xml"/><Relationship Id="rId37" Type="http://schemas.openxmlformats.org/officeDocument/2006/relationships/customXml" Target="../ink/ink932.xml"/><Relationship Id="rId58" Type="http://schemas.openxmlformats.org/officeDocument/2006/relationships/image" Target="../media/image5730.png"/><Relationship Id="rId79" Type="http://schemas.openxmlformats.org/officeDocument/2006/relationships/customXml" Target="../ink/ink953.xml"/><Relationship Id="rId102" Type="http://schemas.openxmlformats.org/officeDocument/2006/relationships/image" Target="../media/image5950.png"/><Relationship Id="rId123" Type="http://schemas.openxmlformats.org/officeDocument/2006/relationships/customXml" Target="../ink/ink975.xml"/><Relationship Id="rId144" Type="http://schemas.openxmlformats.org/officeDocument/2006/relationships/image" Target="../media/image6160.png"/><Relationship Id="rId90" Type="http://schemas.openxmlformats.org/officeDocument/2006/relationships/image" Target="../media/image5890.png"/><Relationship Id="rId165" Type="http://schemas.openxmlformats.org/officeDocument/2006/relationships/customXml" Target="../ink/ink996.xml"/><Relationship Id="rId186" Type="http://schemas.openxmlformats.org/officeDocument/2006/relationships/image" Target="../media/image6360.png"/><Relationship Id="rId211" Type="http://schemas.openxmlformats.org/officeDocument/2006/relationships/customXml" Target="../ink/ink1019.xml"/><Relationship Id="rId232" Type="http://schemas.openxmlformats.org/officeDocument/2006/relationships/customXml" Target="../ink/ink1030.xml"/><Relationship Id="rId253" Type="http://schemas.openxmlformats.org/officeDocument/2006/relationships/image" Target="../media/image6690.png"/><Relationship Id="rId274" Type="http://schemas.openxmlformats.org/officeDocument/2006/relationships/customXml" Target="../ink/ink1051.xml"/><Relationship Id="rId295" Type="http://schemas.openxmlformats.org/officeDocument/2006/relationships/image" Target="../media/image6900.png"/><Relationship Id="rId309" Type="http://schemas.openxmlformats.org/officeDocument/2006/relationships/image" Target="../media/image6960.png"/><Relationship Id="rId27" Type="http://schemas.openxmlformats.org/officeDocument/2006/relationships/customXml" Target="../ink/ink927.xml"/><Relationship Id="rId48" Type="http://schemas.openxmlformats.org/officeDocument/2006/relationships/image" Target="../media/image5680.png"/><Relationship Id="rId69" Type="http://schemas.openxmlformats.org/officeDocument/2006/relationships/customXml" Target="../ink/ink948.xml"/><Relationship Id="rId113" Type="http://schemas.openxmlformats.org/officeDocument/2006/relationships/customXml" Target="../ink/ink970.xml"/><Relationship Id="rId134" Type="http://schemas.openxmlformats.org/officeDocument/2006/relationships/image" Target="../media/image6111.png"/><Relationship Id="rId320" Type="http://schemas.openxmlformats.org/officeDocument/2006/relationships/image" Target="../media/image7010.png"/><Relationship Id="rId80" Type="http://schemas.openxmlformats.org/officeDocument/2006/relationships/image" Target="../media/image5840.png"/><Relationship Id="rId155" Type="http://schemas.openxmlformats.org/officeDocument/2006/relationships/customXml" Target="../ink/ink991.xml"/><Relationship Id="rId176" Type="http://schemas.openxmlformats.org/officeDocument/2006/relationships/image" Target="../media/image6311.png"/><Relationship Id="rId197" Type="http://schemas.openxmlformats.org/officeDocument/2006/relationships/customXml" Target="../ink/ink1012.xml"/><Relationship Id="rId201" Type="http://schemas.openxmlformats.org/officeDocument/2006/relationships/customXml" Target="../ink/ink1014.xml"/><Relationship Id="rId222" Type="http://schemas.openxmlformats.org/officeDocument/2006/relationships/image" Target="../media/image6540.png"/><Relationship Id="rId243" Type="http://schemas.openxmlformats.org/officeDocument/2006/relationships/image" Target="../media/image6640.png"/><Relationship Id="rId264" Type="http://schemas.openxmlformats.org/officeDocument/2006/relationships/customXml" Target="../ink/ink1046.xml"/><Relationship Id="rId285" Type="http://schemas.openxmlformats.org/officeDocument/2006/relationships/image" Target="../media/image6850.png"/><Relationship Id="rId17" Type="http://schemas.openxmlformats.org/officeDocument/2006/relationships/customXml" Target="../ink/ink922.xml"/><Relationship Id="rId38" Type="http://schemas.openxmlformats.org/officeDocument/2006/relationships/image" Target="../media/image5630.png"/><Relationship Id="rId59" Type="http://schemas.openxmlformats.org/officeDocument/2006/relationships/customXml" Target="../ink/ink943.xml"/><Relationship Id="rId103" Type="http://schemas.openxmlformats.org/officeDocument/2006/relationships/customXml" Target="../ink/ink965.xml"/><Relationship Id="rId124" Type="http://schemas.openxmlformats.org/officeDocument/2006/relationships/image" Target="../media/image6060.png"/><Relationship Id="rId310" Type="http://schemas.openxmlformats.org/officeDocument/2006/relationships/customXml" Target="../ink/ink1069.xml"/><Relationship Id="rId70" Type="http://schemas.openxmlformats.org/officeDocument/2006/relationships/image" Target="../media/image5790.png"/><Relationship Id="rId91" Type="http://schemas.openxmlformats.org/officeDocument/2006/relationships/customXml" Target="../ink/ink959.xml"/><Relationship Id="rId145" Type="http://schemas.openxmlformats.org/officeDocument/2006/relationships/customXml" Target="../ink/ink986.xml"/><Relationship Id="rId166" Type="http://schemas.openxmlformats.org/officeDocument/2006/relationships/image" Target="../media/image6260.png"/><Relationship Id="rId187" Type="http://schemas.openxmlformats.org/officeDocument/2006/relationships/customXml" Target="../ink/ink100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6490.png"/><Relationship Id="rId233" Type="http://schemas.openxmlformats.org/officeDocument/2006/relationships/image" Target="../media/image6590.png"/><Relationship Id="rId254" Type="http://schemas.openxmlformats.org/officeDocument/2006/relationships/customXml" Target="../ink/ink1041.xml"/><Relationship Id="rId28" Type="http://schemas.openxmlformats.org/officeDocument/2006/relationships/image" Target="../media/image5580.png"/><Relationship Id="rId49" Type="http://schemas.openxmlformats.org/officeDocument/2006/relationships/customXml" Target="../ink/ink938.xml"/><Relationship Id="rId114" Type="http://schemas.openxmlformats.org/officeDocument/2006/relationships/image" Target="../media/image6011.png"/><Relationship Id="rId275" Type="http://schemas.openxmlformats.org/officeDocument/2006/relationships/image" Target="../media/image6800.png"/><Relationship Id="rId296" Type="http://schemas.openxmlformats.org/officeDocument/2006/relationships/customXml" Target="../ink/ink1062.xml"/><Relationship Id="rId300" Type="http://schemas.openxmlformats.org/officeDocument/2006/relationships/customXml" Target="../ink/ink1064.xml"/><Relationship Id="rId60" Type="http://schemas.openxmlformats.org/officeDocument/2006/relationships/image" Target="../media/image5740.png"/><Relationship Id="rId81" Type="http://schemas.openxmlformats.org/officeDocument/2006/relationships/customXml" Target="../ink/ink954.xml"/><Relationship Id="rId135" Type="http://schemas.openxmlformats.org/officeDocument/2006/relationships/customXml" Target="../ink/ink981.xml"/><Relationship Id="rId156" Type="http://schemas.openxmlformats.org/officeDocument/2006/relationships/image" Target="../media/image6211.png"/><Relationship Id="rId177" Type="http://schemas.openxmlformats.org/officeDocument/2006/relationships/customXml" Target="../ink/ink1002.xml"/><Relationship Id="rId198" Type="http://schemas.openxmlformats.org/officeDocument/2006/relationships/image" Target="../media/image6420.png"/><Relationship Id="rId321" Type="http://schemas.openxmlformats.org/officeDocument/2006/relationships/customXml" Target="../ink/ink1075.xml"/><Relationship Id="rId202" Type="http://schemas.openxmlformats.org/officeDocument/2006/relationships/image" Target="../media/image6440.png"/><Relationship Id="rId223" Type="http://schemas.openxmlformats.org/officeDocument/2006/relationships/customXml" Target="../ink/ink1025.xml"/><Relationship Id="rId244" Type="http://schemas.openxmlformats.org/officeDocument/2006/relationships/customXml" Target="../ink/ink1036.xml"/><Relationship Id="rId18" Type="http://schemas.openxmlformats.org/officeDocument/2006/relationships/image" Target="../media/image5530.png"/><Relationship Id="rId39" Type="http://schemas.openxmlformats.org/officeDocument/2006/relationships/customXml" Target="../ink/ink933.xml"/><Relationship Id="rId265" Type="http://schemas.openxmlformats.org/officeDocument/2006/relationships/image" Target="../media/image6750.png"/><Relationship Id="rId286" Type="http://schemas.openxmlformats.org/officeDocument/2006/relationships/customXml" Target="../ink/ink1057.xml"/><Relationship Id="rId50" Type="http://schemas.openxmlformats.org/officeDocument/2006/relationships/image" Target="../media/image5690.png"/><Relationship Id="rId104" Type="http://schemas.openxmlformats.org/officeDocument/2006/relationships/image" Target="../media/image5960.png"/><Relationship Id="rId125" Type="http://schemas.openxmlformats.org/officeDocument/2006/relationships/customXml" Target="../ink/ink976.xml"/><Relationship Id="rId146" Type="http://schemas.openxmlformats.org/officeDocument/2006/relationships/image" Target="../media/image6170.png"/><Relationship Id="rId167" Type="http://schemas.openxmlformats.org/officeDocument/2006/relationships/customXml" Target="../ink/ink997.xml"/><Relationship Id="rId188" Type="http://schemas.openxmlformats.org/officeDocument/2006/relationships/image" Target="../media/image6370.png"/><Relationship Id="rId311" Type="http://schemas.openxmlformats.org/officeDocument/2006/relationships/image" Target="../media/image6970.png"/><Relationship Id="rId71" Type="http://schemas.openxmlformats.org/officeDocument/2006/relationships/customXml" Target="../ink/ink949.xml"/><Relationship Id="rId92" Type="http://schemas.openxmlformats.org/officeDocument/2006/relationships/image" Target="../media/image5900.png"/><Relationship Id="rId213" Type="http://schemas.openxmlformats.org/officeDocument/2006/relationships/customXml" Target="../ink/ink1020.xml"/><Relationship Id="rId234" Type="http://schemas.openxmlformats.org/officeDocument/2006/relationships/customXml" Target="../ink/ink1031.xml"/><Relationship Id="rId2" Type="http://schemas.openxmlformats.org/officeDocument/2006/relationships/image" Target="../media/image6.emf"/><Relationship Id="rId29" Type="http://schemas.openxmlformats.org/officeDocument/2006/relationships/customXml" Target="../ink/ink928.xml"/><Relationship Id="rId255" Type="http://schemas.openxmlformats.org/officeDocument/2006/relationships/image" Target="../media/image6700.png"/><Relationship Id="rId276" Type="http://schemas.openxmlformats.org/officeDocument/2006/relationships/customXml" Target="../ink/ink1052.xml"/><Relationship Id="rId297" Type="http://schemas.openxmlformats.org/officeDocument/2006/relationships/image" Target="../media/image6911.png"/><Relationship Id="rId40" Type="http://schemas.openxmlformats.org/officeDocument/2006/relationships/image" Target="../media/image5640.png"/><Relationship Id="rId115" Type="http://schemas.openxmlformats.org/officeDocument/2006/relationships/customXml" Target="../ink/ink971.xml"/><Relationship Id="rId136" Type="http://schemas.openxmlformats.org/officeDocument/2006/relationships/image" Target="../media/image6120.png"/><Relationship Id="rId157" Type="http://schemas.openxmlformats.org/officeDocument/2006/relationships/customXml" Target="../ink/ink992.xml"/><Relationship Id="rId178" Type="http://schemas.openxmlformats.org/officeDocument/2006/relationships/image" Target="../media/image6320.png"/><Relationship Id="rId301" Type="http://schemas.openxmlformats.org/officeDocument/2006/relationships/image" Target="../media/image6920.png"/><Relationship Id="rId322" Type="http://schemas.openxmlformats.org/officeDocument/2006/relationships/image" Target="../media/image7020.png"/><Relationship Id="rId61" Type="http://schemas.openxmlformats.org/officeDocument/2006/relationships/customXml" Target="../ink/ink944.xml"/><Relationship Id="rId82" Type="http://schemas.openxmlformats.org/officeDocument/2006/relationships/image" Target="../media/image5850.png"/><Relationship Id="rId199" Type="http://schemas.openxmlformats.org/officeDocument/2006/relationships/customXml" Target="../ink/ink1013.xml"/><Relationship Id="rId203" Type="http://schemas.openxmlformats.org/officeDocument/2006/relationships/customXml" Target="../ink/ink1015.xml"/><Relationship Id="rId19" Type="http://schemas.openxmlformats.org/officeDocument/2006/relationships/customXml" Target="../ink/ink923.xml"/><Relationship Id="rId224" Type="http://schemas.openxmlformats.org/officeDocument/2006/relationships/customXml" Target="../ink/ink1026.xml"/><Relationship Id="rId245" Type="http://schemas.openxmlformats.org/officeDocument/2006/relationships/image" Target="../media/image6650.png"/><Relationship Id="rId266" Type="http://schemas.openxmlformats.org/officeDocument/2006/relationships/customXml" Target="../ink/ink1047.xml"/><Relationship Id="rId287" Type="http://schemas.openxmlformats.org/officeDocument/2006/relationships/image" Target="../media/image6860.png"/><Relationship Id="rId30" Type="http://schemas.openxmlformats.org/officeDocument/2006/relationships/image" Target="../media/image5590.png"/><Relationship Id="rId105" Type="http://schemas.openxmlformats.org/officeDocument/2006/relationships/customXml" Target="../ink/ink966.xml"/><Relationship Id="rId126" Type="http://schemas.openxmlformats.org/officeDocument/2006/relationships/image" Target="../media/image6070.png"/><Relationship Id="rId147" Type="http://schemas.openxmlformats.org/officeDocument/2006/relationships/customXml" Target="../ink/ink987.xml"/><Relationship Id="rId168" Type="http://schemas.openxmlformats.org/officeDocument/2006/relationships/image" Target="../media/image6270.png"/><Relationship Id="rId312" Type="http://schemas.openxmlformats.org/officeDocument/2006/relationships/customXml" Target="../ink/ink1070.xml"/><Relationship Id="rId51" Type="http://schemas.openxmlformats.org/officeDocument/2006/relationships/customXml" Target="../ink/ink939.xml"/><Relationship Id="rId72" Type="http://schemas.openxmlformats.org/officeDocument/2006/relationships/image" Target="../media/image5800.png"/><Relationship Id="rId93" Type="http://schemas.openxmlformats.org/officeDocument/2006/relationships/customXml" Target="../ink/ink960.xml"/><Relationship Id="rId189" Type="http://schemas.openxmlformats.org/officeDocument/2006/relationships/customXml" Target="../ink/ink1008.xml"/><Relationship Id="rId3" Type="http://schemas.openxmlformats.org/officeDocument/2006/relationships/customXml" Target="../ink/ink915.xml"/><Relationship Id="rId214" Type="http://schemas.openxmlformats.org/officeDocument/2006/relationships/image" Target="../media/image6500.png"/><Relationship Id="rId235" Type="http://schemas.openxmlformats.org/officeDocument/2006/relationships/image" Target="../media/image6600.png"/><Relationship Id="rId256" Type="http://schemas.openxmlformats.org/officeDocument/2006/relationships/customXml" Target="../ink/ink1042.xml"/><Relationship Id="rId277" Type="http://schemas.openxmlformats.org/officeDocument/2006/relationships/image" Target="../media/image6811.png"/><Relationship Id="rId298" Type="http://schemas.openxmlformats.org/officeDocument/2006/relationships/customXml" Target="../ink/ink1063.xml"/><Relationship Id="rId116" Type="http://schemas.openxmlformats.org/officeDocument/2006/relationships/image" Target="../media/image6020.png"/><Relationship Id="rId137" Type="http://schemas.openxmlformats.org/officeDocument/2006/relationships/customXml" Target="../ink/ink982.xml"/><Relationship Id="rId158" Type="http://schemas.openxmlformats.org/officeDocument/2006/relationships/image" Target="../media/image6220.png"/><Relationship Id="rId302" Type="http://schemas.openxmlformats.org/officeDocument/2006/relationships/customXml" Target="../ink/ink1065.xml"/><Relationship Id="rId323" Type="http://schemas.openxmlformats.org/officeDocument/2006/relationships/customXml" Target="../ink/ink1076.xml"/><Relationship Id="rId20" Type="http://schemas.openxmlformats.org/officeDocument/2006/relationships/image" Target="../media/image5540.png"/><Relationship Id="rId41" Type="http://schemas.openxmlformats.org/officeDocument/2006/relationships/customXml" Target="../ink/ink934.xml"/><Relationship Id="rId62" Type="http://schemas.openxmlformats.org/officeDocument/2006/relationships/image" Target="../media/image5750.png"/><Relationship Id="rId83" Type="http://schemas.openxmlformats.org/officeDocument/2006/relationships/customXml" Target="../ink/ink955.xml"/><Relationship Id="rId179" Type="http://schemas.openxmlformats.org/officeDocument/2006/relationships/customXml" Target="../ink/ink1003.xml"/><Relationship Id="rId190" Type="http://schemas.openxmlformats.org/officeDocument/2006/relationships/image" Target="../media/image6380.png"/><Relationship Id="rId204" Type="http://schemas.openxmlformats.org/officeDocument/2006/relationships/image" Target="../media/image6450.png"/><Relationship Id="rId225" Type="http://schemas.openxmlformats.org/officeDocument/2006/relationships/image" Target="../media/image6550.png"/><Relationship Id="rId246" Type="http://schemas.openxmlformats.org/officeDocument/2006/relationships/customXml" Target="../ink/ink1037.xml"/><Relationship Id="rId267" Type="http://schemas.openxmlformats.org/officeDocument/2006/relationships/image" Target="../media/image6760.png"/><Relationship Id="rId288" Type="http://schemas.openxmlformats.org/officeDocument/2006/relationships/customXml" Target="../ink/ink1058.xml"/><Relationship Id="rId106" Type="http://schemas.openxmlformats.org/officeDocument/2006/relationships/image" Target="../media/image5970.png"/><Relationship Id="rId127" Type="http://schemas.openxmlformats.org/officeDocument/2006/relationships/customXml" Target="../ink/ink977.xml"/><Relationship Id="rId313" Type="http://schemas.openxmlformats.org/officeDocument/2006/relationships/image" Target="../media/image6980.png"/><Relationship Id="rId10" Type="http://schemas.openxmlformats.org/officeDocument/2006/relationships/image" Target="../media/image5490.png"/><Relationship Id="rId31" Type="http://schemas.openxmlformats.org/officeDocument/2006/relationships/customXml" Target="../ink/ink929.xml"/><Relationship Id="rId52" Type="http://schemas.openxmlformats.org/officeDocument/2006/relationships/image" Target="../media/image5700.png"/><Relationship Id="rId73" Type="http://schemas.openxmlformats.org/officeDocument/2006/relationships/customXml" Target="../ink/ink950.xml"/><Relationship Id="rId94" Type="http://schemas.openxmlformats.org/officeDocument/2006/relationships/image" Target="../media/image5911.png"/><Relationship Id="rId148" Type="http://schemas.openxmlformats.org/officeDocument/2006/relationships/image" Target="../media/image6180.png"/><Relationship Id="rId169" Type="http://schemas.openxmlformats.org/officeDocument/2006/relationships/customXml" Target="../ink/ink998.xml"/><Relationship Id="rId4" Type="http://schemas.openxmlformats.org/officeDocument/2006/relationships/image" Target="../media/image5460.png"/><Relationship Id="rId180" Type="http://schemas.openxmlformats.org/officeDocument/2006/relationships/image" Target="../media/image6330.png"/><Relationship Id="rId215" Type="http://schemas.openxmlformats.org/officeDocument/2006/relationships/customXml" Target="../ink/ink1021.xml"/><Relationship Id="rId236" Type="http://schemas.openxmlformats.org/officeDocument/2006/relationships/customXml" Target="../ink/ink1032.xml"/><Relationship Id="rId257" Type="http://schemas.openxmlformats.org/officeDocument/2006/relationships/image" Target="../media/image6711.png"/><Relationship Id="rId278" Type="http://schemas.openxmlformats.org/officeDocument/2006/relationships/customXml" Target="../ink/ink1053.xml"/><Relationship Id="rId303" Type="http://schemas.openxmlformats.org/officeDocument/2006/relationships/image" Target="../media/image6930.png"/><Relationship Id="rId42" Type="http://schemas.openxmlformats.org/officeDocument/2006/relationships/image" Target="../media/image5650.png"/><Relationship Id="rId84" Type="http://schemas.openxmlformats.org/officeDocument/2006/relationships/image" Target="../media/image5860.png"/><Relationship Id="rId138" Type="http://schemas.openxmlformats.org/officeDocument/2006/relationships/image" Target="../media/image6130.png"/><Relationship Id="rId191" Type="http://schemas.openxmlformats.org/officeDocument/2006/relationships/customXml" Target="../ink/ink1009.xml"/><Relationship Id="rId205" Type="http://schemas.openxmlformats.org/officeDocument/2006/relationships/customXml" Target="../ink/ink1016.xml"/><Relationship Id="rId247" Type="http://schemas.openxmlformats.org/officeDocument/2006/relationships/image" Target="../media/image6660.png"/><Relationship Id="rId107" Type="http://schemas.openxmlformats.org/officeDocument/2006/relationships/customXml" Target="../ink/ink967.xml"/><Relationship Id="rId289" Type="http://schemas.openxmlformats.org/officeDocument/2006/relationships/image" Target="../media/image6870.png"/><Relationship Id="rId11" Type="http://schemas.openxmlformats.org/officeDocument/2006/relationships/customXml" Target="../ink/ink919.xml"/><Relationship Id="rId53" Type="http://schemas.openxmlformats.org/officeDocument/2006/relationships/customXml" Target="../ink/ink940.xml"/><Relationship Id="rId149" Type="http://schemas.openxmlformats.org/officeDocument/2006/relationships/customXml" Target="../ink/ink988.xml"/><Relationship Id="rId314" Type="http://schemas.openxmlformats.org/officeDocument/2006/relationships/customXml" Target="../ink/ink1071.xml"/><Relationship Id="rId95" Type="http://schemas.openxmlformats.org/officeDocument/2006/relationships/customXml" Target="../ink/ink961.xml"/><Relationship Id="rId160" Type="http://schemas.openxmlformats.org/officeDocument/2006/relationships/image" Target="../media/image6230.png"/><Relationship Id="rId216" Type="http://schemas.openxmlformats.org/officeDocument/2006/relationships/image" Target="../media/image6511.png"/><Relationship Id="rId258" Type="http://schemas.openxmlformats.org/officeDocument/2006/relationships/customXml" Target="../ink/ink1043.xml"/><Relationship Id="rId22" Type="http://schemas.openxmlformats.org/officeDocument/2006/relationships/image" Target="../media/image5550.png"/><Relationship Id="rId64" Type="http://schemas.openxmlformats.org/officeDocument/2006/relationships/image" Target="../media/image5760.png"/><Relationship Id="rId118" Type="http://schemas.openxmlformats.org/officeDocument/2006/relationships/image" Target="../media/image6030.png"/><Relationship Id="rId325" Type="http://schemas.openxmlformats.org/officeDocument/2006/relationships/customXml" Target="../ink/ink1077.xml"/><Relationship Id="rId171" Type="http://schemas.openxmlformats.org/officeDocument/2006/relationships/customXml" Target="../ink/ink999.xml"/><Relationship Id="rId227" Type="http://schemas.openxmlformats.org/officeDocument/2006/relationships/image" Target="../media/image6560.png"/><Relationship Id="rId269" Type="http://schemas.openxmlformats.org/officeDocument/2006/relationships/image" Target="../media/image6770.png"/><Relationship Id="rId33" Type="http://schemas.openxmlformats.org/officeDocument/2006/relationships/customXml" Target="../ink/ink930.xml"/><Relationship Id="rId129" Type="http://schemas.openxmlformats.org/officeDocument/2006/relationships/customXml" Target="../ink/ink978.xml"/><Relationship Id="rId280" Type="http://schemas.openxmlformats.org/officeDocument/2006/relationships/customXml" Target="../ink/ink1054.xml"/><Relationship Id="rId75" Type="http://schemas.openxmlformats.org/officeDocument/2006/relationships/customXml" Target="../ink/ink951.xml"/><Relationship Id="rId140" Type="http://schemas.openxmlformats.org/officeDocument/2006/relationships/image" Target="../media/image6140.png"/><Relationship Id="rId182" Type="http://schemas.openxmlformats.org/officeDocument/2006/relationships/image" Target="../media/image6340.png"/><Relationship Id="rId6" Type="http://schemas.openxmlformats.org/officeDocument/2006/relationships/image" Target="../media/image5470.png"/><Relationship Id="rId238" Type="http://schemas.openxmlformats.org/officeDocument/2006/relationships/customXml" Target="../ink/ink1033.xml"/><Relationship Id="rId291" Type="http://schemas.openxmlformats.org/officeDocument/2006/relationships/image" Target="../media/image6880.png"/><Relationship Id="rId305" Type="http://schemas.openxmlformats.org/officeDocument/2006/relationships/image" Target="../media/image6940.png"/><Relationship Id="rId44" Type="http://schemas.openxmlformats.org/officeDocument/2006/relationships/image" Target="../media/image5660.png"/><Relationship Id="rId86" Type="http://schemas.openxmlformats.org/officeDocument/2006/relationships/image" Target="../media/image5870.png"/><Relationship Id="rId151" Type="http://schemas.openxmlformats.org/officeDocument/2006/relationships/customXml" Target="../ink/ink989.xml"/><Relationship Id="rId193" Type="http://schemas.openxmlformats.org/officeDocument/2006/relationships/customXml" Target="../ink/ink1010.xml"/><Relationship Id="rId207" Type="http://schemas.openxmlformats.org/officeDocument/2006/relationships/customXml" Target="../ink/ink1017.xml"/><Relationship Id="rId249" Type="http://schemas.openxmlformats.org/officeDocument/2006/relationships/image" Target="../media/image6670.png"/><Relationship Id="rId13" Type="http://schemas.openxmlformats.org/officeDocument/2006/relationships/customXml" Target="../ink/ink920.xml"/><Relationship Id="rId109" Type="http://schemas.openxmlformats.org/officeDocument/2006/relationships/customXml" Target="../ink/ink968.xml"/><Relationship Id="rId260" Type="http://schemas.openxmlformats.org/officeDocument/2006/relationships/customXml" Target="../ink/ink1044.xml"/><Relationship Id="rId316" Type="http://schemas.openxmlformats.org/officeDocument/2006/relationships/customXml" Target="../ink/ink1072.xml"/><Relationship Id="rId55" Type="http://schemas.openxmlformats.org/officeDocument/2006/relationships/customXml" Target="../ink/ink941.xml"/><Relationship Id="rId97" Type="http://schemas.openxmlformats.org/officeDocument/2006/relationships/customXml" Target="../ink/ink962.xml"/><Relationship Id="rId120" Type="http://schemas.openxmlformats.org/officeDocument/2006/relationships/image" Target="../media/image6040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59.png"/><Relationship Id="rId21" Type="http://schemas.openxmlformats.org/officeDocument/2006/relationships/image" Target="../media/image7130.png"/><Relationship Id="rId324" Type="http://schemas.openxmlformats.org/officeDocument/2006/relationships/customXml" Target="../ink/ink1245.xml"/><Relationship Id="rId531" Type="http://schemas.openxmlformats.org/officeDocument/2006/relationships/customXml" Target="../ink/ink1349.xml"/><Relationship Id="rId170" Type="http://schemas.openxmlformats.org/officeDocument/2006/relationships/customXml" Target="../ink/ink1166.xml"/><Relationship Id="rId268" Type="http://schemas.openxmlformats.org/officeDocument/2006/relationships/customXml" Target="../ink/ink1217.xml"/><Relationship Id="rId475" Type="http://schemas.openxmlformats.org/officeDocument/2006/relationships/customXml" Target="../ink/ink1321.xml"/><Relationship Id="rId32" Type="http://schemas.openxmlformats.org/officeDocument/2006/relationships/customXml" Target="../ink/ink1094.xml"/><Relationship Id="rId128" Type="http://schemas.openxmlformats.org/officeDocument/2006/relationships/image" Target="../media/image764.png"/><Relationship Id="rId335" Type="http://schemas.openxmlformats.org/officeDocument/2006/relationships/image" Target="../media/image865.png"/><Relationship Id="rId542" Type="http://schemas.openxmlformats.org/officeDocument/2006/relationships/image" Target="../media/image968.png"/><Relationship Id="rId181" Type="http://schemas.openxmlformats.org/officeDocument/2006/relationships/image" Target="../media/image788.png"/><Relationship Id="rId402" Type="http://schemas.openxmlformats.org/officeDocument/2006/relationships/customXml" Target="../ink/ink1284.xml"/><Relationship Id="rId279" Type="http://schemas.openxmlformats.org/officeDocument/2006/relationships/image" Target="../media/image836.png"/><Relationship Id="rId486" Type="http://schemas.openxmlformats.org/officeDocument/2006/relationships/image" Target="../media/image940.png"/><Relationship Id="rId43" Type="http://schemas.openxmlformats.org/officeDocument/2006/relationships/image" Target="../media/image7240.png"/><Relationship Id="rId139" Type="http://schemas.openxmlformats.org/officeDocument/2006/relationships/customXml" Target="../ink/ink1149.xml"/><Relationship Id="rId346" Type="http://schemas.openxmlformats.org/officeDocument/2006/relationships/customXml" Target="../ink/ink1256.xml"/><Relationship Id="rId85" Type="http://schemas.openxmlformats.org/officeDocument/2006/relationships/image" Target="../media/image745.png"/><Relationship Id="rId150" Type="http://schemas.openxmlformats.org/officeDocument/2006/relationships/customXml" Target="../ink/ink1155.xml"/><Relationship Id="rId192" Type="http://schemas.openxmlformats.org/officeDocument/2006/relationships/customXml" Target="../ink/ink1178.xml"/><Relationship Id="rId206" Type="http://schemas.openxmlformats.org/officeDocument/2006/relationships/image" Target="../media/image800.png"/><Relationship Id="rId413" Type="http://schemas.openxmlformats.org/officeDocument/2006/relationships/image" Target="../media/image904.png"/><Relationship Id="rId248" Type="http://schemas.openxmlformats.org/officeDocument/2006/relationships/customXml" Target="../ink/ink1207.xml"/><Relationship Id="rId455" Type="http://schemas.openxmlformats.org/officeDocument/2006/relationships/customXml" Target="../ink/ink1311.xml"/><Relationship Id="rId497" Type="http://schemas.openxmlformats.org/officeDocument/2006/relationships/customXml" Target="../ink/ink1332.xml"/><Relationship Id="rId12" Type="http://schemas.openxmlformats.org/officeDocument/2006/relationships/customXml" Target="../ink/ink1084.xml"/><Relationship Id="rId108" Type="http://schemas.openxmlformats.org/officeDocument/2006/relationships/customXml" Target="../ink/ink1133.xml"/><Relationship Id="rId315" Type="http://schemas.openxmlformats.org/officeDocument/2006/relationships/image" Target="../media/image854.png"/><Relationship Id="rId357" Type="http://schemas.openxmlformats.org/officeDocument/2006/relationships/image" Target="../media/image876.png"/><Relationship Id="rId522" Type="http://schemas.openxmlformats.org/officeDocument/2006/relationships/image" Target="../media/image958.png"/><Relationship Id="rId54" Type="http://schemas.openxmlformats.org/officeDocument/2006/relationships/customXml" Target="../ink/ink1105.xml"/><Relationship Id="rId96" Type="http://schemas.openxmlformats.org/officeDocument/2006/relationships/customXml" Target="../ink/ink1126.xml"/><Relationship Id="rId161" Type="http://schemas.openxmlformats.org/officeDocument/2006/relationships/image" Target="../media/image780.png"/><Relationship Id="rId217" Type="http://schemas.openxmlformats.org/officeDocument/2006/relationships/customXml" Target="../ink/ink1191.xml"/><Relationship Id="rId399" Type="http://schemas.openxmlformats.org/officeDocument/2006/relationships/image" Target="../media/image897.png"/><Relationship Id="rId259" Type="http://schemas.openxmlformats.org/officeDocument/2006/relationships/image" Target="../media/image826.png"/><Relationship Id="rId424" Type="http://schemas.openxmlformats.org/officeDocument/2006/relationships/customXml" Target="../ink/ink1295.xml"/><Relationship Id="rId466" Type="http://schemas.openxmlformats.org/officeDocument/2006/relationships/image" Target="../media/image930.png"/><Relationship Id="rId23" Type="http://schemas.openxmlformats.org/officeDocument/2006/relationships/image" Target="../media/image7140.png"/><Relationship Id="rId119" Type="http://schemas.openxmlformats.org/officeDocument/2006/relationships/customXml" Target="../ink/ink1139.xml"/><Relationship Id="rId270" Type="http://schemas.openxmlformats.org/officeDocument/2006/relationships/customXml" Target="../ink/ink1218.xml"/><Relationship Id="rId326" Type="http://schemas.openxmlformats.org/officeDocument/2006/relationships/customXml" Target="../ink/ink1246.xml"/><Relationship Id="rId533" Type="http://schemas.openxmlformats.org/officeDocument/2006/relationships/customXml" Target="../ink/ink1350.xml"/><Relationship Id="rId65" Type="http://schemas.openxmlformats.org/officeDocument/2006/relationships/image" Target="../media/image7350.png"/><Relationship Id="rId130" Type="http://schemas.openxmlformats.org/officeDocument/2006/relationships/image" Target="../media/image765.png"/><Relationship Id="rId368" Type="http://schemas.openxmlformats.org/officeDocument/2006/relationships/customXml" Target="../ink/ink1267.xml"/><Relationship Id="rId172" Type="http://schemas.openxmlformats.org/officeDocument/2006/relationships/customXml" Target="../ink/ink1167.xml"/><Relationship Id="rId228" Type="http://schemas.openxmlformats.org/officeDocument/2006/relationships/customXml" Target="../ink/ink1197.xml"/><Relationship Id="rId435" Type="http://schemas.openxmlformats.org/officeDocument/2006/relationships/image" Target="../media/image915.png"/><Relationship Id="rId477" Type="http://schemas.openxmlformats.org/officeDocument/2006/relationships/customXml" Target="../ink/ink1322.xml"/><Relationship Id="rId281" Type="http://schemas.openxmlformats.org/officeDocument/2006/relationships/image" Target="../media/image837.png"/><Relationship Id="rId337" Type="http://schemas.openxmlformats.org/officeDocument/2006/relationships/image" Target="../media/image866.png"/><Relationship Id="rId502" Type="http://schemas.openxmlformats.org/officeDocument/2006/relationships/image" Target="../media/image948.png"/><Relationship Id="rId34" Type="http://schemas.openxmlformats.org/officeDocument/2006/relationships/customXml" Target="../ink/ink1095.xml"/><Relationship Id="rId76" Type="http://schemas.openxmlformats.org/officeDocument/2006/relationships/customXml" Target="../ink/ink1116.xml"/><Relationship Id="rId141" Type="http://schemas.openxmlformats.org/officeDocument/2006/relationships/customXml" Target="../ink/ink1150.xml"/><Relationship Id="rId379" Type="http://schemas.openxmlformats.org/officeDocument/2006/relationships/image" Target="../media/image887.png"/><Relationship Id="rId544" Type="http://schemas.openxmlformats.org/officeDocument/2006/relationships/image" Target="../media/image969.png"/><Relationship Id="rId7" Type="http://schemas.openxmlformats.org/officeDocument/2006/relationships/image" Target="../media/image7060.png"/><Relationship Id="rId183" Type="http://schemas.openxmlformats.org/officeDocument/2006/relationships/image" Target="../media/image789.png"/><Relationship Id="rId239" Type="http://schemas.openxmlformats.org/officeDocument/2006/relationships/image" Target="../media/image816.png"/><Relationship Id="rId390" Type="http://schemas.openxmlformats.org/officeDocument/2006/relationships/customXml" Target="../ink/ink1278.xml"/><Relationship Id="rId404" Type="http://schemas.openxmlformats.org/officeDocument/2006/relationships/customXml" Target="../ink/ink1285.xml"/><Relationship Id="rId446" Type="http://schemas.openxmlformats.org/officeDocument/2006/relationships/image" Target="../media/image920.png"/><Relationship Id="rId250" Type="http://schemas.openxmlformats.org/officeDocument/2006/relationships/customXml" Target="../ink/ink1208.xml"/><Relationship Id="rId292" Type="http://schemas.openxmlformats.org/officeDocument/2006/relationships/customXml" Target="../ink/ink1229.xml"/><Relationship Id="rId306" Type="http://schemas.openxmlformats.org/officeDocument/2006/relationships/customXml" Target="../ink/ink1236.xml"/><Relationship Id="rId488" Type="http://schemas.openxmlformats.org/officeDocument/2006/relationships/image" Target="../media/image941.png"/><Relationship Id="rId45" Type="http://schemas.openxmlformats.org/officeDocument/2006/relationships/image" Target="../media/image7250.png"/><Relationship Id="rId87" Type="http://schemas.openxmlformats.org/officeDocument/2006/relationships/image" Target="../media/image746.png"/><Relationship Id="rId110" Type="http://schemas.openxmlformats.org/officeDocument/2006/relationships/customXml" Target="../ink/ink1134.xml"/><Relationship Id="rId348" Type="http://schemas.openxmlformats.org/officeDocument/2006/relationships/customXml" Target="../ink/ink1257.xml"/><Relationship Id="rId513" Type="http://schemas.openxmlformats.org/officeDocument/2006/relationships/customXml" Target="../ink/ink1340.xml"/><Relationship Id="rId152" Type="http://schemas.openxmlformats.org/officeDocument/2006/relationships/customXml" Target="../ink/ink1156.xml"/><Relationship Id="rId194" Type="http://schemas.openxmlformats.org/officeDocument/2006/relationships/customXml" Target="../ink/ink1179.xml"/><Relationship Id="rId208" Type="http://schemas.openxmlformats.org/officeDocument/2006/relationships/image" Target="../media/image801.png"/><Relationship Id="rId415" Type="http://schemas.openxmlformats.org/officeDocument/2006/relationships/image" Target="../media/image905.png"/><Relationship Id="rId457" Type="http://schemas.openxmlformats.org/officeDocument/2006/relationships/customXml" Target="../ink/ink1312.xml"/><Relationship Id="rId261" Type="http://schemas.openxmlformats.org/officeDocument/2006/relationships/image" Target="../media/image827.png"/><Relationship Id="rId499" Type="http://schemas.openxmlformats.org/officeDocument/2006/relationships/customXml" Target="../ink/ink1333.xml"/><Relationship Id="rId14" Type="http://schemas.openxmlformats.org/officeDocument/2006/relationships/customXml" Target="../ink/ink1085.xml"/><Relationship Id="rId56" Type="http://schemas.openxmlformats.org/officeDocument/2006/relationships/customXml" Target="../ink/ink1106.xml"/><Relationship Id="rId317" Type="http://schemas.openxmlformats.org/officeDocument/2006/relationships/image" Target="../media/image855.png"/><Relationship Id="rId359" Type="http://schemas.openxmlformats.org/officeDocument/2006/relationships/image" Target="../media/image877.png"/><Relationship Id="rId524" Type="http://schemas.openxmlformats.org/officeDocument/2006/relationships/image" Target="../media/image959.png"/><Relationship Id="rId98" Type="http://schemas.openxmlformats.org/officeDocument/2006/relationships/customXml" Target="../ink/ink1127.xml"/><Relationship Id="rId121" Type="http://schemas.openxmlformats.org/officeDocument/2006/relationships/customXml" Target="../ink/ink1140.xml"/><Relationship Id="rId163" Type="http://schemas.openxmlformats.org/officeDocument/2006/relationships/customXml" Target="../ink/ink1162.xml"/><Relationship Id="rId219" Type="http://schemas.openxmlformats.org/officeDocument/2006/relationships/customXml" Target="../ink/ink1192.xml"/><Relationship Id="rId370" Type="http://schemas.openxmlformats.org/officeDocument/2006/relationships/customXml" Target="../ink/ink1268.xml"/><Relationship Id="rId426" Type="http://schemas.openxmlformats.org/officeDocument/2006/relationships/customXml" Target="../ink/ink1296.xml"/><Relationship Id="rId230" Type="http://schemas.openxmlformats.org/officeDocument/2006/relationships/customXml" Target="../ink/ink1198.xml"/><Relationship Id="rId468" Type="http://schemas.openxmlformats.org/officeDocument/2006/relationships/image" Target="../media/image931.png"/><Relationship Id="rId25" Type="http://schemas.openxmlformats.org/officeDocument/2006/relationships/image" Target="../media/image7150.png"/><Relationship Id="rId67" Type="http://schemas.openxmlformats.org/officeDocument/2006/relationships/image" Target="../media/image7360.png"/><Relationship Id="rId272" Type="http://schemas.openxmlformats.org/officeDocument/2006/relationships/customXml" Target="../ink/ink1219.xml"/><Relationship Id="rId328" Type="http://schemas.openxmlformats.org/officeDocument/2006/relationships/customXml" Target="../ink/ink1247.xml"/><Relationship Id="rId535" Type="http://schemas.openxmlformats.org/officeDocument/2006/relationships/customXml" Target="../ink/ink1351.xml"/><Relationship Id="rId132" Type="http://schemas.openxmlformats.org/officeDocument/2006/relationships/image" Target="../media/image766.png"/><Relationship Id="rId174" Type="http://schemas.openxmlformats.org/officeDocument/2006/relationships/image" Target="../media/image785.png"/><Relationship Id="rId381" Type="http://schemas.openxmlformats.org/officeDocument/2006/relationships/image" Target="../media/image888.png"/><Relationship Id="rId241" Type="http://schemas.openxmlformats.org/officeDocument/2006/relationships/image" Target="../media/image817.png"/><Relationship Id="rId437" Type="http://schemas.openxmlformats.org/officeDocument/2006/relationships/image" Target="../media/image916.png"/><Relationship Id="rId479" Type="http://schemas.openxmlformats.org/officeDocument/2006/relationships/customXml" Target="../ink/ink1323.xml"/><Relationship Id="rId36" Type="http://schemas.openxmlformats.org/officeDocument/2006/relationships/customXml" Target="../ink/ink1096.xml"/><Relationship Id="rId283" Type="http://schemas.openxmlformats.org/officeDocument/2006/relationships/image" Target="../media/image838.png"/><Relationship Id="rId339" Type="http://schemas.openxmlformats.org/officeDocument/2006/relationships/image" Target="../media/image867.png"/><Relationship Id="rId490" Type="http://schemas.openxmlformats.org/officeDocument/2006/relationships/image" Target="../media/image942.png"/><Relationship Id="rId504" Type="http://schemas.openxmlformats.org/officeDocument/2006/relationships/image" Target="../media/image949.png"/><Relationship Id="rId78" Type="http://schemas.openxmlformats.org/officeDocument/2006/relationships/customXml" Target="../ink/ink1117.xml"/><Relationship Id="rId101" Type="http://schemas.openxmlformats.org/officeDocument/2006/relationships/image" Target="../media/image752.png"/><Relationship Id="rId143" Type="http://schemas.openxmlformats.org/officeDocument/2006/relationships/customXml" Target="../ink/ink1151.xml"/><Relationship Id="rId185" Type="http://schemas.openxmlformats.org/officeDocument/2006/relationships/image" Target="../media/image790.png"/><Relationship Id="rId350" Type="http://schemas.openxmlformats.org/officeDocument/2006/relationships/customXml" Target="../ink/ink1258.xml"/><Relationship Id="rId406" Type="http://schemas.openxmlformats.org/officeDocument/2006/relationships/customXml" Target="../ink/ink1286.xml"/><Relationship Id="rId9" Type="http://schemas.openxmlformats.org/officeDocument/2006/relationships/image" Target="../media/image7070.png"/><Relationship Id="rId210" Type="http://schemas.openxmlformats.org/officeDocument/2006/relationships/image" Target="../media/image802.png"/><Relationship Id="rId392" Type="http://schemas.openxmlformats.org/officeDocument/2006/relationships/customXml" Target="../ink/ink1279.xml"/><Relationship Id="rId448" Type="http://schemas.openxmlformats.org/officeDocument/2006/relationships/image" Target="../media/image921.png"/><Relationship Id="rId252" Type="http://schemas.openxmlformats.org/officeDocument/2006/relationships/customXml" Target="../ink/ink1209.xml"/><Relationship Id="rId294" Type="http://schemas.openxmlformats.org/officeDocument/2006/relationships/customXml" Target="../ink/ink1230.xml"/><Relationship Id="rId308" Type="http://schemas.openxmlformats.org/officeDocument/2006/relationships/customXml" Target="../ink/ink1237.xml"/><Relationship Id="rId515" Type="http://schemas.openxmlformats.org/officeDocument/2006/relationships/customXml" Target="../ink/ink1341.xml"/><Relationship Id="rId47" Type="http://schemas.openxmlformats.org/officeDocument/2006/relationships/image" Target="../media/image7260.png"/><Relationship Id="rId89" Type="http://schemas.openxmlformats.org/officeDocument/2006/relationships/image" Target="../media/image747.png"/><Relationship Id="rId112" Type="http://schemas.openxmlformats.org/officeDocument/2006/relationships/customXml" Target="../ink/ink1135.xml"/><Relationship Id="rId154" Type="http://schemas.openxmlformats.org/officeDocument/2006/relationships/customXml" Target="../ink/ink1157.xml"/><Relationship Id="rId361" Type="http://schemas.openxmlformats.org/officeDocument/2006/relationships/image" Target="../media/image878.png"/><Relationship Id="rId196" Type="http://schemas.openxmlformats.org/officeDocument/2006/relationships/customXml" Target="../ink/ink1180.xml"/><Relationship Id="rId417" Type="http://schemas.openxmlformats.org/officeDocument/2006/relationships/image" Target="../media/image906.png"/><Relationship Id="rId459" Type="http://schemas.openxmlformats.org/officeDocument/2006/relationships/customXml" Target="../ink/ink1313.xml"/><Relationship Id="rId16" Type="http://schemas.openxmlformats.org/officeDocument/2006/relationships/customXml" Target="../ink/ink1086.xml"/><Relationship Id="rId221" Type="http://schemas.openxmlformats.org/officeDocument/2006/relationships/customXml" Target="../ink/ink1193.xml"/><Relationship Id="rId263" Type="http://schemas.openxmlformats.org/officeDocument/2006/relationships/image" Target="../media/image828.png"/><Relationship Id="rId319" Type="http://schemas.openxmlformats.org/officeDocument/2006/relationships/image" Target="../media/image857.png"/><Relationship Id="rId470" Type="http://schemas.openxmlformats.org/officeDocument/2006/relationships/image" Target="../media/image932.png"/><Relationship Id="rId526" Type="http://schemas.openxmlformats.org/officeDocument/2006/relationships/image" Target="../media/image960.png"/><Relationship Id="rId58" Type="http://schemas.openxmlformats.org/officeDocument/2006/relationships/customXml" Target="../ink/ink1107.xml"/><Relationship Id="rId123" Type="http://schemas.openxmlformats.org/officeDocument/2006/relationships/customXml" Target="../ink/ink1141.xml"/><Relationship Id="rId330" Type="http://schemas.openxmlformats.org/officeDocument/2006/relationships/customXml" Target="../ink/ink1248.xml"/><Relationship Id="rId165" Type="http://schemas.openxmlformats.org/officeDocument/2006/relationships/image" Target="../media/image781.png"/><Relationship Id="rId372" Type="http://schemas.openxmlformats.org/officeDocument/2006/relationships/customXml" Target="../ink/ink1269.xml"/><Relationship Id="rId428" Type="http://schemas.openxmlformats.org/officeDocument/2006/relationships/customXml" Target="../ink/ink1297.xml"/><Relationship Id="rId232" Type="http://schemas.openxmlformats.org/officeDocument/2006/relationships/customXml" Target="../ink/ink1199.xml"/><Relationship Id="rId274" Type="http://schemas.openxmlformats.org/officeDocument/2006/relationships/customXml" Target="../ink/ink1220.xml"/><Relationship Id="rId481" Type="http://schemas.openxmlformats.org/officeDocument/2006/relationships/customXml" Target="../ink/ink1324.xml"/><Relationship Id="rId27" Type="http://schemas.openxmlformats.org/officeDocument/2006/relationships/image" Target="../media/image7160.png"/><Relationship Id="rId69" Type="http://schemas.openxmlformats.org/officeDocument/2006/relationships/image" Target="../media/image7370.png"/><Relationship Id="rId134" Type="http://schemas.openxmlformats.org/officeDocument/2006/relationships/image" Target="../media/image767.png"/><Relationship Id="rId537" Type="http://schemas.openxmlformats.org/officeDocument/2006/relationships/customXml" Target="../ink/ink1352.xml"/><Relationship Id="rId80" Type="http://schemas.openxmlformats.org/officeDocument/2006/relationships/customXml" Target="../ink/ink1118.xml"/><Relationship Id="rId176" Type="http://schemas.openxmlformats.org/officeDocument/2006/relationships/image" Target="../media/image786.png"/><Relationship Id="rId341" Type="http://schemas.openxmlformats.org/officeDocument/2006/relationships/image" Target="../media/image868.png"/><Relationship Id="rId383" Type="http://schemas.openxmlformats.org/officeDocument/2006/relationships/image" Target="../media/image889.png"/><Relationship Id="rId439" Type="http://schemas.openxmlformats.org/officeDocument/2006/relationships/image" Target="../media/image917.png"/><Relationship Id="rId201" Type="http://schemas.openxmlformats.org/officeDocument/2006/relationships/customXml" Target="../ink/ink1183.xml"/><Relationship Id="rId243" Type="http://schemas.openxmlformats.org/officeDocument/2006/relationships/image" Target="../media/image818.png"/><Relationship Id="rId285" Type="http://schemas.openxmlformats.org/officeDocument/2006/relationships/image" Target="../media/image839.png"/><Relationship Id="rId450" Type="http://schemas.openxmlformats.org/officeDocument/2006/relationships/image" Target="../media/image922.png"/><Relationship Id="rId506" Type="http://schemas.openxmlformats.org/officeDocument/2006/relationships/image" Target="../media/image950.png"/><Relationship Id="rId38" Type="http://schemas.openxmlformats.org/officeDocument/2006/relationships/customXml" Target="../ink/ink1097.xml"/><Relationship Id="rId103" Type="http://schemas.openxmlformats.org/officeDocument/2006/relationships/customXml" Target="../ink/ink1130.xml"/><Relationship Id="rId310" Type="http://schemas.openxmlformats.org/officeDocument/2006/relationships/customXml" Target="../ink/ink1238.xml"/><Relationship Id="rId492" Type="http://schemas.openxmlformats.org/officeDocument/2006/relationships/image" Target="../media/image943.png"/><Relationship Id="rId91" Type="http://schemas.openxmlformats.org/officeDocument/2006/relationships/image" Target="../media/image748.png"/><Relationship Id="rId145" Type="http://schemas.openxmlformats.org/officeDocument/2006/relationships/image" Target="../media/image772.png"/><Relationship Id="rId187" Type="http://schemas.openxmlformats.org/officeDocument/2006/relationships/image" Target="../media/image791.png"/><Relationship Id="rId352" Type="http://schemas.openxmlformats.org/officeDocument/2006/relationships/customXml" Target="../ink/ink1259.xml"/><Relationship Id="rId394" Type="http://schemas.openxmlformats.org/officeDocument/2006/relationships/customXml" Target="../ink/ink1280.xml"/><Relationship Id="rId408" Type="http://schemas.openxmlformats.org/officeDocument/2006/relationships/customXml" Target="../ink/ink1287.xml"/><Relationship Id="rId212" Type="http://schemas.openxmlformats.org/officeDocument/2006/relationships/image" Target="../media/image803.png"/><Relationship Id="rId254" Type="http://schemas.openxmlformats.org/officeDocument/2006/relationships/customXml" Target="../ink/ink1210.xml"/><Relationship Id="rId49" Type="http://schemas.openxmlformats.org/officeDocument/2006/relationships/image" Target="../media/image7270.png"/><Relationship Id="rId114" Type="http://schemas.openxmlformats.org/officeDocument/2006/relationships/customXml" Target="../ink/ink1136.xml"/><Relationship Id="rId296" Type="http://schemas.openxmlformats.org/officeDocument/2006/relationships/customXml" Target="../ink/ink1231.xml"/><Relationship Id="rId461" Type="http://schemas.openxmlformats.org/officeDocument/2006/relationships/customXml" Target="../ink/ink1314.xml"/><Relationship Id="rId517" Type="http://schemas.openxmlformats.org/officeDocument/2006/relationships/customXml" Target="../ink/ink1342.xml"/><Relationship Id="rId60" Type="http://schemas.openxmlformats.org/officeDocument/2006/relationships/customXml" Target="../ink/ink1108.xml"/><Relationship Id="rId156" Type="http://schemas.openxmlformats.org/officeDocument/2006/relationships/customXml" Target="../ink/ink1158.xml"/><Relationship Id="rId198" Type="http://schemas.openxmlformats.org/officeDocument/2006/relationships/customXml" Target="../ink/ink1181.xml"/><Relationship Id="rId321" Type="http://schemas.openxmlformats.org/officeDocument/2006/relationships/image" Target="../media/image858.png"/><Relationship Id="rId363" Type="http://schemas.openxmlformats.org/officeDocument/2006/relationships/image" Target="../media/image879.png"/><Relationship Id="rId419" Type="http://schemas.openxmlformats.org/officeDocument/2006/relationships/image" Target="../media/image907.png"/><Relationship Id="rId223" Type="http://schemas.openxmlformats.org/officeDocument/2006/relationships/image" Target="../media/image808.png"/><Relationship Id="rId430" Type="http://schemas.openxmlformats.org/officeDocument/2006/relationships/customXml" Target="../ink/ink1298.xml"/><Relationship Id="rId18" Type="http://schemas.openxmlformats.org/officeDocument/2006/relationships/customXml" Target="../ink/ink1087.xml"/><Relationship Id="rId265" Type="http://schemas.openxmlformats.org/officeDocument/2006/relationships/image" Target="../media/image829.png"/><Relationship Id="rId472" Type="http://schemas.openxmlformats.org/officeDocument/2006/relationships/image" Target="../media/image933.png"/><Relationship Id="rId528" Type="http://schemas.openxmlformats.org/officeDocument/2006/relationships/image" Target="../media/image961.png"/><Relationship Id="rId125" Type="http://schemas.openxmlformats.org/officeDocument/2006/relationships/customXml" Target="../ink/ink1142.xml"/><Relationship Id="rId167" Type="http://schemas.openxmlformats.org/officeDocument/2006/relationships/image" Target="../media/image782.png"/><Relationship Id="rId332" Type="http://schemas.openxmlformats.org/officeDocument/2006/relationships/customXml" Target="../ink/ink1249.xml"/><Relationship Id="rId374" Type="http://schemas.openxmlformats.org/officeDocument/2006/relationships/customXml" Target="../ink/ink1270.xml"/><Relationship Id="rId71" Type="http://schemas.openxmlformats.org/officeDocument/2006/relationships/image" Target="../media/image7380.png"/><Relationship Id="rId234" Type="http://schemas.openxmlformats.org/officeDocument/2006/relationships/customXml" Target="../ink/ink1200.xml"/><Relationship Id="rId2" Type="http://schemas.openxmlformats.org/officeDocument/2006/relationships/image" Target="../media/image9.emf"/><Relationship Id="rId29" Type="http://schemas.openxmlformats.org/officeDocument/2006/relationships/image" Target="../media/image7170.png"/><Relationship Id="rId276" Type="http://schemas.openxmlformats.org/officeDocument/2006/relationships/customXml" Target="../ink/ink1221.xml"/><Relationship Id="rId441" Type="http://schemas.openxmlformats.org/officeDocument/2006/relationships/customXml" Target="../ink/ink1304.xml"/><Relationship Id="rId483" Type="http://schemas.openxmlformats.org/officeDocument/2006/relationships/customXml" Target="../ink/ink1325.xml"/><Relationship Id="rId539" Type="http://schemas.openxmlformats.org/officeDocument/2006/relationships/customXml" Target="../ink/ink1353.xml"/><Relationship Id="rId40" Type="http://schemas.openxmlformats.org/officeDocument/2006/relationships/customXml" Target="../ink/ink1098.xml"/><Relationship Id="rId136" Type="http://schemas.openxmlformats.org/officeDocument/2006/relationships/image" Target="../media/image768.png"/><Relationship Id="rId178" Type="http://schemas.openxmlformats.org/officeDocument/2006/relationships/image" Target="../media/image787.png"/><Relationship Id="rId301" Type="http://schemas.openxmlformats.org/officeDocument/2006/relationships/image" Target="../media/image847.png"/><Relationship Id="rId343" Type="http://schemas.openxmlformats.org/officeDocument/2006/relationships/image" Target="../media/image869.png"/><Relationship Id="rId82" Type="http://schemas.openxmlformats.org/officeDocument/2006/relationships/customXml" Target="../ink/ink1119.xml"/><Relationship Id="rId203" Type="http://schemas.openxmlformats.org/officeDocument/2006/relationships/customXml" Target="../ink/ink1184.xml"/><Relationship Id="rId385" Type="http://schemas.openxmlformats.org/officeDocument/2006/relationships/image" Target="../media/image890.png"/><Relationship Id="rId245" Type="http://schemas.openxmlformats.org/officeDocument/2006/relationships/image" Target="../media/image819.png"/><Relationship Id="rId287" Type="http://schemas.openxmlformats.org/officeDocument/2006/relationships/image" Target="../media/image840.png"/><Relationship Id="rId410" Type="http://schemas.openxmlformats.org/officeDocument/2006/relationships/customXml" Target="../ink/ink1288.xml"/><Relationship Id="rId452" Type="http://schemas.openxmlformats.org/officeDocument/2006/relationships/image" Target="../media/image923.png"/><Relationship Id="rId494" Type="http://schemas.openxmlformats.org/officeDocument/2006/relationships/image" Target="../media/image944.png"/><Relationship Id="rId508" Type="http://schemas.openxmlformats.org/officeDocument/2006/relationships/image" Target="../media/image951.png"/><Relationship Id="rId105" Type="http://schemas.openxmlformats.org/officeDocument/2006/relationships/customXml" Target="../ink/ink1131.xml"/><Relationship Id="rId147" Type="http://schemas.openxmlformats.org/officeDocument/2006/relationships/image" Target="../media/image773.png"/><Relationship Id="rId312" Type="http://schemas.openxmlformats.org/officeDocument/2006/relationships/customXml" Target="../ink/ink1239.xml"/><Relationship Id="rId354" Type="http://schemas.openxmlformats.org/officeDocument/2006/relationships/customXml" Target="../ink/ink1260.xml"/><Relationship Id="rId51" Type="http://schemas.openxmlformats.org/officeDocument/2006/relationships/image" Target="../media/image7280.png"/><Relationship Id="rId93" Type="http://schemas.openxmlformats.org/officeDocument/2006/relationships/image" Target="../media/image27.png"/><Relationship Id="rId189" Type="http://schemas.openxmlformats.org/officeDocument/2006/relationships/image" Target="../media/image792.png"/><Relationship Id="rId396" Type="http://schemas.openxmlformats.org/officeDocument/2006/relationships/customXml" Target="../ink/ink1281.xml"/><Relationship Id="rId214" Type="http://schemas.openxmlformats.org/officeDocument/2006/relationships/image" Target="../media/image804.png"/><Relationship Id="rId256" Type="http://schemas.openxmlformats.org/officeDocument/2006/relationships/customXml" Target="../ink/ink1211.xml"/><Relationship Id="rId298" Type="http://schemas.openxmlformats.org/officeDocument/2006/relationships/customXml" Target="../ink/ink1232.xml"/><Relationship Id="rId421" Type="http://schemas.openxmlformats.org/officeDocument/2006/relationships/image" Target="../media/image908.png"/><Relationship Id="rId463" Type="http://schemas.openxmlformats.org/officeDocument/2006/relationships/customXml" Target="../ink/ink1315.xml"/><Relationship Id="rId519" Type="http://schemas.openxmlformats.org/officeDocument/2006/relationships/customXml" Target="../ink/ink1343.xml"/><Relationship Id="rId116" Type="http://schemas.openxmlformats.org/officeDocument/2006/relationships/customXml" Target="../ink/ink1137.xml"/><Relationship Id="rId158" Type="http://schemas.openxmlformats.org/officeDocument/2006/relationships/customXml" Target="../ink/ink1159.xml"/><Relationship Id="rId323" Type="http://schemas.openxmlformats.org/officeDocument/2006/relationships/image" Target="../media/image859.png"/><Relationship Id="rId530" Type="http://schemas.openxmlformats.org/officeDocument/2006/relationships/image" Target="../media/image962.png"/><Relationship Id="rId20" Type="http://schemas.openxmlformats.org/officeDocument/2006/relationships/customXml" Target="../ink/ink1088.xml"/><Relationship Id="rId62" Type="http://schemas.openxmlformats.org/officeDocument/2006/relationships/customXml" Target="../ink/ink1109.xml"/><Relationship Id="rId365" Type="http://schemas.openxmlformats.org/officeDocument/2006/relationships/image" Target="../media/image880.png"/><Relationship Id="rId225" Type="http://schemas.openxmlformats.org/officeDocument/2006/relationships/image" Target="../media/image809.png"/><Relationship Id="rId267" Type="http://schemas.openxmlformats.org/officeDocument/2006/relationships/image" Target="../media/image830.png"/><Relationship Id="rId432" Type="http://schemas.openxmlformats.org/officeDocument/2006/relationships/customXml" Target="../ink/ink1299.xml"/><Relationship Id="rId474" Type="http://schemas.openxmlformats.org/officeDocument/2006/relationships/image" Target="../media/image934.png"/><Relationship Id="rId127" Type="http://schemas.openxmlformats.org/officeDocument/2006/relationships/customXml" Target="../ink/ink1143.xml"/><Relationship Id="rId31" Type="http://schemas.openxmlformats.org/officeDocument/2006/relationships/image" Target="../media/image7180.png"/><Relationship Id="rId73" Type="http://schemas.openxmlformats.org/officeDocument/2006/relationships/image" Target="../media/image7390.png"/><Relationship Id="rId169" Type="http://schemas.openxmlformats.org/officeDocument/2006/relationships/image" Target="../media/image783.png"/><Relationship Id="rId334" Type="http://schemas.openxmlformats.org/officeDocument/2006/relationships/customXml" Target="../ink/ink1250.xml"/><Relationship Id="rId376" Type="http://schemas.openxmlformats.org/officeDocument/2006/relationships/customXml" Target="../ink/ink1271.xml"/><Relationship Id="rId541" Type="http://schemas.openxmlformats.org/officeDocument/2006/relationships/customXml" Target="../ink/ink1354.xml"/><Relationship Id="rId4" Type="http://schemas.openxmlformats.org/officeDocument/2006/relationships/image" Target="../media/image56.png"/><Relationship Id="rId180" Type="http://schemas.openxmlformats.org/officeDocument/2006/relationships/customXml" Target="../ink/ink1172.xml"/><Relationship Id="rId236" Type="http://schemas.openxmlformats.org/officeDocument/2006/relationships/customXml" Target="../ink/ink1201.xml"/><Relationship Id="rId278" Type="http://schemas.openxmlformats.org/officeDocument/2006/relationships/customXml" Target="../ink/ink1222.xml"/><Relationship Id="rId401" Type="http://schemas.openxmlformats.org/officeDocument/2006/relationships/image" Target="../media/image898.png"/><Relationship Id="rId443" Type="http://schemas.openxmlformats.org/officeDocument/2006/relationships/customXml" Target="../ink/ink1305.xml"/><Relationship Id="rId303" Type="http://schemas.openxmlformats.org/officeDocument/2006/relationships/image" Target="../media/image848.png"/><Relationship Id="rId485" Type="http://schemas.openxmlformats.org/officeDocument/2006/relationships/customXml" Target="../ink/ink1326.xml"/><Relationship Id="rId42" Type="http://schemas.openxmlformats.org/officeDocument/2006/relationships/customXml" Target="../ink/ink1099.xml"/><Relationship Id="rId84" Type="http://schemas.openxmlformats.org/officeDocument/2006/relationships/customXml" Target="../ink/ink1120.xml"/><Relationship Id="rId138" Type="http://schemas.openxmlformats.org/officeDocument/2006/relationships/image" Target="../media/image769.png"/><Relationship Id="rId345" Type="http://schemas.openxmlformats.org/officeDocument/2006/relationships/image" Target="../media/image870.png"/><Relationship Id="rId387" Type="http://schemas.openxmlformats.org/officeDocument/2006/relationships/image" Target="../media/image891.png"/><Relationship Id="rId510" Type="http://schemas.openxmlformats.org/officeDocument/2006/relationships/image" Target="../media/image952.png"/><Relationship Id="rId191" Type="http://schemas.openxmlformats.org/officeDocument/2006/relationships/image" Target="../media/image793.png"/><Relationship Id="rId205" Type="http://schemas.openxmlformats.org/officeDocument/2006/relationships/customXml" Target="../ink/ink1185.xml"/><Relationship Id="rId247" Type="http://schemas.openxmlformats.org/officeDocument/2006/relationships/image" Target="../media/image820.png"/><Relationship Id="rId412" Type="http://schemas.openxmlformats.org/officeDocument/2006/relationships/customXml" Target="../ink/ink1289.xml"/><Relationship Id="rId107" Type="http://schemas.openxmlformats.org/officeDocument/2006/relationships/image" Target="../media/image754.png"/><Relationship Id="rId289" Type="http://schemas.openxmlformats.org/officeDocument/2006/relationships/image" Target="../media/image841.png"/><Relationship Id="rId454" Type="http://schemas.openxmlformats.org/officeDocument/2006/relationships/image" Target="../media/image924.png"/><Relationship Id="rId496" Type="http://schemas.openxmlformats.org/officeDocument/2006/relationships/image" Target="../media/image945.png"/><Relationship Id="rId11" Type="http://schemas.openxmlformats.org/officeDocument/2006/relationships/image" Target="../media/image7080.png"/><Relationship Id="rId53" Type="http://schemas.openxmlformats.org/officeDocument/2006/relationships/image" Target="../media/image7290.png"/><Relationship Id="rId149" Type="http://schemas.openxmlformats.org/officeDocument/2006/relationships/image" Target="../media/image774.png"/><Relationship Id="rId314" Type="http://schemas.openxmlformats.org/officeDocument/2006/relationships/customXml" Target="../ink/ink1240.xml"/><Relationship Id="rId356" Type="http://schemas.openxmlformats.org/officeDocument/2006/relationships/customXml" Target="../ink/ink1261.xml"/><Relationship Id="rId398" Type="http://schemas.openxmlformats.org/officeDocument/2006/relationships/customXml" Target="../ink/ink1282.xml"/><Relationship Id="rId521" Type="http://schemas.openxmlformats.org/officeDocument/2006/relationships/customXml" Target="../ink/ink1344.xml"/><Relationship Id="rId95" Type="http://schemas.openxmlformats.org/officeDocument/2006/relationships/image" Target="../media/image749.png"/><Relationship Id="rId160" Type="http://schemas.openxmlformats.org/officeDocument/2006/relationships/customXml" Target="../ink/ink1160.xml"/><Relationship Id="rId216" Type="http://schemas.openxmlformats.org/officeDocument/2006/relationships/image" Target="../media/image805.png"/><Relationship Id="rId423" Type="http://schemas.openxmlformats.org/officeDocument/2006/relationships/image" Target="../media/image909.png"/><Relationship Id="rId258" Type="http://schemas.openxmlformats.org/officeDocument/2006/relationships/customXml" Target="../ink/ink1212.xml"/><Relationship Id="rId465" Type="http://schemas.openxmlformats.org/officeDocument/2006/relationships/customXml" Target="../ink/ink1316.xml"/><Relationship Id="rId22" Type="http://schemas.openxmlformats.org/officeDocument/2006/relationships/customXml" Target="../ink/ink1089.xml"/><Relationship Id="rId64" Type="http://schemas.openxmlformats.org/officeDocument/2006/relationships/customXml" Target="../ink/ink1110.xml"/><Relationship Id="rId118" Type="http://schemas.openxmlformats.org/officeDocument/2006/relationships/customXml" Target="../ink/ink1138.xml"/><Relationship Id="rId325" Type="http://schemas.openxmlformats.org/officeDocument/2006/relationships/image" Target="../media/image860.png"/><Relationship Id="rId367" Type="http://schemas.openxmlformats.org/officeDocument/2006/relationships/image" Target="../media/image881.png"/><Relationship Id="rId532" Type="http://schemas.openxmlformats.org/officeDocument/2006/relationships/image" Target="../media/image963.png"/><Relationship Id="rId171" Type="http://schemas.openxmlformats.org/officeDocument/2006/relationships/image" Target="../media/image784.png"/><Relationship Id="rId227" Type="http://schemas.openxmlformats.org/officeDocument/2006/relationships/image" Target="../media/image810.png"/><Relationship Id="rId269" Type="http://schemas.openxmlformats.org/officeDocument/2006/relationships/image" Target="../media/image831.png"/><Relationship Id="rId434" Type="http://schemas.openxmlformats.org/officeDocument/2006/relationships/customXml" Target="../ink/ink1300.xml"/><Relationship Id="rId476" Type="http://schemas.openxmlformats.org/officeDocument/2006/relationships/image" Target="../media/image935.png"/><Relationship Id="rId33" Type="http://schemas.openxmlformats.org/officeDocument/2006/relationships/image" Target="../media/image7190.png"/><Relationship Id="rId129" Type="http://schemas.openxmlformats.org/officeDocument/2006/relationships/customXml" Target="../ink/ink1144.xml"/><Relationship Id="rId280" Type="http://schemas.openxmlformats.org/officeDocument/2006/relationships/customXml" Target="../ink/ink1223.xml"/><Relationship Id="rId336" Type="http://schemas.openxmlformats.org/officeDocument/2006/relationships/customXml" Target="../ink/ink1251.xml"/><Relationship Id="rId501" Type="http://schemas.openxmlformats.org/officeDocument/2006/relationships/customXml" Target="../ink/ink1334.xml"/><Relationship Id="rId543" Type="http://schemas.openxmlformats.org/officeDocument/2006/relationships/customXml" Target="../ink/ink1355.xml"/><Relationship Id="rId75" Type="http://schemas.openxmlformats.org/officeDocument/2006/relationships/image" Target="../media/image7400.png"/><Relationship Id="rId140" Type="http://schemas.openxmlformats.org/officeDocument/2006/relationships/image" Target="../media/image770.png"/><Relationship Id="rId182" Type="http://schemas.openxmlformats.org/officeDocument/2006/relationships/customXml" Target="../ink/ink1173.xml"/><Relationship Id="rId378" Type="http://schemas.openxmlformats.org/officeDocument/2006/relationships/customXml" Target="../ink/ink1272.xml"/><Relationship Id="rId403" Type="http://schemas.openxmlformats.org/officeDocument/2006/relationships/image" Target="../media/image899.png"/><Relationship Id="rId6" Type="http://schemas.openxmlformats.org/officeDocument/2006/relationships/customXml" Target="../ink/ink1081.xml"/><Relationship Id="rId238" Type="http://schemas.openxmlformats.org/officeDocument/2006/relationships/customXml" Target="../ink/ink1202.xml"/><Relationship Id="rId445" Type="http://schemas.openxmlformats.org/officeDocument/2006/relationships/customXml" Target="../ink/ink1306.xml"/><Relationship Id="rId487" Type="http://schemas.openxmlformats.org/officeDocument/2006/relationships/customXml" Target="../ink/ink1327.xml"/><Relationship Id="rId291" Type="http://schemas.openxmlformats.org/officeDocument/2006/relationships/image" Target="../media/image842.png"/><Relationship Id="rId305" Type="http://schemas.openxmlformats.org/officeDocument/2006/relationships/image" Target="../media/image849.png"/><Relationship Id="rId347" Type="http://schemas.openxmlformats.org/officeDocument/2006/relationships/image" Target="../media/image871.png"/><Relationship Id="rId512" Type="http://schemas.openxmlformats.org/officeDocument/2006/relationships/image" Target="../media/image953.png"/><Relationship Id="rId44" Type="http://schemas.openxmlformats.org/officeDocument/2006/relationships/customXml" Target="../ink/ink1100.xml"/><Relationship Id="rId86" Type="http://schemas.openxmlformats.org/officeDocument/2006/relationships/customXml" Target="../ink/ink1121.xml"/><Relationship Id="rId151" Type="http://schemas.openxmlformats.org/officeDocument/2006/relationships/image" Target="../media/image775.png"/><Relationship Id="rId389" Type="http://schemas.openxmlformats.org/officeDocument/2006/relationships/image" Target="../media/image892.png"/><Relationship Id="rId193" Type="http://schemas.openxmlformats.org/officeDocument/2006/relationships/image" Target="../media/image794.png"/><Relationship Id="rId207" Type="http://schemas.openxmlformats.org/officeDocument/2006/relationships/customXml" Target="../ink/ink1186.xml"/><Relationship Id="rId249" Type="http://schemas.openxmlformats.org/officeDocument/2006/relationships/image" Target="../media/image821.png"/><Relationship Id="rId414" Type="http://schemas.openxmlformats.org/officeDocument/2006/relationships/customXml" Target="../ink/ink1290.xml"/><Relationship Id="rId456" Type="http://schemas.openxmlformats.org/officeDocument/2006/relationships/image" Target="../media/image925.png"/><Relationship Id="rId498" Type="http://schemas.openxmlformats.org/officeDocument/2006/relationships/image" Target="../media/image946.png"/><Relationship Id="rId13" Type="http://schemas.openxmlformats.org/officeDocument/2006/relationships/image" Target="../media/image7090.png"/><Relationship Id="rId109" Type="http://schemas.openxmlformats.org/officeDocument/2006/relationships/image" Target="../media/image755.png"/><Relationship Id="rId260" Type="http://schemas.openxmlformats.org/officeDocument/2006/relationships/customXml" Target="../ink/ink1213.xml"/><Relationship Id="rId316" Type="http://schemas.openxmlformats.org/officeDocument/2006/relationships/customXml" Target="../ink/ink1241.xml"/><Relationship Id="rId523" Type="http://schemas.openxmlformats.org/officeDocument/2006/relationships/customXml" Target="../ink/ink1345.xml"/><Relationship Id="rId55" Type="http://schemas.openxmlformats.org/officeDocument/2006/relationships/image" Target="../media/image7300.png"/><Relationship Id="rId97" Type="http://schemas.openxmlformats.org/officeDocument/2006/relationships/image" Target="../media/image750.png"/><Relationship Id="rId120" Type="http://schemas.openxmlformats.org/officeDocument/2006/relationships/image" Target="../media/image760.png"/><Relationship Id="rId358" Type="http://schemas.openxmlformats.org/officeDocument/2006/relationships/customXml" Target="../ink/ink1262.xml"/><Relationship Id="rId162" Type="http://schemas.openxmlformats.org/officeDocument/2006/relationships/customXml" Target="../ink/ink1161.xml"/><Relationship Id="rId218" Type="http://schemas.openxmlformats.org/officeDocument/2006/relationships/image" Target="../media/image806.png"/><Relationship Id="rId425" Type="http://schemas.openxmlformats.org/officeDocument/2006/relationships/image" Target="../media/image910.png"/><Relationship Id="rId467" Type="http://schemas.openxmlformats.org/officeDocument/2006/relationships/customXml" Target="../ink/ink1317.xml"/><Relationship Id="rId271" Type="http://schemas.openxmlformats.org/officeDocument/2006/relationships/image" Target="../media/image832.png"/><Relationship Id="rId24" Type="http://schemas.openxmlformats.org/officeDocument/2006/relationships/customXml" Target="../ink/ink1090.xml"/><Relationship Id="rId66" Type="http://schemas.openxmlformats.org/officeDocument/2006/relationships/customXml" Target="../ink/ink1111.xml"/><Relationship Id="rId131" Type="http://schemas.openxmlformats.org/officeDocument/2006/relationships/customXml" Target="../ink/ink1145.xml"/><Relationship Id="rId327" Type="http://schemas.openxmlformats.org/officeDocument/2006/relationships/image" Target="../media/image861.png"/><Relationship Id="rId369" Type="http://schemas.openxmlformats.org/officeDocument/2006/relationships/image" Target="../media/image882.png"/><Relationship Id="rId534" Type="http://schemas.openxmlformats.org/officeDocument/2006/relationships/image" Target="../media/image964.png"/><Relationship Id="rId173" Type="http://schemas.openxmlformats.org/officeDocument/2006/relationships/customXml" Target="../ink/ink1168.xml"/><Relationship Id="rId229" Type="http://schemas.openxmlformats.org/officeDocument/2006/relationships/image" Target="../media/image811.png"/><Relationship Id="rId380" Type="http://schemas.openxmlformats.org/officeDocument/2006/relationships/customXml" Target="../ink/ink1273.xml"/><Relationship Id="rId436" Type="http://schemas.openxmlformats.org/officeDocument/2006/relationships/customXml" Target="../ink/ink1301.xml"/><Relationship Id="rId240" Type="http://schemas.openxmlformats.org/officeDocument/2006/relationships/customXml" Target="../ink/ink1203.xml"/><Relationship Id="rId478" Type="http://schemas.openxmlformats.org/officeDocument/2006/relationships/image" Target="../media/image936.png"/><Relationship Id="rId35" Type="http://schemas.openxmlformats.org/officeDocument/2006/relationships/image" Target="../media/image7200.png"/><Relationship Id="rId77" Type="http://schemas.openxmlformats.org/officeDocument/2006/relationships/image" Target="../media/image7411.png"/><Relationship Id="rId100" Type="http://schemas.openxmlformats.org/officeDocument/2006/relationships/customXml" Target="../ink/ink1128.xml"/><Relationship Id="rId282" Type="http://schemas.openxmlformats.org/officeDocument/2006/relationships/customXml" Target="../ink/ink1224.xml"/><Relationship Id="rId338" Type="http://schemas.openxmlformats.org/officeDocument/2006/relationships/customXml" Target="../ink/ink1252.xml"/><Relationship Id="rId503" Type="http://schemas.openxmlformats.org/officeDocument/2006/relationships/customXml" Target="../ink/ink1335.xml"/><Relationship Id="rId8" Type="http://schemas.openxmlformats.org/officeDocument/2006/relationships/customXml" Target="../ink/ink1082.xml"/><Relationship Id="rId142" Type="http://schemas.openxmlformats.org/officeDocument/2006/relationships/image" Target="../media/image771.png"/><Relationship Id="rId184" Type="http://schemas.openxmlformats.org/officeDocument/2006/relationships/customXml" Target="../ink/ink1174.xml"/><Relationship Id="rId391" Type="http://schemas.openxmlformats.org/officeDocument/2006/relationships/image" Target="../media/image893.png"/><Relationship Id="rId405" Type="http://schemas.openxmlformats.org/officeDocument/2006/relationships/image" Target="../media/image900.png"/><Relationship Id="rId447" Type="http://schemas.openxmlformats.org/officeDocument/2006/relationships/customXml" Target="../ink/ink1307.xml"/><Relationship Id="rId251" Type="http://schemas.openxmlformats.org/officeDocument/2006/relationships/image" Target="../media/image822.png"/><Relationship Id="rId489" Type="http://schemas.openxmlformats.org/officeDocument/2006/relationships/customXml" Target="../ink/ink1328.xml"/><Relationship Id="rId46" Type="http://schemas.openxmlformats.org/officeDocument/2006/relationships/customXml" Target="../ink/ink1101.xml"/><Relationship Id="rId293" Type="http://schemas.openxmlformats.org/officeDocument/2006/relationships/image" Target="../media/image843.png"/><Relationship Id="rId307" Type="http://schemas.openxmlformats.org/officeDocument/2006/relationships/image" Target="../media/image850.png"/><Relationship Id="rId349" Type="http://schemas.openxmlformats.org/officeDocument/2006/relationships/image" Target="../media/image872.png"/><Relationship Id="rId514" Type="http://schemas.openxmlformats.org/officeDocument/2006/relationships/image" Target="../media/image954.png"/><Relationship Id="rId88" Type="http://schemas.openxmlformats.org/officeDocument/2006/relationships/customXml" Target="../ink/ink1122.xml"/><Relationship Id="rId111" Type="http://schemas.openxmlformats.org/officeDocument/2006/relationships/image" Target="../media/image756.png"/><Relationship Id="rId153" Type="http://schemas.openxmlformats.org/officeDocument/2006/relationships/image" Target="../media/image776.png"/><Relationship Id="rId195" Type="http://schemas.openxmlformats.org/officeDocument/2006/relationships/image" Target="../media/image795.png"/><Relationship Id="rId209" Type="http://schemas.openxmlformats.org/officeDocument/2006/relationships/customXml" Target="../ink/ink1187.xml"/><Relationship Id="rId360" Type="http://schemas.openxmlformats.org/officeDocument/2006/relationships/customXml" Target="../ink/ink1263.xml"/><Relationship Id="rId416" Type="http://schemas.openxmlformats.org/officeDocument/2006/relationships/customXml" Target="../ink/ink1291.xml"/><Relationship Id="rId220" Type="http://schemas.openxmlformats.org/officeDocument/2006/relationships/image" Target="../media/image807.png"/><Relationship Id="rId458" Type="http://schemas.openxmlformats.org/officeDocument/2006/relationships/image" Target="../media/image926.png"/><Relationship Id="rId15" Type="http://schemas.openxmlformats.org/officeDocument/2006/relationships/image" Target="../media/image7101.png"/><Relationship Id="rId57" Type="http://schemas.openxmlformats.org/officeDocument/2006/relationships/image" Target="../media/image7311.png"/><Relationship Id="rId262" Type="http://schemas.openxmlformats.org/officeDocument/2006/relationships/customXml" Target="../ink/ink1214.xml"/><Relationship Id="rId318" Type="http://schemas.openxmlformats.org/officeDocument/2006/relationships/customXml" Target="../ink/ink1242.xml"/><Relationship Id="rId525" Type="http://schemas.openxmlformats.org/officeDocument/2006/relationships/customXml" Target="../ink/ink1346.xml"/><Relationship Id="rId99" Type="http://schemas.openxmlformats.org/officeDocument/2006/relationships/image" Target="../media/image751.png"/><Relationship Id="rId122" Type="http://schemas.openxmlformats.org/officeDocument/2006/relationships/image" Target="../media/image761.png"/><Relationship Id="rId164" Type="http://schemas.openxmlformats.org/officeDocument/2006/relationships/customXml" Target="../ink/ink1163.xml"/><Relationship Id="rId371" Type="http://schemas.openxmlformats.org/officeDocument/2006/relationships/image" Target="../media/image883.png"/><Relationship Id="rId427" Type="http://schemas.openxmlformats.org/officeDocument/2006/relationships/image" Target="../media/image911.png"/><Relationship Id="rId469" Type="http://schemas.openxmlformats.org/officeDocument/2006/relationships/customXml" Target="../ink/ink1318.xml"/><Relationship Id="rId26" Type="http://schemas.openxmlformats.org/officeDocument/2006/relationships/customXml" Target="../ink/ink1091.xml"/><Relationship Id="rId231" Type="http://schemas.openxmlformats.org/officeDocument/2006/relationships/image" Target="../media/image812.png"/><Relationship Id="rId273" Type="http://schemas.openxmlformats.org/officeDocument/2006/relationships/image" Target="../media/image833.png"/><Relationship Id="rId329" Type="http://schemas.openxmlformats.org/officeDocument/2006/relationships/image" Target="../media/image862.png"/><Relationship Id="rId480" Type="http://schemas.openxmlformats.org/officeDocument/2006/relationships/image" Target="../media/image937.png"/><Relationship Id="rId536" Type="http://schemas.openxmlformats.org/officeDocument/2006/relationships/image" Target="../media/image965.png"/><Relationship Id="rId68" Type="http://schemas.openxmlformats.org/officeDocument/2006/relationships/customXml" Target="../ink/ink1112.xml"/><Relationship Id="rId133" Type="http://schemas.openxmlformats.org/officeDocument/2006/relationships/customXml" Target="../ink/ink1146.xml"/><Relationship Id="rId175" Type="http://schemas.openxmlformats.org/officeDocument/2006/relationships/customXml" Target="../ink/ink1169.xml"/><Relationship Id="rId340" Type="http://schemas.openxmlformats.org/officeDocument/2006/relationships/customXml" Target="../ink/ink1253.xml"/><Relationship Id="rId200" Type="http://schemas.openxmlformats.org/officeDocument/2006/relationships/customXml" Target="../ink/ink1182.xml"/><Relationship Id="rId382" Type="http://schemas.openxmlformats.org/officeDocument/2006/relationships/customXml" Target="../ink/ink1274.xml"/><Relationship Id="rId438" Type="http://schemas.openxmlformats.org/officeDocument/2006/relationships/customXml" Target="../ink/ink1302.xml"/><Relationship Id="rId242" Type="http://schemas.openxmlformats.org/officeDocument/2006/relationships/customXml" Target="../ink/ink1204.xml"/><Relationship Id="rId284" Type="http://schemas.openxmlformats.org/officeDocument/2006/relationships/customXml" Target="../ink/ink1225.xml"/><Relationship Id="rId491" Type="http://schemas.openxmlformats.org/officeDocument/2006/relationships/customXml" Target="../ink/ink1329.xml"/><Relationship Id="rId505" Type="http://schemas.openxmlformats.org/officeDocument/2006/relationships/customXml" Target="../ink/ink1336.xml"/><Relationship Id="rId37" Type="http://schemas.openxmlformats.org/officeDocument/2006/relationships/image" Target="../media/image7211.png"/><Relationship Id="rId79" Type="http://schemas.openxmlformats.org/officeDocument/2006/relationships/image" Target="../media/image7420.png"/><Relationship Id="rId102" Type="http://schemas.openxmlformats.org/officeDocument/2006/relationships/customXml" Target="../ink/ink1129.xml"/><Relationship Id="rId144" Type="http://schemas.openxmlformats.org/officeDocument/2006/relationships/customXml" Target="../ink/ink1152.xml"/><Relationship Id="rId90" Type="http://schemas.openxmlformats.org/officeDocument/2006/relationships/customXml" Target="../ink/ink1123.xml"/><Relationship Id="rId186" Type="http://schemas.openxmlformats.org/officeDocument/2006/relationships/customXml" Target="../ink/ink1175.xml"/><Relationship Id="rId351" Type="http://schemas.openxmlformats.org/officeDocument/2006/relationships/image" Target="../media/image873.png"/><Relationship Id="rId393" Type="http://schemas.openxmlformats.org/officeDocument/2006/relationships/image" Target="../media/image894.png"/><Relationship Id="rId407" Type="http://schemas.openxmlformats.org/officeDocument/2006/relationships/image" Target="../media/image901.png"/><Relationship Id="rId449" Type="http://schemas.openxmlformats.org/officeDocument/2006/relationships/customXml" Target="../ink/ink1308.xml"/><Relationship Id="rId211" Type="http://schemas.openxmlformats.org/officeDocument/2006/relationships/customXml" Target="../ink/ink1188.xml"/><Relationship Id="rId253" Type="http://schemas.openxmlformats.org/officeDocument/2006/relationships/image" Target="../media/image823.png"/><Relationship Id="rId295" Type="http://schemas.openxmlformats.org/officeDocument/2006/relationships/image" Target="../media/image844.png"/><Relationship Id="rId309" Type="http://schemas.openxmlformats.org/officeDocument/2006/relationships/image" Target="../media/image851.png"/><Relationship Id="rId460" Type="http://schemas.openxmlformats.org/officeDocument/2006/relationships/image" Target="../media/image927.png"/><Relationship Id="rId516" Type="http://schemas.openxmlformats.org/officeDocument/2006/relationships/image" Target="../media/image955.png"/><Relationship Id="rId48" Type="http://schemas.openxmlformats.org/officeDocument/2006/relationships/customXml" Target="../ink/ink1102.xml"/><Relationship Id="rId113" Type="http://schemas.openxmlformats.org/officeDocument/2006/relationships/image" Target="../media/image757.png"/><Relationship Id="rId320" Type="http://schemas.openxmlformats.org/officeDocument/2006/relationships/customXml" Target="../ink/ink1243.xml"/><Relationship Id="rId155" Type="http://schemas.openxmlformats.org/officeDocument/2006/relationships/image" Target="../media/image777.png"/><Relationship Id="rId197" Type="http://schemas.openxmlformats.org/officeDocument/2006/relationships/image" Target="../media/image796.png"/><Relationship Id="rId362" Type="http://schemas.openxmlformats.org/officeDocument/2006/relationships/customXml" Target="../ink/ink1264.xml"/><Relationship Id="rId418" Type="http://schemas.openxmlformats.org/officeDocument/2006/relationships/customXml" Target="../ink/ink1292.xml"/><Relationship Id="rId222" Type="http://schemas.openxmlformats.org/officeDocument/2006/relationships/customXml" Target="../ink/ink1194.xml"/><Relationship Id="rId264" Type="http://schemas.openxmlformats.org/officeDocument/2006/relationships/customXml" Target="../ink/ink1215.xml"/><Relationship Id="rId471" Type="http://schemas.openxmlformats.org/officeDocument/2006/relationships/customXml" Target="../ink/ink1319.xml"/><Relationship Id="rId17" Type="http://schemas.openxmlformats.org/officeDocument/2006/relationships/image" Target="../media/image7111.png"/><Relationship Id="rId59" Type="http://schemas.openxmlformats.org/officeDocument/2006/relationships/image" Target="../media/image7320.png"/><Relationship Id="rId124" Type="http://schemas.openxmlformats.org/officeDocument/2006/relationships/image" Target="../media/image762.png"/><Relationship Id="rId527" Type="http://schemas.openxmlformats.org/officeDocument/2006/relationships/customXml" Target="../ink/ink1347.xml"/><Relationship Id="rId70" Type="http://schemas.openxmlformats.org/officeDocument/2006/relationships/customXml" Target="../ink/ink1113.xml"/><Relationship Id="rId166" Type="http://schemas.openxmlformats.org/officeDocument/2006/relationships/customXml" Target="../ink/ink1164.xml"/><Relationship Id="rId331" Type="http://schemas.openxmlformats.org/officeDocument/2006/relationships/image" Target="../media/image863.png"/><Relationship Id="rId373" Type="http://schemas.openxmlformats.org/officeDocument/2006/relationships/image" Target="../media/image884.png"/><Relationship Id="rId429" Type="http://schemas.openxmlformats.org/officeDocument/2006/relationships/image" Target="../media/image912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813.png"/><Relationship Id="rId440" Type="http://schemas.openxmlformats.org/officeDocument/2006/relationships/customXml" Target="../ink/ink1303.xml"/><Relationship Id="rId28" Type="http://schemas.openxmlformats.org/officeDocument/2006/relationships/customXml" Target="../ink/ink1092.xml"/><Relationship Id="rId275" Type="http://schemas.openxmlformats.org/officeDocument/2006/relationships/image" Target="../media/image834.png"/><Relationship Id="rId300" Type="http://schemas.openxmlformats.org/officeDocument/2006/relationships/customXml" Target="../ink/ink1233.xml"/><Relationship Id="rId482" Type="http://schemas.openxmlformats.org/officeDocument/2006/relationships/image" Target="../media/image938.png"/><Relationship Id="rId538" Type="http://schemas.openxmlformats.org/officeDocument/2006/relationships/image" Target="../media/image966.png"/><Relationship Id="rId81" Type="http://schemas.openxmlformats.org/officeDocument/2006/relationships/image" Target="../media/image743.png"/><Relationship Id="rId135" Type="http://schemas.openxmlformats.org/officeDocument/2006/relationships/customXml" Target="../ink/ink1147.xml"/><Relationship Id="rId177" Type="http://schemas.openxmlformats.org/officeDocument/2006/relationships/customXml" Target="../ink/ink1170.xml"/><Relationship Id="rId342" Type="http://schemas.openxmlformats.org/officeDocument/2006/relationships/customXml" Target="../ink/ink1254.xml"/><Relationship Id="rId384" Type="http://schemas.openxmlformats.org/officeDocument/2006/relationships/customXml" Target="../ink/ink1275.xml"/><Relationship Id="rId202" Type="http://schemas.openxmlformats.org/officeDocument/2006/relationships/image" Target="../media/image798.png"/><Relationship Id="rId244" Type="http://schemas.openxmlformats.org/officeDocument/2006/relationships/customXml" Target="../ink/ink1205.xml"/><Relationship Id="rId39" Type="http://schemas.openxmlformats.org/officeDocument/2006/relationships/image" Target="../media/image7220.png"/><Relationship Id="rId286" Type="http://schemas.openxmlformats.org/officeDocument/2006/relationships/customXml" Target="../ink/ink1226.xml"/><Relationship Id="rId451" Type="http://schemas.openxmlformats.org/officeDocument/2006/relationships/customXml" Target="../ink/ink1309.xml"/><Relationship Id="rId493" Type="http://schemas.openxmlformats.org/officeDocument/2006/relationships/customXml" Target="../ink/ink1330.xml"/><Relationship Id="rId507" Type="http://schemas.openxmlformats.org/officeDocument/2006/relationships/customXml" Target="../ink/ink1337.xml"/><Relationship Id="rId50" Type="http://schemas.openxmlformats.org/officeDocument/2006/relationships/customXml" Target="../ink/ink1103.xml"/><Relationship Id="rId104" Type="http://schemas.openxmlformats.org/officeDocument/2006/relationships/image" Target="../media/image753.png"/><Relationship Id="rId146" Type="http://schemas.openxmlformats.org/officeDocument/2006/relationships/customXml" Target="../ink/ink1153.xml"/><Relationship Id="rId188" Type="http://schemas.openxmlformats.org/officeDocument/2006/relationships/customXml" Target="../ink/ink1176.xml"/><Relationship Id="rId311" Type="http://schemas.openxmlformats.org/officeDocument/2006/relationships/image" Target="../media/image852.png"/><Relationship Id="rId353" Type="http://schemas.openxmlformats.org/officeDocument/2006/relationships/image" Target="../media/image874.png"/><Relationship Id="rId395" Type="http://schemas.openxmlformats.org/officeDocument/2006/relationships/image" Target="../media/image895.png"/><Relationship Id="rId409" Type="http://schemas.openxmlformats.org/officeDocument/2006/relationships/image" Target="../media/image902.png"/><Relationship Id="rId92" Type="http://schemas.openxmlformats.org/officeDocument/2006/relationships/customXml" Target="../ink/ink1124.xml"/><Relationship Id="rId213" Type="http://schemas.openxmlformats.org/officeDocument/2006/relationships/customXml" Target="../ink/ink1189.xml"/><Relationship Id="rId420" Type="http://schemas.openxmlformats.org/officeDocument/2006/relationships/customXml" Target="../ink/ink1293.xml"/><Relationship Id="rId255" Type="http://schemas.openxmlformats.org/officeDocument/2006/relationships/image" Target="../media/image824.png"/><Relationship Id="rId297" Type="http://schemas.openxmlformats.org/officeDocument/2006/relationships/image" Target="../media/image845.png"/><Relationship Id="rId462" Type="http://schemas.openxmlformats.org/officeDocument/2006/relationships/image" Target="../media/image928.png"/><Relationship Id="rId518" Type="http://schemas.openxmlformats.org/officeDocument/2006/relationships/image" Target="../media/image956.png"/><Relationship Id="rId115" Type="http://schemas.openxmlformats.org/officeDocument/2006/relationships/image" Target="../media/image758.png"/><Relationship Id="rId157" Type="http://schemas.openxmlformats.org/officeDocument/2006/relationships/image" Target="../media/image778.png"/><Relationship Id="rId322" Type="http://schemas.openxmlformats.org/officeDocument/2006/relationships/customXml" Target="../ink/ink1244.xml"/><Relationship Id="rId364" Type="http://schemas.openxmlformats.org/officeDocument/2006/relationships/customXml" Target="../ink/ink1265.xml"/><Relationship Id="rId61" Type="http://schemas.openxmlformats.org/officeDocument/2006/relationships/image" Target="../media/image7330.png"/><Relationship Id="rId199" Type="http://schemas.openxmlformats.org/officeDocument/2006/relationships/image" Target="../media/image797.png"/><Relationship Id="rId19" Type="http://schemas.openxmlformats.org/officeDocument/2006/relationships/image" Target="../media/image7120.png"/><Relationship Id="rId224" Type="http://schemas.openxmlformats.org/officeDocument/2006/relationships/customXml" Target="../ink/ink1195.xml"/><Relationship Id="rId266" Type="http://schemas.openxmlformats.org/officeDocument/2006/relationships/customXml" Target="../ink/ink1216.xml"/><Relationship Id="rId431" Type="http://schemas.openxmlformats.org/officeDocument/2006/relationships/image" Target="../media/image913.png"/><Relationship Id="rId473" Type="http://schemas.openxmlformats.org/officeDocument/2006/relationships/customXml" Target="../ink/ink1320.xml"/><Relationship Id="rId529" Type="http://schemas.openxmlformats.org/officeDocument/2006/relationships/customXml" Target="../ink/ink1348.xml"/><Relationship Id="rId30" Type="http://schemas.openxmlformats.org/officeDocument/2006/relationships/customXml" Target="../ink/ink1093.xml"/><Relationship Id="rId126" Type="http://schemas.openxmlformats.org/officeDocument/2006/relationships/image" Target="../media/image763.png"/><Relationship Id="rId168" Type="http://schemas.openxmlformats.org/officeDocument/2006/relationships/customXml" Target="../ink/ink1165.xml"/><Relationship Id="rId333" Type="http://schemas.openxmlformats.org/officeDocument/2006/relationships/image" Target="../media/image864.png"/><Relationship Id="rId540" Type="http://schemas.openxmlformats.org/officeDocument/2006/relationships/image" Target="../media/image967.png"/><Relationship Id="rId72" Type="http://schemas.openxmlformats.org/officeDocument/2006/relationships/customXml" Target="../ink/ink1114.xml"/><Relationship Id="rId375" Type="http://schemas.openxmlformats.org/officeDocument/2006/relationships/image" Target="../media/image885.png"/><Relationship Id="rId3" Type="http://schemas.openxmlformats.org/officeDocument/2006/relationships/customXml" Target="../ink/ink1079.xml"/><Relationship Id="rId235" Type="http://schemas.openxmlformats.org/officeDocument/2006/relationships/image" Target="../media/image814.png"/><Relationship Id="rId277" Type="http://schemas.openxmlformats.org/officeDocument/2006/relationships/image" Target="../media/image835.png"/><Relationship Id="rId400" Type="http://schemas.openxmlformats.org/officeDocument/2006/relationships/customXml" Target="../ink/ink1283.xml"/><Relationship Id="rId442" Type="http://schemas.openxmlformats.org/officeDocument/2006/relationships/image" Target="../media/image918.png"/><Relationship Id="rId484" Type="http://schemas.openxmlformats.org/officeDocument/2006/relationships/image" Target="../media/image939.png"/><Relationship Id="rId137" Type="http://schemas.openxmlformats.org/officeDocument/2006/relationships/customXml" Target="../ink/ink1148.xml"/><Relationship Id="rId302" Type="http://schemas.openxmlformats.org/officeDocument/2006/relationships/customXml" Target="../ink/ink1234.xml"/><Relationship Id="rId344" Type="http://schemas.openxmlformats.org/officeDocument/2006/relationships/customXml" Target="../ink/ink1255.xml"/><Relationship Id="rId41" Type="http://schemas.openxmlformats.org/officeDocument/2006/relationships/image" Target="../media/image7230.png"/><Relationship Id="rId83" Type="http://schemas.openxmlformats.org/officeDocument/2006/relationships/image" Target="../media/image744.png"/><Relationship Id="rId179" Type="http://schemas.openxmlformats.org/officeDocument/2006/relationships/customXml" Target="../ink/ink1171.xml"/><Relationship Id="rId386" Type="http://schemas.openxmlformats.org/officeDocument/2006/relationships/customXml" Target="../ink/ink1276.xml"/><Relationship Id="rId190" Type="http://schemas.openxmlformats.org/officeDocument/2006/relationships/customXml" Target="../ink/ink1177.xml"/><Relationship Id="rId204" Type="http://schemas.openxmlformats.org/officeDocument/2006/relationships/image" Target="../media/image799.png"/><Relationship Id="rId246" Type="http://schemas.openxmlformats.org/officeDocument/2006/relationships/customXml" Target="../ink/ink1206.xml"/><Relationship Id="rId288" Type="http://schemas.openxmlformats.org/officeDocument/2006/relationships/customXml" Target="../ink/ink1227.xml"/><Relationship Id="rId411" Type="http://schemas.openxmlformats.org/officeDocument/2006/relationships/image" Target="../media/image903.png"/><Relationship Id="rId453" Type="http://schemas.openxmlformats.org/officeDocument/2006/relationships/customXml" Target="../ink/ink1310.xml"/><Relationship Id="rId509" Type="http://schemas.openxmlformats.org/officeDocument/2006/relationships/customXml" Target="../ink/ink1338.xml"/><Relationship Id="rId106" Type="http://schemas.openxmlformats.org/officeDocument/2006/relationships/customXml" Target="../ink/ink1132.xml"/><Relationship Id="rId313" Type="http://schemas.openxmlformats.org/officeDocument/2006/relationships/image" Target="../media/image853.png"/><Relationship Id="rId495" Type="http://schemas.openxmlformats.org/officeDocument/2006/relationships/customXml" Target="../ink/ink1331.xml"/><Relationship Id="rId10" Type="http://schemas.openxmlformats.org/officeDocument/2006/relationships/customXml" Target="../ink/ink1083.xml"/><Relationship Id="rId52" Type="http://schemas.openxmlformats.org/officeDocument/2006/relationships/customXml" Target="../ink/ink1104.xml"/><Relationship Id="rId94" Type="http://schemas.openxmlformats.org/officeDocument/2006/relationships/customXml" Target="../ink/ink1125.xml"/><Relationship Id="rId148" Type="http://schemas.openxmlformats.org/officeDocument/2006/relationships/customXml" Target="../ink/ink1154.xml"/><Relationship Id="rId355" Type="http://schemas.openxmlformats.org/officeDocument/2006/relationships/image" Target="../media/image875.png"/><Relationship Id="rId397" Type="http://schemas.openxmlformats.org/officeDocument/2006/relationships/image" Target="../media/image896.png"/><Relationship Id="rId520" Type="http://schemas.openxmlformats.org/officeDocument/2006/relationships/image" Target="../media/image957.png"/><Relationship Id="rId215" Type="http://schemas.openxmlformats.org/officeDocument/2006/relationships/customXml" Target="../ink/ink1190.xml"/><Relationship Id="rId257" Type="http://schemas.openxmlformats.org/officeDocument/2006/relationships/image" Target="../media/image825.png"/><Relationship Id="rId422" Type="http://schemas.openxmlformats.org/officeDocument/2006/relationships/customXml" Target="../ink/ink1294.xml"/><Relationship Id="rId464" Type="http://schemas.openxmlformats.org/officeDocument/2006/relationships/image" Target="../media/image929.png"/><Relationship Id="rId299" Type="http://schemas.openxmlformats.org/officeDocument/2006/relationships/image" Target="../media/image846.png"/><Relationship Id="rId63" Type="http://schemas.openxmlformats.org/officeDocument/2006/relationships/image" Target="../media/image7340.png"/><Relationship Id="rId159" Type="http://schemas.openxmlformats.org/officeDocument/2006/relationships/image" Target="../media/image779.png"/><Relationship Id="rId366" Type="http://schemas.openxmlformats.org/officeDocument/2006/relationships/customXml" Target="../ink/ink1266.xml"/><Relationship Id="rId226" Type="http://schemas.openxmlformats.org/officeDocument/2006/relationships/customXml" Target="../ink/ink1196.xml"/><Relationship Id="rId433" Type="http://schemas.openxmlformats.org/officeDocument/2006/relationships/image" Target="../media/image914.png"/><Relationship Id="rId74" Type="http://schemas.openxmlformats.org/officeDocument/2006/relationships/customXml" Target="../ink/ink1115.xml"/><Relationship Id="rId377" Type="http://schemas.openxmlformats.org/officeDocument/2006/relationships/image" Target="../media/image886.png"/><Relationship Id="rId500" Type="http://schemas.openxmlformats.org/officeDocument/2006/relationships/image" Target="../media/image947.png"/><Relationship Id="rId5" Type="http://schemas.openxmlformats.org/officeDocument/2006/relationships/customXml" Target="../ink/ink1080.xml"/><Relationship Id="rId237" Type="http://schemas.openxmlformats.org/officeDocument/2006/relationships/image" Target="../media/image815.png"/><Relationship Id="rId444" Type="http://schemas.openxmlformats.org/officeDocument/2006/relationships/image" Target="../media/image919.png"/><Relationship Id="rId290" Type="http://schemas.openxmlformats.org/officeDocument/2006/relationships/customXml" Target="../ink/ink1228.xml"/><Relationship Id="rId304" Type="http://schemas.openxmlformats.org/officeDocument/2006/relationships/customXml" Target="../ink/ink1235.xml"/><Relationship Id="rId388" Type="http://schemas.openxmlformats.org/officeDocument/2006/relationships/customXml" Target="../ink/ink1277.xml"/><Relationship Id="rId511" Type="http://schemas.openxmlformats.org/officeDocument/2006/relationships/customXml" Target="../ink/ink1339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111.png"/><Relationship Id="rId299" Type="http://schemas.openxmlformats.org/officeDocument/2006/relationships/image" Target="../media/image1000.png"/><Relationship Id="rId21" Type="http://schemas.openxmlformats.org/officeDocument/2006/relationships/customXml" Target="../ink/ink1365.xml"/><Relationship Id="rId63" Type="http://schemas.openxmlformats.org/officeDocument/2006/relationships/image" Target="../media/image8840.png"/><Relationship Id="rId159" Type="http://schemas.openxmlformats.org/officeDocument/2006/relationships/image" Target="../media/image9311.png"/><Relationship Id="rId324" Type="http://schemas.openxmlformats.org/officeDocument/2006/relationships/customXml" Target="../ink/ink1517.xml"/><Relationship Id="rId366" Type="http://schemas.openxmlformats.org/officeDocument/2006/relationships/customXml" Target="../ink/ink1538.xml"/><Relationship Id="rId170" Type="http://schemas.openxmlformats.org/officeDocument/2006/relationships/customXml" Target="../ink/ink1440.xml"/><Relationship Id="rId226" Type="http://schemas.openxmlformats.org/officeDocument/2006/relationships/customXml" Target="../ink/ink1468.xml"/><Relationship Id="rId433" Type="http://schemas.openxmlformats.org/officeDocument/2006/relationships/image" Target="../media/image1064.png"/><Relationship Id="rId268" Type="http://schemas.openxmlformats.org/officeDocument/2006/relationships/customXml" Target="../ink/ink1489.xml"/><Relationship Id="rId32" Type="http://schemas.openxmlformats.org/officeDocument/2006/relationships/image" Target="../media/image8700.png"/><Relationship Id="rId74" Type="http://schemas.openxmlformats.org/officeDocument/2006/relationships/customXml" Target="../ink/ink1392.xml"/><Relationship Id="rId128" Type="http://schemas.openxmlformats.org/officeDocument/2006/relationships/customXml" Target="../ink/ink1419.xml"/><Relationship Id="rId335" Type="http://schemas.openxmlformats.org/officeDocument/2006/relationships/image" Target="../media/image6740.png"/><Relationship Id="rId377" Type="http://schemas.openxmlformats.org/officeDocument/2006/relationships/image" Target="../media/image1037.png"/><Relationship Id="rId5" Type="http://schemas.openxmlformats.org/officeDocument/2006/relationships/customXml" Target="../ink/ink1357.xml"/><Relationship Id="rId181" Type="http://schemas.openxmlformats.org/officeDocument/2006/relationships/image" Target="../media/image9411.png"/><Relationship Id="rId237" Type="http://schemas.openxmlformats.org/officeDocument/2006/relationships/image" Target="../media/image9690.png"/><Relationship Id="rId402" Type="http://schemas.openxmlformats.org/officeDocument/2006/relationships/customXml" Target="../ink/ink1556.xml"/><Relationship Id="rId279" Type="http://schemas.openxmlformats.org/officeDocument/2006/relationships/image" Target="../media/image990.png"/><Relationship Id="rId43" Type="http://schemas.openxmlformats.org/officeDocument/2006/relationships/customXml" Target="../ink/ink1376.xml"/><Relationship Id="rId139" Type="http://schemas.openxmlformats.org/officeDocument/2006/relationships/image" Target="../media/image9211.png"/><Relationship Id="rId290" Type="http://schemas.openxmlformats.org/officeDocument/2006/relationships/customXml" Target="../ink/ink1500.xml"/><Relationship Id="rId304" Type="http://schemas.openxmlformats.org/officeDocument/2006/relationships/customXml" Target="../ink/ink1507.xml"/><Relationship Id="rId346" Type="http://schemas.openxmlformats.org/officeDocument/2006/relationships/customXml" Target="../ink/ink1528.xml"/><Relationship Id="rId388" Type="http://schemas.openxmlformats.org/officeDocument/2006/relationships/customXml" Target="../ink/ink1549.xml"/><Relationship Id="rId85" Type="http://schemas.openxmlformats.org/officeDocument/2006/relationships/image" Target="../media/image8950.png"/><Relationship Id="rId150" Type="http://schemas.openxmlformats.org/officeDocument/2006/relationships/customXml" Target="../ink/ink1430.xml"/><Relationship Id="rId192" Type="http://schemas.openxmlformats.org/officeDocument/2006/relationships/customXml" Target="../ink/ink1451.xml"/><Relationship Id="rId206" Type="http://schemas.openxmlformats.org/officeDocument/2006/relationships/customXml" Target="../ink/ink1458.xml"/><Relationship Id="rId413" Type="http://schemas.openxmlformats.org/officeDocument/2006/relationships/image" Target="../media/image1054.png"/><Relationship Id="rId248" Type="http://schemas.openxmlformats.org/officeDocument/2006/relationships/customXml" Target="../ink/ink1479.xml"/><Relationship Id="rId12" Type="http://schemas.openxmlformats.org/officeDocument/2006/relationships/image" Target="../media/image417.png"/><Relationship Id="rId108" Type="http://schemas.openxmlformats.org/officeDocument/2006/relationships/customXml" Target="../ink/ink1409.xml"/><Relationship Id="rId315" Type="http://schemas.openxmlformats.org/officeDocument/2006/relationships/image" Target="../media/image1008.png"/><Relationship Id="rId357" Type="http://schemas.openxmlformats.org/officeDocument/2006/relationships/image" Target="../media/image1027.png"/><Relationship Id="rId54" Type="http://schemas.openxmlformats.org/officeDocument/2006/relationships/image" Target="../media/image8800.png"/><Relationship Id="rId96" Type="http://schemas.openxmlformats.org/officeDocument/2006/relationships/customXml" Target="../ink/ink1403.xml"/><Relationship Id="rId161" Type="http://schemas.openxmlformats.org/officeDocument/2006/relationships/image" Target="../media/image9320.png"/><Relationship Id="rId217" Type="http://schemas.openxmlformats.org/officeDocument/2006/relationships/image" Target="../media/image9590.png"/><Relationship Id="rId399" Type="http://schemas.openxmlformats.org/officeDocument/2006/relationships/image" Target="../media/image1047.png"/><Relationship Id="rId259" Type="http://schemas.openxmlformats.org/officeDocument/2006/relationships/image" Target="../media/image980.png"/><Relationship Id="rId424" Type="http://schemas.openxmlformats.org/officeDocument/2006/relationships/customXml" Target="../ink/ink1567.xml"/><Relationship Id="rId23" Type="http://schemas.openxmlformats.org/officeDocument/2006/relationships/customXml" Target="../ink/ink1366.xml"/><Relationship Id="rId119" Type="http://schemas.openxmlformats.org/officeDocument/2006/relationships/image" Target="../media/image9120.png"/><Relationship Id="rId270" Type="http://schemas.openxmlformats.org/officeDocument/2006/relationships/customXml" Target="../ink/ink1490.xml"/><Relationship Id="rId326" Type="http://schemas.openxmlformats.org/officeDocument/2006/relationships/customXml" Target="../ink/ink1518.xml"/><Relationship Id="rId65" Type="http://schemas.openxmlformats.org/officeDocument/2006/relationships/image" Target="../media/image8850.png"/><Relationship Id="rId130" Type="http://schemas.openxmlformats.org/officeDocument/2006/relationships/customXml" Target="../ink/ink1420.xml"/><Relationship Id="rId368" Type="http://schemas.openxmlformats.org/officeDocument/2006/relationships/customXml" Target="../ink/ink1539.xml"/><Relationship Id="rId172" Type="http://schemas.openxmlformats.org/officeDocument/2006/relationships/customXml" Target="../ink/ink1441.xml"/><Relationship Id="rId228" Type="http://schemas.openxmlformats.org/officeDocument/2006/relationships/customXml" Target="../ink/ink1469.xml"/><Relationship Id="rId435" Type="http://schemas.openxmlformats.org/officeDocument/2006/relationships/image" Target="../media/image86.png"/><Relationship Id="rId281" Type="http://schemas.openxmlformats.org/officeDocument/2006/relationships/image" Target="../media/image991.png"/><Relationship Id="rId337" Type="http://schemas.openxmlformats.org/officeDocument/2006/relationships/image" Target="../media/image1017.png"/><Relationship Id="rId34" Type="http://schemas.openxmlformats.org/officeDocument/2006/relationships/image" Target="../media/image8711.png"/><Relationship Id="rId76" Type="http://schemas.openxmlformats.org/officeDocument/2006/relationships/customXml" Target="../ink/ink1393.xml"/><Relationship Id="rId141" Type="http://schemas.openxmlformats.org/officeDocument/2006/relationships/image" Target="../media/image9220.png"/><Relationship Id="rId379" Type="http://schemas.openxmlformats.org/officeDocument/2006/relationships/image" Target="../media/image1038.png"/><Relationship Id="rId7" Type="http://schemas.openxmlformats.org/officeDocument/2006/relationships/customXml" Target="../ink/ink1358.xml"/><Relationship Id="rId183" Type="http://schemas.openxmlformats.org/officeDocument/2006/relationships/image" Target="../media/image9420.png"/><Relationship Id="rId239" Type="http://schemas.openxmlformats.org/officeDocument/2006/relationships/image" Target="../media/image970.png"/><Relationship Id="rId390" Type="http://schemas.openxmlformats.org/officeDocument/2006/relationships/customXml" Target="../ink/ink1550.xml"/><Relationship Id="rId404" Type="http://schemas.openxmlformats.org/officeDocument/2006/relationships/customXml" Target="../ink/ink1557.xml"/><Relationship Id="rId250" Type="http://schemas.openxmlformats.org/officeDocument/2006/relationships/customXml" Target="../ink/ink1480.xml"/><Relationship Id="rId292" Type="http://schemas.openxmlformats.org/officeDocument/2006/relationships/customXml" Target="../ink/ink1501.xml"/><Relationship Id="rId306" Type="http://schemas.openxmlformats.org/officeDocument/2006/relationships/customXml" Target="../ink/ink1508.xml"/><Relationship Id="rId45" Type="http://schemas.openxmlformats.org/officeDocument/2006/relationships/customXml" Target="../ink/ink1377.xml"/><Relationship Id="rId87" Type="http://schemas.openxmlformats.org/officeDocument/2006/relationships/image" Target="../media/image8960.png"/><Relationship Id="rId110" Type="http://schemas.openxmlformats.org/officeDocument/2006/relationships/customXml" Target="../ink/ink1410.xml"/><Relationship Id="rId348" Type="http://schemas.openxmlformats.org/officeDocument/2006/relationships/customXml" Target="../ink/ink1529.xml"/><Relationship Id="rId152" Type="http://schemas.openxmlformats.org/officeDocument/2006/relationships/customXml" Target="../ink/ink1431.xml"/><Relationship Id="rId194" Type="http://schemas.openxmlformats.org/officeDocument/2006/relationships/customXml" Target="../ink/ink1452.xml"/><Relationship Id="rId208" Type="http://schemas.openxmlformats.org/officeDocument/2006/relationships/customXml" Target="../ink/ink1459.xml"/><Relationship Id="rId415" Type="http://schemas.openxmlformats.org/officeDocument/2006/relationships/image" Target="../media/image1055.png"/><Relationship Id="rId261" Type="http://schemas.openxmlformats.org/officeDocument/2006/relationships/image" Target="../media/image981.png"/><Relationship Id="rId14" Type="http://schemas.openxmlformats.org/officeDocument/2006/relationships/image" Target="../media/image8611.png"/><Relationship Id="rId56" Type="http://schemas.openxmlformats.org/officeDocument/2006/relationships/image" Target="../media/image8811.png"/><Relationship Id="rId317" Type="http://schemas.openxmlformats.org/officeDocument/2006/relationships/image" Target="../media/image1009.png"/><Relationship Id="rId359" Type="http://schemas.openxmlformats.org/officeDocument/2006/relationships/image" Target="../media/image1028.png"/><Relationship Id="rId98" Type="http://schemas.openxmlformats.org/officeDocument/2006/relationships/customXml" Target="../ink/ink1404.xml"/><Relationship Id="rId121" Type="http://schemas.openxmlformats.org/officeDocument/2006/relationships/image" Target="../media/image9130.png"/><Relationship Id="rId163" Type="http://schemas.openxmlformats.org/officeDocument/2006/relationships/image" Target="../media/image9330.png"/><Relationship Id="rId219" Type="http://schemas.openxmlformats.org/officeDocument/2006/relationships/image" Target="../media/image9600.png"/><Relationship Id="rId370" Type="http://schemas.openxmlformats.org/officeDocument/2006/relationships/customXml" Target="../ink/ink1540.xml"/><Relationship Id="rId426" Type="http://schemas.openxmlformats.org/officeDocument/2006/relationships/customXml" Target="../ink/ink1568.xml"/><Relationship Id="rId230" Type="http://schemas.openxmlformats.org/officeDocument/2006/relationships/customXml" Target="../ink/ink1470.xml"/><Relationship Id="rId25" Type="http://schemas.openxmlformats.org/officeDocument/2006/relationships/customXml" Target="../ink/ink1367.xml"/><Relationship Id="rId67" Type="http://schemas.openxmlformats.org/officeDocument/2006/relationships/image" Target="../media/image8860.png"/><Relationship Id="rId272" Type="http://schemas.openxmlformats.org/officeDocument/2006/relationships/customXml" Target="../ink/ink1491.xml"/><Relationship Id="rId328" Type="http://schemas.openxmlformats.org/officeDocument/2006/relationships/customXml" Target="../ink/ink1519.xml"/><Relationship Id="rId132" Type="http://schemas.openxmlformats.org/officeDocument/2006/relationships/customXml" Target="../ink/ink1421.xml"/><Relationship Id="rId174" Type="http://schemas.openxmlformats.org/officeDocument/2006/relationships/customXml" Target="../ink/ink1442.xml"/><Relationship Id="rId381" Type="http://schemas.openxmlformats.org/officeDocument/2006/relationships/image" Target="../media/image1039.png"/><Relationship Id="rId241" Type="http://schemas.openxmlformats.org/officeDocument/2006/relationships/image" Target="../media/image971.png"/><Relationship Id="rId36" Type="http://schemas.openxmlformats.org/officeDocument/2006/relationships/image" Target="../media/image8720.png"/><Relationship Id="rId283" Type="http://schemas.openxmlformats.org/officeDocument/2006/relationships/image" Target="../media/image992.png"/><Relationship Id="rId339" Type="http://schemas.openxmlformats.org/officeDocument/2006/relationships/image" Target="../media/image1018.png"/><Relationship Id="rId78" Type="http://schemas.openxmlformats.org/officeDocument/2006/relationships/customXml" Target="../ink/ink1394.xml"/><Relationship Id="rId101" Type="http://schemas.openxmlformats.org/officeDocument/2006/relationships/image" Target="../media/image9030.png"/><Relationship Id="rId143" Type="http://schemas.openxmlformats.org/officeDocument/2006/relationships/image" Target="../media/image9230.png"/><Relationship Id="rId185" Type="http://schemas.openxmlformats.org/officeDocument/2006/relationships/image" Target="../media/image9430.png"/><Relationship Id="rId350" Type="http://schemas.openxmlformats.org/officeDocument/2006/relationships/customXml" Target="../ink/ink1530.xml"/><Relationship Id="rId406" Type="http://schemas.openxmlformats.org/officeDocument/2006/relationships/customXml" Target="../ink/ink1558.xml"/><Relationship Id="rId9" Type="http://schemas.openxmlformats.org/officeDocument/2006/relationships/customXml" Target="../ink/ink1359.xml"/><Relationship Id="rId210" Type="http://schemas.openxmlformats.org/officeDocument/2006/relationships/customXml" Target="../ink/ink1460.xml"/><Relationship Id="rId392" Type="http://schemas.openxmlformats.org/officeDocument/2006/relationships/customXml" Target="../ink/ink1551.xml"/><Relationship Id="rId252" Type="http://schemas.openxmlformats.org/officeDocument/2006/relationships/customXml" Target="../ink/ink1481.xml"/><Relationship Id="rId294" Type="http://schemas.openxmlformats.org/officeDocument/2006/relationships/customXml" Target="../ink/ink1502.xml"/><Relationship Id="rId308" Type="http://schemas.openxmlformats.org/officeDocument/2006/relationships/customXml" Target="../ink/ink1509.xml"/><Relationship Id="rId47" Type="http://schemas.openxmlformats.org/officeDocument/2006/relationships/customXml" Target="../ink/ink1378.xml"/><Relationship Id="rId89" Type="http://schemas.openxmlformats.org/officeDocument/2006/relationships/image" Target="../media/image8970.png"/><Relationship Id="rId112" Type="http://schemas.openxmlformats.org/officeDocument/2006/relationships/customXml" Target="../ink/ink1411.xml"/><Relationship Id="rId154" Type="http://schemas.openxmlformats.org/officeDocument/2006/relationships/customXml" Target="../ink/ink1432.xml"/><Relationship Id="rId361" Type="http://schemas.openxmlformats.org/officeDocument/2006/relationships/image" Target="../media/image1029.png"/><Relationship Id="rId196" Type="http://schemas.openxmlformats.org/officeDocument/2006/relationships/customXml" Target="../ink/ink1453.xml"/><Relationship Id="rId417" Type="http://schemas.openxmlformats.org/officeDocument/2006/relationships/image" Target="../media/image1056.png"/><Relationship Id="rId16" Type="http://schemas.openxmlformats.org/officeDocument/2006/relationships/image" Target="../media/image8620.png"/><Relationship Id="rId221" Type="http://schemas.openxmlformats.org/officeDocument/2006/relationships/image" Target="../media/image9611.png"/><Relationship Id="rId263" Type="http://schemas.openxmlformats.org/officeDocument/2006/relationships/image" Target="../media/image982.png"/><Relationship Id="rId319" Type="http://schemas.openxmlformats.org/officeDocument/2006/relationships/image" Target="../media/image1010.png"/><Relationship Id="rId58" Type="http://schemas.openxmlformats.org/officeDocument/2006/relationships/image" Target="../media/image8820.png"/><Relationship Id="rId123" Type="http://schemas.openxmlformats.org/officeDocument/2006/relationships/image" Target="../media/image425.png"/><Relationship Id="rId330" Type="http://schemas.openxmlformats.org/officeDocument/2006/relationships/customXml" Target="../ink/ink1520.xml"/><Relationship Id="rId165" Type="http://schemas.openxmlformats.org/officeDocument/2006/relationships/image" Target="../media/image9340.png"/><Relationship Id="rId372" Type="http://schemas.openxmlformats.org/officeDocument/2006/relationships/customXml" Target="../ink/ink1541.xml"/><Relationship Id="rId428" Type="http://schemas.openxmlformats.org/officeDocument/2006/relationships/customXml" Target="../ink/ink1569.xml"/><Relationship Id="rId232" Type="http://schemas.openxmlformats.org/officeDocument/2006/relationships/customXml" Target="../ink/ink1471.xml"/><Relationship Id="rId274" Type="http://schemas.openxmlformats.org/officeDocument/2006/relationships/customXml" Target="../ink/ink1492.xml"/><Relationship Id="rId27" Type="http://schemas.openxmlformats.org/officeDocument/2006/relationships/customXml" Target="../ink/ink1368.xml"/><Relationship Id="rId69" Type="http://schemas.openxmlformats.org/officeDocument/2006/relationships/image" Target="../media/image8870.png"/><Relationship Id="rId134" Type="http://schemas.openxmlformats.org/officeDocument/2006/relationships/customXml" Target="../ink/ink1422.xml"/><Relationship Id="rId80" Type="http://schemas.openxmlformats.org/officeDocument/2006/relationships/customXml" Target="../ink/ink1395.xml"/><Relationship Id="rId176" Type="http://schemas.openxmlformats.org/officeDocument/2006/relationships/customXml" Target="../ink/ink1443.xml"/><Relationship Id="rId341" Type="http://schemas.openxmlformats.org/officeDocument/2006/relationships/image" Target="../media/image1019.png"/><Relationship Id="rId383" Type="http://schemas.openxmlformats.org/officeDocument/2006/relationships/image" Target="../media/image1040.png"/><Relationship Id="rId201" Type="http://schemas.openxmlformats.org/officeDocument/2006/relationships/image" Target="../media/image9511.png"/><Relationship Id="rId243" Type="http://schemas.openxmlformats.org/officeDocument/2006/relationships/image" Target="../media/image972.png"/><Relationship Id="rId285" Type="http://schemas.openxmlformats.org/officeDocument/2006/relationships/image" Target="../media/image993.png"/><Relationship Id="rId38" Type="http://schemas.openxmlformats.org/officeDocument/2006/relationships/image" Target="../media/image8730.png"/><Relationship Id="rId103" Type="http://schemas.openxmlformats.org/officeDocument/2006/relationships/image" Target="../media/image9040.png"/><Relationship Id="rId310" Type="http://schemas.openxmlformats.org/officeDocument/2006/relationships/customXml" Target="../ink/ink1510.xml"/><Relationship Id="rId91" Type="http://schemas.openxmlformats.org/officeDocument/2006/relationships/image" Target="../media/image8980.png"/><Relationship Id="rId145" Type="http://schemas.openxmlformats.org/officeDocument/2006/relationships/image" Target="../media/image9240.png"/><Relationship Id="rId187" Type="http://schemas.openxmlformats.org/officeDocument/2006/relationships/image" Target="../media/image9440.png"/><Relationship Id="rId352" Type="http://schemas.openxmlformats.org/officeDocument/2006/relationships/customXml" Target="../ink/ink1531.xml"/><Relationship Id="rId394" Type="http://schemas.openxmlformats.org/officeDocument/2006/relationships/customXml" Target="../ink/ink1552.xml"/><Relationship Id="rId408" Type="http://schemas.openxmlformats.org/officeDocument/2006/relationships/customXml" Target="../ink/ink1559.xml"/><Relationship Id="rId212" Type="http://schemas.openxmlformats.org/officeDocument/2006/relationships/customXml" Target="../ink/ink1461.xml"/><Relationship Id="rId254" Type="http://schemas.openxmlformats.org/officeDocument/2006/relationships/customXml" Target="../ink/ink1482.xml"/><Relationship Id="rId28" Type="http://schemas.openxmlformats.org/officeDocument/2006/relationships/image" Target="../media/image8680.png"/><Relationship Id="rId49" Type="http://schemas.openxmlformats.org/officeDocument/2006/relationships/customXml" Target="../ink/ink1379.xml"/><Relationship Id="rId114" Type="http://schemas.openxmlformats.org/officeDocument/2006/relationships/customXml" Target="../ink/ink1412.xml"/><Relationship Id="rId275" Type="http://schemas.openxmlformats.org/officeDocument/2006/relationships/image" Target="../media/image988.png"/><Relationship Id="rId296" Type="http://schemas.openxmlformats.org/officeDocument/2006/relationships/customXml" Target="../ink/ink1503.xml"/><Relationship Id="rId300" Type="http://schemas.openxmlformats.org/officeDocument/2006/relationships/customXml" Target="../ink/ink1505.xml"/><Relationship Id="rId60" Type="http://schemas.openxmlformats.org/officeDocument/2006/relationships/image" Target="../media/image8830.png"/><Relationship Id="rId81" Type="http://schemas.openxmlformats.org/officeDocument/2006/relationships/image" Target="../media/image8930.png"/><Relationship Id="rId135" Type="http://schemas.openxmlformats.org/officeDocument/2006/relationships/image" Target="../media/image9190.png"/><Relationship Id="rId156" Type="http://schemas.openxmlformats.org/officeDocument/2006/relationships/customXml" Target="../ink/ink1433.xml"/><Relationship Id="rId177" Type="http://schemas.openxmlformats.org/officeDocument/2006/relationships/image" Target="../media/image9390.png"/><Relationship Id="rId198" Type="http://schemas.openxmlformats.org/officeDocument/2006/relationships/customXml" Target="../ink/ink1454.xml"/><Relationship Id="rId321" Type="http://schemas.openxmlformats.org/officeDocument/2006/relationships/image" Target="../media/image1011.png"/><Relationship Id="rId342" Type="http://schemas.openxmlformats.org/officeDocument/2006/relationships/customXml" Target="../ink/ink1526.xml"/><Relationship Id="rId363" Type="http://schemas.openxmlformats.org/officeDocument/2006/relationships/image" Target="../media/image1030.png"/><Relationship Id="rId384" Type="http://schemas.openxmlformats.org/officeDocument/2006/relationships/customXml" Target="../ink/ink1547.xml"/><Relationship Id="rId419" Type="http://schemas.openxmlformats.org/officeDocument/2006/relationships/image" Target="../media/image1057.png"/><Relationship Id="rId202" Type="http://schemas.openxmlformats.org/officeDocument/2006/relationships/customXml" Target="../ink/ink1456.xml"/><Relationship Id="rId223" Type="http://schemas.openxmlformats.org/officeDocument/2006/relationships/image" Target="../media/image9620.png"/><Relationship Id="rId244" Type="http://schemas.openxmlformats.org/officeDocument/2006/relationships/customXml" Target="../ink/ink1477.xml"/><Relationship Id="rId430" Type="http://schemas.openxmlformats.org/officeDocument/2006/relationships/customXml" Target="../ink/ink1570.xml"/><Relationship Id="rId18" Type="http://schemas.openxmlformats.org/officeDocument/2006/relationships/image" Target="../media/image8630.png"/><Relationship Id="rId39" Type="http://schemas.openxmlformats.org/officeDocument/2006/relationships/customXml" Target="../ink/ink1374.xml"/><Relationship Id="rId265" Type="http://schemas.openxmlformats.org/officeDocument/2006/relationships/image" Target="../media/image983.png"/><Relationship Id="rId286" Type="http://schemas.openxmlformats.org/officeDocument/2006/relationships/customXml" Target="../ink/ink1498.xml"/><Relationship Id="rId50" Type="http://schemas.openxmlformats.org/officeDocument/2006/relationships/image" Target="../media/image8780.png"/><Relationship Id="rId104" Type="http://schemas.openxmlformats.org/officeDocument/2006/relationships/customXml" Target="../ink/ink1407.xml"/><Relationship Id="rId125" Type="http://schemas.openxmlformats.org/officeDocument/2006/relationships/image" Target="../media/image9140.png"/><Relationship Id="rId146" Type="http://schemas.openxmlformats.org/officeDocument/2006/relationships/customXml" Target="../ink/ink1428.xml"/><Relationship Id="rId167" Type="http://schemas.openxmlformats.org/officeDocument/2006/relationships/image" Target="../media/image9350.png"/><Relationship Id="rId188" Type="http://schemas.openxmlformats.org/officeDocument/2006/relationships/customXml" Target="../ink/ink1449.xml"/><Relationship Id="rId311" Type="http://schemas.openxmlformats.org/officeDocument/2006/relationships/image" Target="../media/image1006.png"/><Relationship Id="rId332" Type="http://schemas.openxmlformats.org/officeDocument/2006/relationships/customXml" Target="../ink/ink1521.xml"/><Relationship Id="rId353" Type="http://schemas.openxmlformats.org/officeDocument/2006/relationships/image" Target="../media/image1025.png"/><Relationship Id="rId374" Type="http://schemas.openxmlformats.org/officeDocument/2006/relationships/customXml" Target="../ink/ink1542.xml"/><Relationship Id="rId395" Type="http://schemas.openxmlformats.org/officeDocument/2006/relationships/image" Target="../media/image1045.png"/><Relationship Id="rId409" Type="http://schemas.openxmlformats.org/officeDocument/2006/relationships/image" Target="../media/image1052.png"/><Relationship Id="rId71" Type="http://schemas.openxmlformats.org/officeDocument/2006/relationships/image" Target="../media/image8880.png"/><Relationship Id="rId92" Type="http://schemas.openxmlformats.org/officeDocument/2006/relationships/customXml" Target="../ink/ink1401.xml"/><Relationship Id="rId213" Type="http://schemas.openxmlformats.org/officeDocument/2006/relationships/image" Target="../media/image9570.png"/><Relationship Id="rId234" Type="http://schemas.openxmlformats.org/officeDocument/2006/relationships/customXml" Target="../ink/ink1472.xml"/><Relationship Id="rId420" Type="http://schemas.openxmlformats.org/officeDocument/2006/relationships/customXml" Target="../ink/ink1565.xml"/><Relationship Id="rId2" Type="http://schemas.openxmlformats.org/officeDocument/2006/relationships/image" Target="../media/image10.emf"/><Relationship Id="rId29" Type="http://schemas.openxmlformats.org/officeDocument/2006/relationships/customXml" Target="../ink/ink1369.xml"/><Relationship Id="rId255" Type="http://schemas.openxmlformats.org/officeDocument/2006/relationships/image" Target="../media/image978.png"/><Relationship Id="rId276" Type="http://schemas.openxmlformats.org/officeDocument/2006/relationships/customXml" Target="../ink/ink1493.xml"/><Relationship Id="rId297" Type="http://schemas.openxmlformats.org/officeDocument/2006/relationships/image" Target="../media/image999.png"/><Relationship Id="rId40" Type="http://schemas.openxmlformats.org/officeDocument/2006/relationships/image" Target="../media/image8740.png"/><Relationship Id="rId115" Type="http://schemas.openxmlformats.org/officeDocument/2006/relationships/image" Target="../media/image9101.png"/><Relationship Id="rId136" Type="http://schemas.openxmlformats.org/officeDocument/2006/relationships/customXml" Target="../ink/ink1423.xml"/><Relationship Id="rId157" Type="http://schemas.openxmlformats.org/officeDocument/2006/relationships/image" Target="../media/image9300.png"/><Relationship Id="rId178" Type="http://schemas.openxmlformats.org/officeDocument/2006/relationships/customXml" Target="../ink/ink1444.xml"/><Relationship Id="rId301" Type="http://schemas.openxmlformats.org/officeDocument/2006/relationships/image" Target="../media/image1001.png"/><Relationship Id="rId322" Type="http://schemas.openxmlformats.org/officeDocument/2006/relationships/customXml" Target="../ink/ink1516.xml"/><Relationship Id="rId343" Type="http://schemas.openxmlformats.org/officeDocument/2006/relationships/image" Target="../media/image1020.png"/><Relationship Id="rId364" Type="http://schemas.openxmlformats.org/officeDocument/2006/relationships/customXml" Target="../ink/ink1537.xml"/><Relationship Id="rId61" Type="http://schemas.openxmlformats.org/officeDocument/2006/relationships/customXml" Target="../ink/ink1385.xml"/><Relationship Id="rId82" Type="http://schemas.openxmlformats.org/officeDocument/2006/relationships/customXml" Target="../ink/ink1396.xml"/><Relationship Id="rId199" Type="http://schemas.openxmlformats.org/officeDocument/2006/relationships/image" Target="../media/image9500.png"/><Relationship Id="rId203" Type="http://schemas.openxmlformats.org/officeDocument/2006/relationships/image" Target="../media/image9520.png"/><Relationship Id="rId385" Type="http://schemas.openxmlformats.org/officeDocument/2006/relationships/image" Target="../media/image116.png"/><Relationship Id="rId19" Type="http://schemas.openxmlformats.org/officeDocument/2006/relationships/customXml" Target="../ink/ink1364.xml"/><Relationship Id="rId224" Type="http://schemas.openxmlformats.org/officeDocument/2006/relationships/customXml" Target="../ink/ink1467.xml"/><Relationship Id="rId245" Type="http://schemas.openxmlformats.org/officeDocument/2006/relationships/image" Target="../media/image973.png"/><Relationship Id="rId266" Type="http://schemas.openxmlformats.org/officeDocument/2006/relationships/customXml" Target="../ink/ink1488.xml"/><Relationship Id="rId287" Type="http://schemas.openxmlformats.org/officeDocument/2006/relationships/image" Target="../media/image994.png"/><Relationship Id="rId410" Type="http://schemas.openxmlformats.org/officeDocument/2006/relationships/customXml" Target="../ink/ink1560.xml"/><Relationship Id="rId431" Type="http://schemas.openxmlformats.org/officeDocument/2006/relationships/image" Target="../media/image1063.png"/><Relationship Id="rId30" Type="http://schemas.openxmlformats.org/officeDocument/2006/relationships/image" Target="../media/image8690.png"/><Relationship Id="rId105" Type="http://schemas.openxmlformats.org/officeDocument/2006/relationships/image" Target="../media/image9050.png"/><Relationship Id="rId126" Type="http://schemas.openxmlformats.org/officeDocument/2006/relationships/customXml" Target="../ink/ink1418.xml"/><Relationship Id="rId147" Type="http://schemas.openxmlformats.org/officeDocument/2006/relationships/image" Target="../media/image9250.png"/><Relationship Id="rId168" Type="http://schemas.openxmlformats.org/officeDocument/2006/relationships/customXml" Target="../ink/ink1439.xml"/><Relationship Id="rId312" Type="http://schemas.openxmlformats.org/officeDocument/2006/relationships/customXml" Target="../ink/ink1511.xml"/><Relationship Id="rId333" Type="http://schemas.openxmlformats.org/officeDocument/2006/relationships/image" Target="../media/image6470.png"/><Relationship Id="rId354" Type="http://schemas.openxmlformats.org/officeDocument/2006/relationships/customXml" Target="../ink/ink1532.xml"/><Relationship Id="rId51" Type="http://schemas.openxmlformats.org/officeDocument/2006/relationships/customXml" Target="../ink/ink1380.xml"/><Relationship Id="rId72" Type="http://schemas.openxmlformats.org/officeDocument/2006/relationships/customXml" Target="../ink/ink1391.xml"/><Relationship Id="rId93" Type="http://schemas.openxmlformats.org/officeDocument/2006/relationships/image" Target="../media/image8990.png"/><Relationship Id="rId189" Type="http://schemas.openxmlformats.org/officeDocument/2006/relationships/image" Target="../media/image9450.png"/><Relationship Id="rId375" Type="http://schemas.openxmlformats.org/officeDocument/2006/relationships/image" Target="../media/image1036.png"/><Relationship Id="rId396" Type="http://schemas.openxmlformats.org/officeDocument/2006/relationships/customXml" Target="../ink/ink1553.xml"/><Relationship Id="rId3" Type="http://schemas.openxmlformats.org/officeDocument/2006/relationships/customXml" Target="../ink/ink1356.xml"/><Relationship Id="rId214" Type="http://schemas.openxmlformats.org/officeDocument/2006/relationships/customXml" Target="../ink/ink1462.xml"/><Relationship Id="rId235" Type="http://schemas.openxmlformats.org/officeDocument/2006/relationships/image" Target="../media/image9680.png"/><Relationship Id="rId256" Type="http://schemas.openxmlformats.org/officeDocument/2006/relationships/customXml" Target="../ink/ink1483.xml"/><Relationship Id="rId277" Type="http://schemas.openxmlformats.org/officeDocument/2006/relationships/image" Target="../media/image989.png"/><Relationship Id="rId298" Type="http://schemas.openxmlformats.org/officeDocument/2006/relationships/customXml" Target="../ink/ink1504.xml"/><Relationship Id="rId400" Type="http://schemas.openxmlformats.org/officeDocument/2006/relationships/customXml" Target="../ink/ink1555.xml"/><Relationship Id="rId421" Type="http://schemas.openxmlformats.org/officeDocument/2006/relationships/image" Target="../media/image1058.png"/><Relationship Id="rId116" Type="http://schemas.openxmlformats.org/officeDocument/2006/relationships/customXml" Target="../ink/ink1413.xml"/><Relationship Id="rId137" Type="http://schemas.openxmlformats.org/officeDocument/2006/relationships/image" Target="../media/image9200.png"/><Relationship Id="rId158" Type="http://schemas.openxmlformats.org/officeDocument/2006/relationships/customXml" Target="../ink/ink1434.xml"/><Relationship Id="rId302" Type="http://schemas.openxmlformats.org/officeDocument/2006/relationships/customXml" Target="../ink/ink1506.xml"/><Relationship Id="rId323" Type="http://schemas.openxmlformats.org/officeDocument/2006/relationships/image" Target="../media/image1012.png"/><Relationship Id="rId344" Type="http://schemas.openxmlformats.org/officeDocument/2006/relationships/customXml" Target="../ink/ink1527.xml"/><Relationship Id="rId20" Type="http://schemas.openxmlformats.org/officeDocument/2006/relationships/image" Target="../media/image8640.png"/><Relationship Id="rId41" Type="http://schemas.openxmlformats.org/officeDocument/2006/relationships/customXml" Target="../ink/ink1375.xml"/><Relationship Id="rId62" Type="http://schemas.openxmlformats.org/officeDocument/2006/relationships/customXml" Target="../ink/ink1386.xml"/><Relationship Id="rId83" Type="http://schemas.openxmlformats.org/officeDocument/2006/relationships/image" Target="../media/image8940.png"/><Relationship Id="rId179" Type="http://schemas.openxmlformats.org/officeDocument/2006/relationships/image" Target="../media/image9400.png"/><Relationship Id="rId365" Type="http://schemas.openxmlformats.org/officeDocument/2006/relationships/image" Target="../media/image1031.png"/><Relationship Id="rId386" Type="http://schemas.openxmlformats.org/officeDocument/2006/relationships/customXml" Target="../ink/ink1548.xml"/><Relationship Id="rId190" Type="http://schemas.openxmlformats.org/officeDocument/2006/relationships/customXml" Target="../ink/ink1450.xml"/><Relationship Id="rId204" Type="http://schemas.openxmlformats.org/officeDocument/2006/relationships/customXml" Target="../ink/ink1457.xml"/><Relationship Id="rId225" Type="http://schemas.openxmlformats.org/officeDocument/2006/relationships/image" Target="../media/image9630.png"/><Relationship Id="rId246" Type="http://schemas.openxmlformats.org/officeDocument/2006/relationships/customXml" Target="../ink/ink1478.xml"/><Relationship Id="rId267" Type="http://schemas.openxmlformats.org/officeDocument/2006/relationships/image" Target="../media/image984.png"/><Relationship Id="rId288" Type="http://schemas.openxmlformats.org/officeDocument/2006/relationships/customXml" Target="../ink/ink1499.xml"/><Relationship Id="rId411" Type="http://schemas.openxmlformats.org/officeDocument/2006/relationships/image" Target="../media/image1053.png"/><Relationship Id="rId432" Type="http://schemas.openxmlformats.org/officeDocument/2006/relationships/customXml" Target="../ink/ink1571.xml"/><Relationship Id="rId106" Type="http://schemas.openxmlformats.org/officeDocument/2006/relationships/customXml" Target="../ink/ink1408.xml"/><Relationship Id="rId127" Type="http://schemas.openxmlformats.org/officeDocument/2006/relationships/image" Target="../media/image9150.png"/><Relationship Id="rId313" Type="http://schemas.openxmlformats.org/officeDocument/2006/relationships/image" Target="../media/image1007.png"/><Relationship Id="rId10" Type="http://schemas.openxmlformats.org/officeDocument/2006/relationships/image" Target="../media/image8600.png"/><Relationship Id="rId31" Type="http://schemas.openxmlformats.org/officeDocument/2006/relationships/customXml" Target="../ink/ink1370.xml"/><Relationship Id="rId52" Type="http://schemas.openxmlformats.org/officeDocument/2006/relationships/image" Target="../media/image8790.png"/><Relationship Id="rId73" Type="http://schemas.openxmlformats.org/officeDocument/2006/relationships/image" Target="../media/image8890.png"/><Relationship Id="rId94" Type="http://schemas.openxmlformats.org/officeDocument/2006/relationships/customXml" Target="../ink/ink1402.xml"/><Relationship Id="rId148" Type="http://schemas.openxmlformats.org/officeDocument/2006/relationships/customXml" Target="../ink/ink1429.xml"/><Relationship Id="rId169" Type="http://schemas.openxmlformats.org/officeDocument/2006/relationships/image" Target="../media/image9360.png"/><Relationship Id="rId334" Type="http://schemas.openxmlformats.org/officeDocument/2006/relationships/customXml" Target="../ink/ink1522.xml"/><Relationship Id="rId355" Type="http://schemas.openxmlformats.org/officeDocument/2006/relationships/image" Target="../media/image1026.png"/><Relationship Id="rId376" Type="http://schemas.openxmlformats.org/officeDocument/2006/relationships/customXml" Target="../ink/ink1543.xml"/><Relationship Id="rId397" Type="http://schemas.openxmlformats.org/officeDocument/2006/relationships/image" Target="../media/image1046.png"/><Relationship Id="rId4" Type="http://schemas.openxmlformats.org/officeDocument/2006/relationships/image" Target="../media/image8570.png"/><Relationship Id="rId180" Type="http://schemas.openxmlformats.org/officeDocument/2006/relationships/customXml" Target="../ink/ink1445.xml"/><Relationship Id="rId215" Type="http://schemas.openxmlformats.org/officeDocument/2006/relationships/image" Target="../media/image9580.png"/><Relationship Id="rId236" Type="http://schemas.openxmlformats.org/officeDocument/2006/relationships/customXml" Target="../ink/ink1473.xml"/><Relationship Id="rId257" Type="http://schemas.openxmlformats.org/officeDocument/2006/relationships/image" Target="../media/image979.png"/><Relationship Id="rId278" Type="http://schemas.openxmlformats.org/officeDocument/2006/relationships/customXml" Target="../ink/ink1494.xml"/><Relationship Id="rId401" Type="http://schemas.openxmlformats.org/officeDocument/2006/relationships/image" Target="../media/image1048.png"/><Relationship Id="rId422" Type="http://schemas.openxmlformats.org/officeDocument/2006/relationships/customXml" Target="../ink/ink1566.xml"/><Relationship Id="rId303" Type="http://schemas.openxmlformats.org/officeDocument/2006/relationships/image" Target="../media/image1002.png"/><Relationship Id="rId42" Type="http://schemas.openxmlformats.org/officeDocument/2006/relationships/image" Target="../media/image8750.png"/><Relationship Id="rId84" Type="http://schemas.openxmlformats.org/officeDocument/2006/relationships/customXml" Target="../ink/ink1397.xml"/><Relationship Id="rId138" Type="http://schemas.openxmlformats.org/officeDocument/2006/relationships/customXml" Target="../ink/ink1424.xml"/><Relationship Id="rId345" Type="http://schemas.openxmlformats.org/officeDocument/2006/relationships/image" Target="../media/image1021.png"/><Relationship Id="rId387" Type="http://schemas.openxmlformats.org/officeDocument/2006/relationships/image" Target="../media/image1041.png"/><Relationship Id="rId191" Type="http://schemas.openxmlformats.org/officeDocument/2006/relationships/image" Target="../media/image9460.png"/><Relationship Id="rId205" Type="http://schemas.openxmlformats.org/officeDocument/2006/relationships/image" Target="../media/image9530.png"/><Relationship Id="rId247" Type="http://schemas.openxmlformats.org/officeDocument/2006/relationships/image" Target="../media/image974.png"/><Relationship Id="rId412" Type="http://schemas.openxmlformats.org/officeDocument/2006/relationships/customXml" Target="../ink/ink1561.xml"/><Relationship Id="rId107" Type="http://schemas.openxmlformats.org/officeDocument/2006/relationships/image" Target="../media/image9060.png"/><Relationship Id="rId289" Type="http://schemas.openxmlformats.org/officeDocument/2006/relationships/image" Target="../media/image995.png"/><Relationship Id="rId11" Type="http://schemas.openxmlformats.org/officeDocument/2006/relationships/customXml" Target="../ink/ink1360.xml"/><Relationship Id="rId53" Type="http://schemas.openxmlformats.org/officeDocument/2006/relationships/customXml" Target="../ink/ink1381.xml"/><Relationship Id="rId149" Type="http://schemas.openxmlformats.org/officeDocument/2006/relationships/image" Target="../media/image9260.png"/><Relationship Id="rId314" Type="http://schemas.openxmlformats.org/officeDocument/2006/relationships/customXml" Target="../ink/ink1512.xml"/><Relationship Id="rId356" Type="http://schemas.openxmlformats.org/officeDocument/2006/relationships/customXml" Target="../ink/ink1533.xml"/><Relationship Id="rId398" Type="http://schemas.openxmlformats.org/officeDocument/2006/relationships/customXml" Target="../ink/ink1554.xml"/><Relationship Id="rId95" Type="http://schemas.openxmlformats.org/officeDocument/2006/relationships/image" Target="../media/image9000.png"/><Relationship Id="rId160" Type="http://schemas.openxmlformats.org/officeDocument/2006/relationships/customXml" Target="../ink/ink1435.xml"/><Relationship Id="rId216" Type="http://schemas.openxmlformats.org/officeDocument/2006/relationships/customXml" Target="../ink/ink1463.xml"/><Relationship Id="rId423" Type="http://schemas.openxmlformats.org/officeDocument/2006/relationships/image" Target="../media/image1059.png"/><Relationship Id="rId258" Type="http://schemas.openxmlformats.org/officeDocument/2006/relationships/customXml" Target="../ink/ink1484.xml"/><Relationship Id="rId22" Type="http://schemas.openxmlformats.org/officeDocument/2006/relationships/image" Target="../media/image8650.png"/><Relationship Id="rId64" Type="http://schemas.openxmlformats.org/officeDocument/2006/relationships/customXml" Target="../ink/ink1387.xml"/><Relationship Id="rId118" Type="http://schemas.openxmlformats.org/officeDocument/2006/relationships/customXml" Target="../ink/ink1414.xml"/><Relationship Id="rId325" Type="http://schemas.openxmlformats.org/officeDocument/2006/relationships/image" Target="../media/image1013.png"/><Relationship Id="rId367" Type="http://schemas.openxmlformats.org/officeDocument/2006/relationships/image" Target="../media/image1032.png"/><Relationship Id="rId171" Type="http://schemas.openxmlformats.org/officeDocument/2006/relationships/image" Target="../media/image9370.png"/><Relationship Id="rId227" Type="http://schemas.openxmlformats.org/officeDocument/2006/relationships/image" Target="../media/image9640.png"/><Relationship Id="rId269" Type="http://schemas.openxmlformats.org/officeDocument/2006/relationships/image" Target="../media/image985.png"/><Relationship Id="rId434" Type="http://schemas.openxmlformats.org/officeDocument/2006/relationships/customXml" Target="../ink/ink1572.xml"/><Relationship Id="rId33" Type="http://schemas.openxmlformats.org/officeDocument/2006/relationships/customXml" Target="../ink/ink1371.xml"/><Relationship Id="rId129" Type="http://schemas.openxmlformats.org/officeDocument/2006/relationships/image" Target="../media/image9160.png"/><Relationship Id="rId280" Type="http://schemas.openxmlformats.org/officeDocument/2006/relationships/customXml" Target="../ink/ink1495.xml"/><Relationship Id="rId336" Type="http://schemas.openxmlformats.org/officeDocument/2006/relationships/customXml" Target="../ink/ink1523.xml"/><Relationship Id="rId75" Type="http://schemas.openxmlformats.org/officeDocument/2006/relationships/image" Target="../media/image8900.png"/><Relationship Id="rId140" Type="http://schemas.openxmlformats.org/officeDocument/2006/relationships/customXml" Target="../ink/ink1425.xml"/><Relationship Id="rId182" Type="http://schemas.openxmlformats.org/officeDocument/2006/relationships/customXml" Target="../ink/ink1446.xml"/><Relationship Id="rId378" Type="http://schemas.openxmlformats.org/officeDocument/2006/relationships/customXml" Target="../ink/ink1544.xml"/><Relationship Id="rId403" Type="http://schemas.openxmlformats.org/officeDocument/2006/relationships/image" Target="../media/image1049.png"/><Relationship Id="rId6" Type="http://schemas.openxmlformats.org/officeDocument/2006/relationships/image" Target="../media/image8580.png"/><Relationship Id="rId238" Type="http://schemas.openxmlformats.org/officeDocument/2006/relationships/customXml" Target="../ink/ink1474.xml"/><Relationship Id="rId291" Type="http://schemas.openxmlformats.org/officeDocument/2006/relationships/image" Target="../media/image996.png"/><Relationship Id="rId305" Type="http://schemas.openxmlformats.org/officeDocument/2006/relationships/image" Target="../media/image1003.png"/><Relationship Id="rId347" Type="http://schemas.openxmlformats.org/officeDocument/2006/relationships/image" Target="../media/image1022.png"/><Relationship Id="rId44" Type="http://schemas.openxmlformats.org/officeDocument/2006/relationships/image" Target="../media/image54.png"/><Relationship Id="rId86" Type="http://schemas.openxmlformats.org/officeDocument/2006/relationships/customXml" Target="../ink/ink1398.xml"/><Relationship Id="rId151" Type="http://schemas.openxmlformats.org/officeDocument/2006/relationships/image" Target="../media/image9270.png"/><Relationship Id="rId389" Type="http://schemas.openxmlformats.org/officeDocument/2006/relationships/image" Target="../media/image1042.png"/><Relationship Id="rId193" Type="http://schemas.openxmlformats.org/officeDocument/2006/relationships/image" Target="../media/image9470.png"/><Relationship Id="rId207" Type="http://schemas.openxmlformats.org/officeDocument/2006/relationships/image" Target="../media/image9540.png"/><Relationship Id="rId249" Type="http://schemas.openxmlformats.org/officeDocument/2006/relationships/image" Target="../media/image975.png"/><Relationship Id="rId414" Type="http://schemas.openxmlformats.org/officeDocument/2006/relationships/customXml" Target="../ink/ink1562.xml"/><Relationship Id="rId13" Type="http://schemas.openxmlformats.org/officeDocument/2006/relationships/customXml" Target="../ink/ink1361.xml"/><Relationship Id="rId109" Type="http://schemas.openxmlformats.org/officeDocument/2006/relationships/image" Target="../media/image9070.png"/><Relationship Id="rId260" Type="http://schemas.openxmlformats.org/officeDocument/2006/relationships/customXml" Target="../ink/ink1485.xml"/><Relationship Id="rId316" Type="http://schemas.openxmlformats.org/officeDocument/2006/relationships/customXml" Target="../ink/ink1513.xml"/><Relationship Id="rId55" Type="http://schemas.openxmlformats.org/officeDocument/2006/relationships/customXml" Target="../ink/ink1382.xml"/><Relationship Id="rId97" Type="http://schemas.openxmlformats.org/officeDocument/2006/relationships/image" Target="../media/image9011.png"/><Relationship Id="rId120" Type="http://schemas.openxmlformats.org/officeDocument/2006/relationships/customXml" Target="../ink/ink1415.xml"/><Relationship Id="rId358" Type="http://schemas.openxmlformats.org/officeDocument/2006/relationships/customXml" Target="../ink/ink1534.xml"/><Relationship Id="rId162" Type="http://schemas.openxmlformats.org/officeDocument/2006/relationships/customXml" Target="../ink/ink1436.xml"/><Relationship Id="rId218" Type="http://schemas.openxmlformats.org/officeDocument/2006/relationships/customXml" Target="../ink/ink1464.xml"/><Relationship Id="rId425" Type="http://schemas.openxmlformats.org/officeDocument/2006/relationships/image" Target="../media/image1060.png"/><Relationship Id="rId271" Type="http://schemas.openxmlformats.org/officeDocument/2006/relationships/image" Target="../media/image986.png"/><Relationship Id="rId24" Type="http://schemas.openxmlformats.org/officeDocument/2006/relationships/image" Target="../media/image8660.png"/><Relationship Id="rId66" Type="http://schemas.openxmlformats.org/officeDocument/2006/relationships/customXml" Target="../ink/ink1388.xml"/><Relationship Id="rId131" Type="http://schemas.openxmlformats.org/officeDocument/2006/relationships/image" Target="../media/image9170.png"/><Relationship Id="rId327" Type="http://schemas.openxmlformats.org/officeDocument/2006/relationships/image" Target="../media/image1014.png"/><Relationship Id="rId369" Type="http://schemas.openxmlformats.org/officeDocument/2006/relationships/image" Target="../media/image1033.png"/><Relationship Id="rId173" Type="http://schemas.openxmlformats.org/officeDocument/2006/relationships/image" Target="../media/image9380.png"/><Relationship Id="rId229" Type="http://schemas.openxmlformats.org/officeDocument/2006/relationships/image" Target="../media/image9650.png"/><Relationship Id="rId380" Type="http://schemas.openxmlformats.org/officeDocument/2006/relationships/customXml" Target="../ink/ink1545.xml"/><Relationship Id="rId240" Type="http://schemas.openxmlformats.org/officeDocument/2006/relationships/customXml" Target="../ink/ink1475.xml"/><Relationship Id="rId35" Type="http://schemas.openxmlformats.org/officeDocument/2006/relationships/customXml" Target="../ink/ink1372.xml"/><Relationship Id="rId77" Type="http://schemas.openxmlformats.org/officeDocument/2006/relationships/image" Target="../media/image8911.png"/><Relationship Id="rId100" Type="http://schemas.openxmlformats.org/officeDocument/2006/relationships/customXml" Target="../ink/ink1405.xml"/><Relationship Id="rId282" Type="http://schemas.openxmlformats.org/officeDocument/2006/relationships/customXml" Target="../ink/ink1496.xml"/><Relationship Id="rId338" Type="http://schemas.openxmlformats.org/officeDocument/2006/relationships/customXml" Target="../ink/ink1524.xml"/><Relationship Id="rId8" Type="http://schemas.openxmlformats.org/officeDocument/2006/relationships/image" Target="../media/image8590.png"/><Relationship Id="rId142" Type="http://schemas.openxmlformats.org/officeDocument/2006/relationships/customXml" Target="../ink/ink1426.xml"/><Relationship Id="rId184" Type="http://schemas.openxmlformats.org/officeDocument/2006/relationships/customXml" Target="../ink/ink1447.xml"/><Relationship Id="rId391" Type="http://schemas.openxmlformats.org/officeDocument/2006/relationships/image" Target="../media/image1043.png"/><Relationship Id="rId405" Type="http://schemas.openxmlformats.org/officeDocument/2006/relationships/image" Target="../media/image1050.png"/><Relationship Id="rId251" Type="http://schemas.openxmlformats.org/officeDocument/2006/relationships/image" Target="../media/image976.png"/><Relationship Id="rId46" Type="http://schemas.openxmlformats.org/officeDocument/2006/relationships/image" Target="../media/image8760.png"/><Relationship Id="rId293" Type="http://schemas.openxmlformats.org/officeDocument/2006/relationships/image" Target="../media/image997.png"/><Relationship Id="rId307" Type="http://schemas.openxmlformats.org/officeDocument/2006/relationships/image" Target="../media/image1004.png"/><Relationship Id="rId349" Type="http://schemas.openxmlformats.org/officeDocument/2006/relationships/image" Target="../media/image1023.png"/><Relationship Id="rId88" Type="http://schemas.openxmlformats.org/officeDocument/2006/relationships/customXml" Target="../ink/ink1399.xml"/><Relationship Id="rId111" Type="http://schemas.openxmlformats.org/officeDocument/2006/relationships/image" Target="../media/image9080.png"/><Relationship Id="rId153" Type="http://schemas.openxmlformats.org/officeDocument/2006/relationships/image" Target="../media/image9280.png"/><Relationship Id="rId195" Type="http://schemas.openxmlformats.org/officeDocument/2006/relationships/image" Target="../media/image9480.png"/><Relationship Id="rId209" Type="http://schemas.openxmlformats.org/officeDocument/2006/relationships/image" Target="../media/image9550.png"/><Relationship Id="rId360" Type="http://schemas.openxmlformats.org/officeDocument/2006/relationships/customXml" Target="../ink/ink1535.xml"/><Relationship Id="rId416" Type="http://schemas.openxmlformats.org/officeDocument/2006/relationships/customXml" Target="../ink/ink1563.xml"/><Relationship Id="rId220" Type="http://schemas.openxmlformats.org/officeDocument/2006/relationships/customXml" Target="../ink/ink1465.xml"/><Relationship Id="rId15" Type="http://schemas.openxmlformats.org/officeDocument/2006/relationships/customXml" Target="../ink/ink1362.xml"/><Relationship Id="rId57" Type="http://schemas.openxmlformats.org/officeDocument/2006/relationships/customXml" Target="../ink/ink1383.xml"/><Relationship Id="rId262" Type="http://schemas.openxmlformats.org/officeDocument/2006/relationships/customXml" Target="../ink/ink1486.xml"/><Relationship Id="rId318" Type="http://schemas.openxmlformats.org/officeDocument/2006/relationships/customXml" Target="../ink/ink1514.xml"/><Relationship Id="rId99" Type="http://schemas.openxmlformats.org/officeDocument/2006/relationships/image" Target="../media/image9020.png"/><Relationship Id="rId122" Type="http://schemas.openxmlformats.org/officeDocument/2006/relationships/customXml" Target="../ink/ink1416.xml"/><Relationship Id="rId164" Type="http://schemas.openxmlformats.org/officeDocument/2006/relationships/customXml" Target="../ink/ink1437.xml"/><Relationship Id="rId371" Type="http://schemas.openxmlformats.org/officeDocument/2006/relationships/image" Target="../media/image1034.png"/><Relationship Id="rId427" Type="http://schemas.openxmlformats.org/officeDocument/2006/relationships/image" Target="../media/image1061.png"/><Relationship Id="rId26" Type="http://schemas.openxmlformats.org/officeDocument/2006/relationships/image" Target="../media/image8670.png"/><Relationship Id="rId231" Type="http://schemas.openxmlformats.org/officeDocument/2006/relationships/image" Target="../media/image9660.png"/><Relationship Id="rId273" Type="http://schemas.openxmlformats.org/officeDocument/2006/relationships/image" Target="../media/image987.png"/><Relationship Id="rId329" Type="http://schemas.openxmlformats.org/officeDocument/2006/relationships/image" Target="../media/image1015.png"/><Relationship Id="rId68" Type="http://schemas.openxmlformats.org/officeDocument/2006/relationships/customXml" Target="../ink/ink1389.xml"/><Relationship Id="rId133" Type="http://schemas.openxmlformats.org/officeDocument/2006/relationships/image" Target="../media/image9180.png"/><Relationship Id="rId175" Type="http://schemas.openxmlformats.org/officeDocument/2006/relationships/image" Target="../media/image56.png"/><Relationship Id="rId340" Type="http://schemas.openxmlformats.org/officeDocument/2006/relationships/customXml" Target="../ink/ink1525.xml"/><Relationship Id="rId200" Type="http://schemas.openxmlformats.org/officeDocument/2006/relationships/customXml" Target="../ink/ink1455.xml"/><Relationship Id="rId382" Type="http://schemas.openxmlformats.org/officeDocument/2006/relationships/customXml" Target="../ink/ink1546.xml"/><Relationship Id="rId242" Type="http://schemas.openxmlformats.org/officeDocument/2006/relationships/customXml" Target="../ink/ink1476.xml"/><Relationship Id="rId284" Type="http://schemas.openxmlformats.org/officeDocument/2006/relationships/customXml" Target="../ink/ink1497.xml"/><Relationship Id="rId37" Type="http://schemas.openxmlformats.org/officeDocument/2006/relationships/customXml" Target="../ink/ink1373.xml"/><Relationship Id="rId79" Type="http://schemas.openxmlformats.org/officeDocument/2006/relationships/image" Target="../media/image8920.png"/><Relationship Id="rId102" Type="http://schemas.openxmlformats.org/officeDocument/2006/relationships/customXml" Target="../ink/ink1406.xml"/><Relationship Id="rId144" Type="http://schemas.openxmlformats.org/officeDocument/2006/relationships/customXml" Target="../ink/ink1427.xml"/><Relationship Id="rId90" Type="http://schemas.openxmlformats.org/officeDocument/2006/relationships/customXml" Target="../ink/ink1400.xml"/><Relationship Id="rId186" Type="http://schemas.openxmlformats.org/officeDocument/2006/relationships/customXml" Target="../ink/ink1448.xml"/><Relationship Id="rId351" Type="http://schemas.openxmlformats.org/officeDocument/2006/relationships/image" Target="../media/image1024.png"/><Relationship Id="rId393" Type="http://schemas.openxmlformats.org/officeDocument/2006/relationships/image" Target="../media/image1044.png"/><Relationship Id="rId407" Type="http://schemas.openxmlformats.org/officeDocument/2006/relationships/image" Target="../media/image1051.png"/><Relationship Id="rId211" Type="http://schemas.openxmlformats.org/officeDocument/2006/relationships/image" Target="../media/image9560.png"/><Relationship Id="rId253" Type="http://schemas.openxmlformats.org/officeDocument/2006/relationships/image" Target="../media/image977.png"/><Relationship Id="rId295" Type="http://schemas.openxmlformats.org/officeDocument/2006/relationships/image" Target="../media/image998.png"/><Relationship Id="rId309" Type="http://schemas.openxmlformats.org/officeDocument/2006/relationships/image" Target="../media/image1005.png"/><Relationship Id="rId48" Type="http://schemas.openxmlformats.org/officeDocument/2006/relationships/image" Target="../media/image8770.png"/><Relationship Id="rId113" Type="http://schemas.openxmlformats.org/officeDocument/2006/relationships/image" Target="../media/image9090.png"/><Relationship Id="rId320" Type="http://schemas.openxmlformats.org/officeDocument/2006/relationships/customXml" Target="../ink/ink1515.xml"/><Relationship Id="rId155" Type="http://schemas.openxmlformats.org/officeDocument/2006/relationships/image" Target="../media/image9290.png"/><Relationship Id="rId197" Type="http://schemas.openxmlformats.org/officeDocument/2006/relationships/image" Target="../media/image9490.png"/><Relationship Id="rId362" Type="http://schemas.openxmlformats.org/officeDocument/2006/relationships/customXml" Target="../ink/ink1536.xml"/><Relationship Id="rId418" Type="http://schemas.openxmlformats.org/officeDocument/2006/relationships/customXml" Target="../ink/ink1564.xml"/><Relationship Id="rId222" Type="http://schemas.openxmlformats.org/officeDocument/2006/relationships/customXml" Target="../ink/ink1466.xml"/><Relationship Id="rId264" Type="http://schemas.openxmlformats.org/officeDocument/2006/relationships/customXml" Target="../ink/ink1487.xml"/><Relationship Id="rId17" Type="http://schemas.openxmlformats.org/officeDocument/2006/relationships/customXml" Target="../ink/ink1363.xml"/><Relationship Id="rId59" Type="http://schemas.openxmlformats.org/officeDocument/2006/relationships/customXml" Target="../ink/ink1384.xml"/><Relationship Id="rId124" Type="http://schemas.openxmlformats.org/officeDocument/2006/relationships/customXml" Target="../ink/ink1417.xml"/><Relationship Id="rId70" Type="http://schemas.openxmlformats.org/officeDocument/2006/relationships/customXml" Target="../ink/ink1390.xml"/><Relationship Id="rId166" Type="http://schemas.openxmlformats.org/officeDocument/2006/relationships/customXml" Target="../ink/ink1438.xml"/><Relationship Id="rId331" Type="http://schemas.openxmlformats.org/officeDocument/2006/relationships/image" Target="../media/image1016.png"/><Relationship Id="rId373" Type="http://schemas.openxmlformats.org/officeDocument/2006/relationships/image" Target="../media/image1035.png"/><Relationship Id="rId429" Type="http://schemas.openxmlformats.org/officeDocument/2006/relationships/image" Target="../media/image1062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9670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14.xml"/><Relationship Id="rId299" Type="http://schemas.openxmlformats.org/officeDocument/2006/relationships/image" Target="../media/image1194.png"/><Relationship Id="rId63" Type="http://schemas.openxmlformats.org/officeDocument/2006/relationships/customXml" Target="../ink/ink1592.xml"/><Relationship Id="rId159" Type="http://schemas.openxmlformats.org/officeDocument/2006/relationships/image" Target="../media/image1140.png"/><Relationship Id="rId324" Type="http://schemas.openxmlformats.org/officeDocument/2006/relationships/customXml" Target="../ink/ink1719.xml"/><Relationship Id="rId366" Type="http://schemas.openxmlformats.org/officeDocument/2006/relationships/customXml" Target="../ink/ink1740.xml"/><Relationship Id="rId170" Type="http://schemas.openxmlformats.org/officeDocument/2006/relationships/customXml" Target="../ink/ink1641.xml"/><Relationship Id="rId226" Type="http://schemas.openxmlformats.org/officeDocument/2006/relationships/image" Target="../media/image1172.png"/><Relationship Id="rId433" Type="http://schemas.openxmlformats.org/officeDocument/2006/relationships/customXml" Target="../ink/ink1774.xml"/><Relationship Id="rId268" Type="http://schemas.openxmlformats.org/officeDocument/2006/relationships/customXml" Target="../ink/ink1691.xml"/><Relationship Id="rId475" Type="http://schemas.openxmlformats.org/officeDocument/2006/relationships/customXml" Target="../ink/ink1796.xml"/><Relationship Id="rId128" Type="http://schemas.openxmlformats.org/officeDocument/2006/relationships/image" Target="../media/image1125.png"/><Relationship Id="rId335" Type="http://schemas.openxmlformats.org/officeDocument/2006/relationships/image" Target="../media/image1211.png"/><Relationship Id="rId377" Type="http://schemas.openxmlformats.org/officeDocument/2006/relationships/customXml" Target="../ink/ink1746.xml"/><Relationship Id="rId500" Type="http://schemas.openxmlformats.org/officeDocument/2006/relationships/image" Target="../media/image1291.png"/><Relationship Id="rId5" Type="http://schemas.openxmlformats.org/officeDocument/2006/relationships/customXml" Target="../ink/ink1574.xml"/><Relationship Id="rId181" Type="http://schemas.openxmlformats.org/officeDocument/2006/relationships/customXml" Target="../ink/ink1647.xml"/><Relationship Id="rId237" Type="http://schemas.openxmlformats.org/officeDocument/2006/relationships/customXml" Target="../ink/ink1675.xml"/><Relationship Id="rId402" Type="http://schemas.openxmlformats.org/officeDocument/2006/relationships/image" Target="../media/image1244.png"/><Relationship Id="rId279" Type="http://schemas.openxmlformats.org/officeDocument/2006/relationships/image" Target="../media/image1081.png"/><Relationship Id="rId444" Type="http://schemas.openxmlformats.org/officeDocument/2006/relationships/image" Target="../media/image1264.png"/><Relationship Id="rId486" Type="http://schemas.openxmlformats.org/officeDocument/2006/relationships/image" Target="../media/image1284.png"/><Relationship Id="rId43" Type="http://schemas.openxmlformats.org/officeDocument/2006/relationships/customXml" Target="../ink/ink1584.xml"/><Relationship Id="rId139" Type="http://schemas.openxmlformats.org/officeDocument/2006/relationships/customXml" Target="../ink/ink1625.xml"/><Relationship Id="rId290" Type="http://schemas.openxmlformats.org/officeDocument/2006/relationships/customXml" Target="../ink/ink1702.xml"/><Relationship Id="rId304" Type="http://schemas.openxmlformats.org/officeDocument/2006/relationships/customXml" Target="../ink/ink1709.xml"/><Relationship Id="rId346" Type="http://schemas.openxmlformats.org/officeDocument/2006/relationships/customXml" Target="../ink/ink1730.xml"/><Relationship Id="rId388" Type="http://schemas.openxmlformats.org/officeDocument/2006/relationships/image" Target="../media/image724.png"/><Relationship Id="rId85" Type="http://schemas.openxmlformats.org/officeDocument/2006/relationships/image" Target="../media/image1104.png"/><Relationship Id="rId150" Type="http://schemas.openxmlformats.org/officeDocument/2006/relationships/customXml" Target="../ink/ink1631.xml"/><Relationship Id="rId192" Type="http://schemas.openxmlformats.org/officeDocument/2006/relationships/image" Target="../media/image1155.png"/><Relationship Id="rId206" Type="http://schemas.openxmlformats.org/officeDocument/2006/relationships/image" Target="../media/image1162.png"/><Relationship Id="rId413" Type="http://schemas.openxmlformats.org/officeDocument/2006/relationships/customXml" Target="../ink/ink1764.xml"/><Relationship Id="rId248" Type="http://schemas.openxmlformats.org/officeDocument/2006/relationships/image" Target="../media/image1183.png"/><Relationship Id="rId455" Type="http://schemas.openxmlformats.org/officeDocument/2006/relationships/customXml" Target="../ink/ink1785.xml"/><Relationship Id="rId497" Type="http://schemas.openxmlformats.org/officeDocument/2006/relationships/customXml" Target="../ink/ink1807.xml"/><Relationship Id="rId12" Type="http://schemas.openxmlformats.org/officeDocument/2006/relationships/image" Target="../media/image1070.png"/><Relationship Id="rId108" Type="http://schemas.openxmlformats.org/officeDocument/2006/relationships/image" Target="../media/image1115.png"/><Relationship Id="rId315" Type="http://schemas.openxmlformats.org/officeDocument/2006/relationships/image" Target="../media/image1202.png"/><Relationship Id="rId357" Type="http://schemas.openxmlformats.org/officeDocument/2006/relationships/image" Target="../media/image1222.png"/><Relationship Id="rId54" Type="http://schemas.openxmlformats.org/officeDocument/2006/relationships/image" Target="../media/image1090.png"/><Relationship Id="rId96" Type="http://schemas.openxmlformats.org/officeDocument/2006/relationships/customXml" Target="../ink/ink1603.xml"/><Relationship Id="rId161" Type="http://schemas.openxmlformats.org/officeDocument/2006/relationships/image" Target="../media/image425.png"/><Relationship Id="rId217" Type="http://schemas.openxmlformats.org/officeDocument/2006/relationships/customXml" Target="../ink/ink1665.xml"/><Relationship Id="rId399" Type="http://schemas.openxmlformats.org/officeDocument/2006/relationships/customXml" Target="../ink/ink1757.xml"/><Relationship Id="rId259" Type="http://schemas.openxmlformats.org/officeDocument/2006/relationships/customXml" Target="../ink/ink1686.xml"/><Relationship Id="rId424" Type="http://schemas.openxmlformats.org/officeDocument/2006/relationships/image" Target="../media/image1254.png"/><Relationship Id="rId466" Type="http://schemas.openxmlformats.org/officeDocument/2006/relationships/image" Target="../media/image1274.png"/><Relationship Id="rId119" Type="http://schemas.openxmlformats.org/officeDocument/2006/relationships/customXml" Target="../ink/ink1615.xml"/><Relationship Id="rId270" Type="http://schemas.openxmlformats.org/officeDocument/2006/relationships/customXml" Target="../ink/ink1692.xml"/><Relationship Id="rId326" Type="http://schemas.openxmlformats.org/officeDocument/2006/relationships/customXml" Target="../ink/ink1720.xml"/><Relationship Id="rId65" Type="http://schemas.openxmlformats.org/officeDocument/2006/relationships/customXml" Target="../ink/ink1593.xml"/><Relationship Id="rId130" Type="http://schemas.openxmlformats.org/officeDocument/2006/relationships/image" Target="../media/image1126.png"/><Relationship Id="rId368" Type="http://schemas.openxmlformats.org/officeDocument/2006/relationships/image" Target="../media/image1227.png"/><Relationship Id="rId172" Type="http://schemas.openxmlformats.org/officeDocument/2006/relationships/customXml" Target="../ink/ink1642.xml"/><Relationship Id="rId228" Type="http://schemas.openxmlformats.org/officeDocument/2006/relationships/image" Target="../media/image1173.png"/><Relationship Id="rId435" Type="http://schemas.openxmlformats.org/officeDocument/2006/relationships/customXml" Target="../ink/ink1775.xml"/><Relationship Id="rId477" Type="http://schemas.openxmlformats.org/officeDocument/2006/relationships/customXml" Target="../ink/ink1797.xml"/><Relationship Id="rId281" Type="http://schemas.openxmlformats.org/officeDocument/2006/relationships/image" Target="../media/image1089.png"/><Relationship Id="rId337" Type="http://schemas.openxmlformats.org/officeDocument/2006/relationships/image" Target="../media/image1212.png"/><Relationship Id="rId502" Type="http://schemas.openxmlformats.org/officeDocument/2006/relationships/image" Target="../media/image1292.png"/><Relationship Id="rId141" Type="http://schemas.openxmlformats.org/officeDocument/2006/relationships/customXml" Target="../ink/ink1626.xml"/><Relationship Id="rId379" Type="http://schemas.openxmlformats.org/officeDocument/2006/relationships/customXml" Target="../ink/ink1747.xml"/><Relationship Id="rId7" Type="http://schemas.openxmlformats.org/officeDocument/2006/relationships/customXml" Target="../ink/ink1575.xml"/><Relationship Id="rId183" Type="http://schemas.openxmlformats.org/officeDocument/2006/relationships/customXml" Target="../ink/ink1648.xml"/><Relationship Id="rId239" Type="http://schemas.openxmlformats.org/officeDocument/2006/relationships/customXml" Target="../ink/ink1676.xml"/><Relationship Id="rId390" Type="http://schemas.openxmlformats.org/officeDocument/2006/relationships/image" Target="../media/image1238.png"/><Relationship Id="rId404" Type="http://schemas.openxmlformats.org/officeDocument/2006/relationships/image" Target="../media/image1245.png"/><Relationship Id="rId446" Type="http://schemas.openxmlformats.org/officeDocument/2006/relationships/image" Target="../media/image1265.png"/><Relationship Id="rId250" Type="http://schemas.openxmlformats.org/officeDocument/2006/relationships/image" Target="../media/image1184.png"/><Relationship Id="rId292" Type="http://schemas.openxmlformats.org/officeDocument/2006/relationships/customXml" Target="../ink/ink1703.xml"/><Relationship Id="rId306" Type="http://schemas.openxmlformats.org/officeDocument/2006/relationships/customXml" Target="../ink/ink1710.xml"/><Relationship Id="rId488" Type="http://schemas.openxmlformats.org/officeDocument/2006/relationships/image" Target="../media/image1285.png"/><Relationship Id="rId45" Type="http://schemas.openxmlformats.org/officeDocument/2006/relationships/customXml" Target="../ink/ink1585.xml"/><Relationship Id="rId87" Type="http://schemas.openxmlformats.org/officeDocument/2006/relationships/image" Target="../media/image1105.png"/><Relationship Id="rId110" Type="http://schemas.openxmlformats.org/officeDocument/2006/relationships/image" Target="../media/image1116.png"/><Relationship Id="rId348" Type="http://schemas.openxmlformats.org/officeDocument/2006/relationships/customXml" Target="../ink/ink1731.xml"/><Relationship Id="rId152" Type="http://schemas.openxmlformats.org/officeDocument/2006/relationships/customXml" Target="../ink/ink1632.xml"/><Relationship Id="rId194" Type="http://schemas.openxmlformats.org/officeDocument/2006/relationships/image" Target="../media/image1156.png"/><Relationship Id="rId208" Type="http://schemas.openxmlformats.org/officeDocument/2006/relationships/image" Target="../media/image1163.png"/><Relationship Id="rId415" Type="http://schemas.openxmlformats.org/officeDocument/2006/relationships/customXml" Target="../ink/ink1765.xml"/><Relationship Id="rId457" Type="http://schemas.openxmlformats.org/officeDocument/2006/relationships/customXml" Target="../ink/ink1786.xml"/><Relationship Id="rId261" Type="http://schemas.openxmlformats.org/officeDocument/2006/relationships/customXml" Target="../ink/ink1687.xml"/><Relationship Id="rId499" Type="http://schemas.openxmlformats.org/officeDocument/2006/relationships/customXml" Target="../ink/ink1808.xml"/><Relationship Id="rId14" Type="http://schemas.openxmlformats.org/officeDocument/2006/relationships/image" Target="../media/image1071.png"/><Relationship Id="rId56" Type="http://schemas.openxmlformats.org/officeDocument/2006/relationships/image" Target="../media/image6740.png"/><Relationship Id="rId317" Type="http://schemas.openxmlformats.org/officeDocument/2006/relationships/image" Target="../media/image1203.png"/><Relationship Id="rId359" Type="http://schemas.openxmlformats.org/officeDocument/2006/relationships/image" Target="../media/image1223.png"/><Relationship Id="rId98" Type="http://schemas.openxmlformats.org/officeDocument/2006/relationships/customXml" Target="../ink/ink1604.xml"/><Relationship Id="rId121" Type="http://schemas.openxmlformats.org/officeDocument/2006/relationships/customXml" Target="../ink/ink1616.xml"/><Relationship Id="rId163" Type="http://schemas.openxmlformats.org/officeDocument/2006/relationships/image" Target="../media/image1141.png"/><Relationship Id="rId219" Type="http://schemas.openxmlformats.org/officeDocument/2006/relationships/customXml" Target="../ink/ink1666.xml"/><Relationship Id="rId370" Type="http://schemas.openxmlformats.org/officeDocument/2006/relationships/image" Target="../media/image1228.png"/><Relationship Id="rId426" Type="http://schemas.openxmlformats.org/officeDocument/2006/relationships/image" Target="../media/image1255.png"/><Relationship Id="rId230" Type="http://schemas.openxmlformats.org/officeDocument/2006/relationships/image" Target="../media/image1174.png"/><Relationship Id="rId468" Type="http://schemas.openxmlformats.org/officeDocument/2006/relationships/image" Target="../media/image1275.png"/><Relationship Id="rId67" Type="http://schemas.openxmlformats.org/officeDocument/2006/relationships/customXml" Target="../ink/ink1594.xml"/><Relationship Id="rId272" Type="http://schemas.openxmlformats.org/officeDocument/2006/relationships/customXml" Target="../ink/ink1693.xml"/><Relationship Id="rId328" Type="http://schemas.openxmlformats.org/officeDocument/2006/relationships/customXml" Target="../ink/ink1721.xml"/><Relationship Id="rId132" Type="http://schemas.openxmlformats.org/officeDocument/2006/relationships/image" Target="../media/image1127.png"/><Relationship Id="rId174" Type="http://schemas.openxmlformats.org/officeDocument/2006/relationships/image" Target="../media/image1146.png"/><Relationship Id="rId381" Type="http://schemas.openxmlformats.org/officeDocument/2006/relationships/customXml" Target="../ink/ink1748.xml"/><Relationship Id="rId241" Type="http://schemas.openxmlformats.org/officeDocument/2006/relationships/customXml" Target="../ink/ink1677.xml"/><Relationship Id="rId437" Type="http://schemas.openxmlformats.org/officeDocument/2006/relationships/customXml" Target="../ink/ink1776.xml"/><Relationship Id="rId479" Type="http://schemas.openxmlformats.org/officeDocument/2006/relationships/customXml" Target="../ink/ink1798.xml"/><Relationship Id="rId36" Type="http://schemas.openxmlformats.org/officeDocument/2006/relationships/image" Target="../media/image1082.png"/><Relationship Id="rId283" Type="http://schemas.openxmlformats.org/officeDocument/2006/relationships/image" Target="../media/image1097.png"/><Relationship Id="rId339" Type="http://schemas.openxmlformats.org/officeDocument/2006/relationships/image" Target="../media/image1213.png"/><Relationship Id="rId490" Type="http://schemas.openxmlformats.org/officeDocument/2006/relationships/image" Target="../media/image1286.png"/><Relationship Id="rId101" Type="http://schemas.openxmlformats.org/officeDocument/2006/relationships/image" Target="../media/image1112.png"/><Relationship Id="rId143" Type="http://schemas.openxmlformats.org/officeDocument/2006/relationships/image" Target="../media/image1132.png"/><Relationship Id="rId185" Type="http://schemas.openxmlformats.org/officeDocument/2006/relationships/customXml" Target="../ink/ink1649.xml"/><Relationship Id="rId350" Type="http://schemas.openxmlformats.org/officeDocument/2006/relationships/customXml" Target="../ink/ink1732.xml"/><Relationship Id="rId406" Type="http://schemas.openxmlformats.org/officeDocument/2006/relationships/image" Target="../media/image1246.png"/><Relationship Id="rId9" Type="http://schemas.openxmlformats.org/officeDocument/2006/relationships/customXml" Target="../ink/ink1576.xml"/><Relationship Id="rId210" Type="http://schemas.openxmlformats.org/officeDocument/2006/relationships/image" Target="../media/image1164.png"/><Relationship Id="rId392" Type="http://schemas.openxmlformats.org/officeDocument/2006/relationships/image" Target="../media/image1239.png"/><Relationship Id="rId448" Type="http://schemas.openxmlformats.org/officeDocument/2006/relationships/image" Target="../media/image1266.png"/><Relationship Id="rId252" Type="http://schemas.openxmlformats.org/officeDocument/2006/relationships/image" Target="../media/image1185.png"/><Relationship Id="rId294" Type="http://schemas.openxmlformats.org/officeDocument/2006/relationships/customXml" Target="../ink/ink1704.xml"/><Relationship Id="rId308" Type="http://schemas.openxmlformats.org/officeDocument/2006/relationships/customXml" Target="../ink/ink1711.xml"/><Relationship Id="rId47" Type="http://schemas.openxmlformats.org/officeDocument/2006/relationships/customXml" Target="../ink/ink1586.xml"/><Relationship Id="rId89" Type="http://schemas.openxmlformats.org/officeDocument/2006/relationships/image" Target="../media/image1106.png"/><Relationship Id="rId112" Type="http://schemas.openxmlformats.org/officeDocument/2006/relationships/image" Target="../media/image1117.png"/><Relationship Id="rId154" Type="http://schemas.openxmlformats.org/officeDocument/2006/relationships/customXml" Target="../ink/ink1633.xml"/><Relationship Id="rId361" Type="http://schemas.openxmlformats.org/officeDocument/2006/relationships/image" Target="../media/image1224.png"/><Relationship Id="rId196" Type="http://schemas.openxmlformats.org/officeDocument/2006/relationships/image" Target="../media/image1157.png"/><Relationship Id="rId417" Type="http://schemas.openxmlformats.org/officeDocument/2006/relationships/customXml" Target="../ink/ink1766.xml"/><Relationship Id="rId459" Type="http://schemas.openxmlformats.org/officeDocument/2006/relationships/customXml" Target="../ink/ink1787.xml"/><Relationship Id="rId16" Type="http://schemas.openxmlformats.org/officeDocument/2006/relationships/image" Target="../media/image1072.png"/><Relationship Id="rId221" Type="http://schemas.openxmlformats.org/officeDocument/2006/relationships/customXml" Target="../ink/ink1667.xml"/><Relationship Id="rId263" Type="http://schemas.openxmlformats.org/officeDocument/2006/relationships/image" Target="../media/image1073.png"/><Relationship Id="rId319" Type="http://schemas.openxmlformats.org/officeDocument/2006/relationships/image" Target="../media/image723.png"/><Relationship Id="rId470" Type="http://schemas.openxmlformats.org/officeDocument/2006/relationships/image" Target="../media/image1276.png"/><Relationship Id="rId58" Type="http://schemas.openxmlformats.org/officeDocument/2006/relationships/image" Target="../media/image1091.png"/><Relationship Id="rId123" Type="http://schemas.openxmlformats.org/officeDocument/2006/relationships/customXml" Target="../ink/ink1617.xml"/><Relationship Id="rId330" Type="http://schemas.openxmlformats.org/officeDocument/2006/relationships/customXml" Target="../ink/ink1722.xml"/><Relationship Id="rId165" Type="http://schemas.openxmlformats.org/officeDocument/2006/relationships/image" Target="../media/image1142.png"/><Relationship Id="rId372" Type="http://schemas.openxmlformats.org/officeDocument/2006/relationships/image" Target="../media/image1229.png"/><Relationship Id="rId428" Type="http://schemas.openxmlformats.org/officeDocument/2006/relationships/image" Target="../media/image1256.png"/><Relationship Id="rId232" Type="http://schemas.openxmlformats.org/officeDocument/2006/relationships/image" Target="../media/image1175.png"/><Relationship Id="rId274" Type="http://schemas.openxmlformats.org/officeDocument/2006/relationships/customXml" Target="../ink/ink1694.xml"/><Relationship Id="rId481" Type="http://schemas.openxmlformats.org/officeDocument/2006/relationships/customXml" Target="../ink/ink1799.xml"/><Relationship Id="rId69" Type="http://schemas.openxmlformats.org/officeDocument/2006/relationships/customXml" Target="../ink/ink1595.xml"/><Relationship Id="rId134" Type="http://schemas.openxmlformats.org/officeDocument/2006/relationships/image" Target="../media/image1128.png"/><Relationship Id="rId176" Type="http://schemas.openxmlformats.org/officeDocument/2006/relationships/image" Target="../media/image1147.png"/><Relationship Id="rId341" Type="http://schemas.openxmlformats.org/officeDocument/2006/relationships/image" Target="../media/image1214.png"/><Relationship Id="rId383" Type="http://schemas.openxmlformats.org/officeDocument/2006/relationships/customXml" Target="../ink/ink1749.xml"/><Relationship Id="rId439" Type="http://schemas.openxmlformats.org/officeDocument/2006/relationships/customXml" Target="../ink/ink1777.xml"/><Relationship Id="rId201" Type="http://schemas.openxmlformats.org/officeDocument/2006/relationships/customXml" Target="../ink/ink1657.xml"/><Relationship Id="rId243" Type="http://schemas.openxmlformats.org/officeDocument/2006/relationships/customXml" Target="../ink/ink1678.xml"/><Relationship Id="rId285" Type="http://schemas.openxmlformats.org/officeDocument/2006/relationships/image" Target="../media/image1098.png"/><Relationship Id="rId450" Type="http://schemas.openxmlformats.org/officeDocument/2006/relationships/image" Target="../media/image1267.png"/><Relationship Id="rId38" Type="http://schemas.openxmlformats.org/officeDocument/2006/relationships/image" Target="../media/image1083.png"/><Relationship Id="rId103" Type="http://schemas.openxmlformats.org/officeDocument/2006/relationships/image" Target="../media/image1113.png"/><Relationship Id="rId310" Type="http://schemas.openxmlformats.org/officeDocument/2006/relationships/customXml" Target="../ink/ink1712.xml"/><Relationship Id="rId492" Type="http://schemas.openxmlformats.org/officeDocument/2006/relationships/image" Target="../media/image1287.png"/><Relationship Id="rId91" Type="http://schemas.openxmlformats.org/officeDocument/2006/relationships/image" Target="../media/image1107.png"/><Relationship Id="rId145" Type="http://schemas.openxmlformats.org/officeDocument/2006/relationships/image" Target="../media/image1133.png"/><Relationship Id="rId187" Type="http://schemas.openxmlformats.org/officeDocument/2006/relationships/customXml" Target="../ink/ink1650.xml"/><Relationship Id="rId352" Type="http://schemas.openxmlformats.org/officeDocument/2006/relationships/customXml" Target="../ink/ink1733.xml"/><Relationship Id="rId394" Type="http://schemas.openxmlformats.org/officeDocument/2006/relationships/image" Target="../media/image1240.png"/><Relationship Id="rId408" Type="http://schemas.openxmlformats.org/officeDocument/2006/relationships/image" Target="../media/image1247.png"/><Relationship Id="rId212" Type="http://schemas.openxmlformats.org/officeDocument/2006/relationships/image" Target="../media/image1165.png"/><Relationship Id="rId254" Type="http://schemas.openxmlformats.org/officeDocument/2006/relationships/image" Target="../media/image1186.png"/><Relationship Id="rId49" Type="http://schemas.openxmlformats.org/officeDocument/2006/relationships/customXml" Target="../ink/ink1587.xml"/><Relationship Id="rId114" Type="http://schemas.openxmlformats.org/officeDocument/2006/relationships/image" Target="../media/image1118.png"/><Relationship Id="rId296" Type="http://schemas.openxmlformats.org/officeDocument/2006/relationships/customXml" Target="../ink/ink1705.xml"/><Relationship Id="rId461" Type="http://schemas.openxmlformats.org/officeDocument/2006/relationships/customXml" Target="../ink/ink1788.xml"/><Relationship Id="rId60" Type="http://schemas.openxmlformats.org/officeDocument/2006/relationships/image" Target="../media/image1092.png"/><Relationship Id="rId156" Type="http://schemas.openxmlformats.org/officeDocument/2006/relationships/customXml" Target="../ink/ink1634.xml"/><Relationship Id="rId198" Type="http://schemas.openxmlformats.org/officeDocument/2006/relationships/image" Target="../media/image1158.png"/><Relationship Id="rId321" Type="http://schemas.openxmlformats.org/officeDocument/2006/relationships/image" Target="../media/image741.png"/><Relationship Id="rId363" Type="http://schemas.openxmlformats.org/officeDocument/2006/relationships/image" Target="../media/image1225.png"/><Relationship Id="rId419" Type="http://schemas.openxmlformats.org/officeDocument/2006/relationships/customXml" Target="../ink/ink1767.xml"/><Relationship Id="rId223" Type="http://schemas.openxmlformats.org/officeDocument/2006/relationships/customXml" Target="../ink/ink1668.xml"/><Relationship Id="rId430" Type="http://schemas.openxmlformats.org/officeDocument/2006/relationships/image" Target="../media/image1257.png"/><Relationship Id="rId265" Type="http://schemas.openxmlformats.org/officeDocument/2006/relationships/image" Target="../media/image1074.png"/><Relationship Id="rId472" Type="http://schemas.openxmlformats.org/officeDocument/2006/relationships/image" Target="../media/image1277.png"/><Relationship Id="rId125" Type="http://schemas.openxmlformats.org/officeDocument/2006/relationships/customXml" Target="../ink/ink1618.xml"/><Relationship Id="rId167" Type="http://schemas.openxmlformats.org/officeDocument/2006/relationships/image" Target="../media/image1143.png"/><Relationship Id="rId332" Type="http://schemas.openxmlformats.org/officeDocument/2006/relationships/customXml" Target="../ink/ink1723.xml"/><Relationship Id="rId374" Type="http://schemas.openxmlformats.org/officeDocument/2006/relationships/image" Target="../media/image1231.png"/><Relationship Id="rId234" Type="http://schemas.openxmlformats.org/officeDocument/2006/relationships/image" Target="../media/image1176.png"/><Relationship Id="rId2" Type="http://schemas.openxmlformats.org/officeDocument/2006/relationships/image" Target="../media/image11.jpg"/><Relationship Id="rId276" Type="http://schemas.openxmlformats.org/officeDocument/2006/relationships/customXml" Target="../ink/ink1695.xml"/><Relationship Id="rId441" Type="http://schemas.openxmlformats.org/officeDocument/2006/relationships/customXml" Target="../ink/ink1778.xml"/><Relationship Id="rId483" Type="http://schemas.openxmlformats.org/officeDocument/2006/relationships/customXml" Target="../ink/ink1800.xml"/><Relationship Id="rId40" Type="http://schemas.openxmlformats.org/officeDocument/2006/relationships/image" Target="../media/image1084.png"/><Relationship Id="rId136" Type="http://schemas.openxmlformats.org/officeDocument/2006/relationships/image" Target="../media/image1129.png"/><Relationship Id="rId178" Type="http://schemas.openxmlformats.org/officeDocument/2006/relationships/image" Target="../media/image1148.png"/><Relationship Id="rId301" Type="http://schemas.openxmlformats.org/officeDocument/2006/relationships/image" Target="../media/image1195.png"/><Relationship Id="rId343" Type="http://schemas.openxmlformats.org/officeDocument/2006/relationships/image" Target="../media/image1215.png"/><Relationship Id="rId203" Type="http://schemas.openxmlformats.org/officeDocument/2006/relationships/customXml" Target="../ink/ink1658.xml"/><Relationship Id="rId385" Type="http://schemas.openxmlformats.org/officeDocument/2006/relationships/customXml" Target="../ink/ink1750.xml"/><Relationship Id="rId224" Type="http://schemas.openxmlformats.org/officeDocument/2006/relationships/image" Target="../media/image1171.png"/><Relationship Id="rId245" Type="http://schemas.openxmlformats.org/officeDocument/2006/relationships/customXml" Target="../ink/ink1679.xml"/><Relationship Id="rId266" Type="http://schemas.openxmlformats.org/officeDocument/2006/relationships/customXml" Target="../ink/ink1690.xml"/><Relationship Id="rId287" Type="http://schemas.openxmlformats.org/officeDocument/2006/relationships/image" Target="../media/image1099.png"/><Relationship Id="rId410" Type="http://schemas.openxmlformats.org/officeDocument/2006/relationships/image" Target="../media/image673.png"/><Relationship Id="rId431" Type="http://schemas.openxmlformats.org/officeDocument/2006/relationships/customXml" Target="../ink/ink1773.xml"/><Relationship Id="rId452" Type="http://schemas.openxmlformats.org/officeDocument/2006/relationships/image" Target="../media/image1268.png"/><Relationship Id="rId473" Type="http://schemas.openxmlformats.org/officeDocument/2006/relationships/customXml" Target="../ink/ink1795.xml"/><Relationship Id="rId494" Type="http://schemas.openxmlformats.org/officeDocument/2006/relationships/image" Target="../media/image1288.png"/><Relationship Id="rId105" Type="http://schemas.openxmlformats.org/officeDocument/2006/relationships/image" Target="../media/image1114.png"/><Relationship Id="rId126" Type="http://schemas.openxmlformats.org/officeDocument/2006/relationships/image" Target="../media/image1124.png"/><Relationship Id="rId147" Type="http://schemas.openxmlformats.org/officeDocument/2006/relationships/image" Target="../media/image1134.png"/><Relationship Id="rId168" Type="http://schemas.openxmlformats.org/officeDocument/2006/relationships/customXml" Target="../ink/ink1640.xml"/><Relationship Id="rId312" Type="http://schemas.openxmlformats.org/officeDocument/2006/relationships/customXml" Target="../ink/ink1713.xml"/><Relationship Id="rId333" Type="http://schemas.openxmlformats.org/officeDocument/2006/relationships/image" Target="../media/image1209.png"/><Relationship Id="rId354" Type="http://schemas.openxmlformats.org/officeDocument/2006/relationships/customXml" Target="../ink/ink1734.xml"/><Relationship Id="rId93" Type="http://schemas.openxmlformats.org/officeDocument/2006/relationships/image" Target="../media/image1108.png"/><Relationship Id="rId189" Type="http://schemas.openxmlformats.org/officeDocument/2006/relationships/customXml" Target="../ink/ink1651.xml"/><Relationship Id="rId375" Type="http://schemas.openxmlformats.org/officeDocument/2006/relationships/customXml" Target="../ink/ink1745.xml"/><Relationship Id="rId396" Type="http://schemas.openxmlformats.org/officeDocument/2006/relationships/image" Target="../media/image1241.png"/><Relationship Id="rId3" Type="http://schemas.openxmlformats.org/officeDocument/2006/relationships/customXml" Target="../ink/ink1573.xml"/><Relationship Id="rId214" Type="http://schemas.openxmlformats.org/officeDocument/2006/relationships/image" Target="../media/image1166.png"/><Relationship Id="rId235" Type="http://schemas.openxmlformats.org/officeDocument/2006/relationships/customXml" Target="../ink/ink1674.xml"/><Relationship Id="rId256" Type="http://schemas.openxmlformats.org/officeDocument/2006/relationships/image" Target="../media/image1187.png"/><Relationship Id="rId277" Type="http://schemas.openxmlformats.org/officeDocument/2006/relationships/image" Target="../media/image1080.png"/><Relationship Id="rId298" Type="http://schemas.openxmlformats.org/officeDocument/2006/relationships/customXml" Target="../ink/ink1706.xml"/><Relationship Id="rId400" Type="http://schemas.openxmlformats.org/officeDocument/2006/relationships/image" Target="../media/image1243.png"/><Relationship Id="rId421" Type="http://schemas.openxmlformats.org/officeDocument/2006/relationships/customXml" Target="../ink/ink1768.xml"/><Relationship Id="rId442" Type="http://schemas.openxmlformats.org/officeDocument/2006/relationships/image" Target="../media/image1263.png"/><Relationship Id="rId463" Type="http://schemas.openxmlformats.org/officeDocument/2006/relationships/customXml" Target="../ink/ink1790.xml"/><Relationship Id="rId484" Type="http://schemas.openxmlformats.org/officeDocument/2006/relationships/image" Target="../media/image1283.png"/><Relationship Id="rId116" Type="http://schemas.openxmlformats.org/officeDocument/2006/relationships/image" Target="../media/image1119.png"/><Relationship Id="rId137" Type="http://schemas.openxmlformats.org/officeDocument/2006/relationships/customXml" Target="../ink/ink1624.xml"/><Relationship Id="rId158" Type="http://schemas.openxmlformats.org/officeDocument/2006/relationships/customXml" Target="../ink/ink1635.xml"/><Relationship Id="rId302" Type="http://schemas.openxmlformats.org/officeDocument/2006/relationships/customXml" Target="../ink/ink1708.xml"/><Relationship Id="rId323" Type="http://schemas.openxmlformats.org/officeDocument/2006/relationships/image" Target="../media/image1204.png"/><Relationship Id="rId344" Type="http://schemas.openxmlformats.org/officeDocument/2006/relationships/customXml" Target="../ink/ink1729.xml"/><Relationship Id="rId41" Type="http://schemas.openxmlformats.org/officeDocument/2006/relationships/customXml" Target="../ink/ink1583.xml"/><Relationship Id="rId62" Type="http://schemas.openxmlformats.org/officeDocument/2006/relationships/image" Target="../media/image1093.png"/><Relationship Id="rId83" Type="http://schemas.openxmlformats.org/officeDocument/2006/relationships/image" Target="../media/image1103.png"/><Relationship Id="rId179" Type="http://schemas.openxmlformats.org/officeDocument/2006/relationships/customXml" Target="../ink/ink1646.xml"/><Relationship Id="rId365" Type="http://schemas.openxmlformats.org/officeDocument/2006/relationships/image" Target="../media/image1226.png"/><Relationship Id="rId386" Type="http://schemas.openxmlformats.org/officeDocument/2006/relationships/image" Target="../media/image1237.png"/><Relationship Id="rId190" Type="http://schemas.openxmlformats.org/officeDocument/2006/relationships/image" Target="../media/image1154.png"/><Relationship Id="rId204" Type="http://schemas.openxmlformats.org/officeDocument/2006/relationships/image" Target="../media/image1161.png"/><Relationship Id="rId225" Type="http://schemas.openxmlformats.org/officeDocument/2006/relationships/customXml" Target="../ink/ink1669.xml"/><Relationship Id="rId246" Type="http://schemas.openxmlformats.org/officeDocument/2006/relationships/image" Target="../media/image1182.png"/><Relationship Id="rId267" Type="http://schemas.openxmlformats.org/officeDocument/2006/relationships/image" Target="../media/image1075.png"/><Relationship Id="rId288" Type="http://schemas.openxmlformats.org/officeDocument/2006/relationships/customXml" Target="../ink/ink1701.xml"/><Relationship Id="rId411" Type="http://schemas.openxmlformats.org/officeDocument/2006/relationships/customXml" Target="../ink/ink1763.xml"/><Relationship Id="rId432" Type="http://schemas.openxmlformats.org/officeDocument/2006/relationships/image" Target="../media/image1258.png"/><Relationship Id="rId453" Type="http://schemas.openxmlformats.org/officeDocument/2006/relationships/customXml" Target="../ink/ink1784.xml"/><Relationship Id="rId474" Type="http://schemas.openxmlformats.org/officeDocument/2006/relationships/image" Target="../media/image1278.png"/><Relationship Id="rId106" Type="http://schemas.openxmlformats.org/officeDocument/2006/relationships/customXml" Target="../ink/ink1608.xml"/><Relationship Id="rId127" Type="http://schemas.openxmlformats.org/officeDocument/2006/relationships/customXml" Target="../ink/ink1619.xml"/><Relationship Id="rId313" Type="http://schemas.openxmlformats.org/officeDocument/2006/relationships/image" Target="../media/image651.png"/><Relationship Id="rId495" Type="http://schemas.openxmlformats.org/officeDocument/2006/relationships/customXml" Target="../ink/ink1806.xml"/><Relationship Id="rId10" Type="http://schemas.openxmlformats.org/officeDocument/2006/relationships/image" Target="../media/image1069.png"/><Relationship Id="rId94" Type="http://schemas.openxmlformats.org/officeDocument/2006/relationships/customXml" Target="../ink/ink1602.xml"/><Relationship Id="rId52" Type="http://schemas.openxmlformats.org/officeDocument/2006/relationships/image" Target="../media/image56.png"/><Relationship Id="rId148" Type="http://schemas.openxmlformats.org/officeDocument/2006/relationships/customXml" Target="../ink/ink1630.xml"/><Relationship Id="rId169" Type="http://schemas.openxmlformats.org/officeDocument/2006/relationships/image" Target="../media/image1144.png"/><Relationship Id="rId334" Type="http://schemas.openxmlformats.org/officeDocument/2006/relationships/customXml" Target="../ink/ink1724.xml"/><Relationship Id="rId355" Type="http://schemas.openxmlformats.org/officeDocument/2006/relationships/image" Target="../media/image1221.png"/><Relationship Id="rId376" Type="http://schemas.openxmlformats.org/officeDocument/2006/relationships/image" Target="../media/image1232.png"/><Relationship Id="rId397" Type="http://schemas.openxmlformats.org/officeDocument/2006/relationships/customXml" Target="../ink/ink1756.xml"/><Relationship Id="rId4" Type="http://schemas.openxmlformats.org/officeDocument/2006/relationships/image" Target="../media/image1066.png"/><Relationship Id="rId180" Type="http://schemas.openxmlformats.org/officeDocument/2006/relationships/image" Target="../media/image1149.png"/><Relationship Id="rId215" Type="http://schemas.openxmlformats.org/officeDocument/2006/relationships/customXml" Target="../ink/ink1664.xml"/><Relationship Id="rId236" Type="http://schemas.openxmlformats.org/officeDocument/2006/relationships/image" Target="../media/image1177.png"/><Relationship Id="rId257" Type="http://schemas.openxmlformats.org/officeDocument/2006/relationships/customXml" Target="../ink/ink1685.xml"/><Relationship Id="rId278" Type="http://schemas.openxmlformats.org/officeDocument/2006/relationships/customXml" Target="../ink/ink1696.xml"/><Relationship Id="rId401" Type="http://schemas.openxmlformats.org/officeDocument/2006/relationships/customXml" Target="../ink/ink1758.xml"/><Relationship Id="rId422" Type="http://schemas.openxmlformats.org/officeDocument/2006/relationships/image" Target="../media/image1253.png"/><Relationship Id="rId443" Type="http://schemas.openxmlformats.org/officeDocument/2006/relationships/customXml" Target="../ink/ink1779.xml"/><Relationship Id="rId464" Type="http://schemas.openxmlformats.org/officeDocument/2006/relationships/image" Target="../media/image1273.png"/><Relationship Id="rId303" Type="http://schemas.openxmlformats.org/officeDocument/2006/relationships/image" Target="../media/image1196.png"/><Relationship Id="rId485" Type="http://schemas.openxmlformats.org/officeDocument/2006/relationships/customXml" Target="../ink/ink1801.xml"/><Relationship Id="rId42" Type="http://schemas.openxmlformats.org/officeDocument/2006/relationships/image" Target="../media/image1085.png"/><Relationship Id="rId84" Type="http://schemas.openxmlformats.org/officeDocument/2006/relationships/customXml" Target="../ink/ink1597.xml"/><Relationship Id="rId138" Type="http://schemas.openxmlformats.org/officeDocument/2006/relationships/image" Target="../media/image1130.png"/><Relationship Id="rId345" Type="http://schemas.openxmlformats.org/officeDocument/2006/relationships/image" Target="../media/image1216.png"/><Relationship Id="rId387" Type="http://schemas.openxmlformats.org/officeDocument/2006/relationships/customXml" Target="../ink/ink1751.xml"/><Relationship Id="rId191" Type="http://schemas.openxmlformats.org/officeDocument/2006/relationships/customXml" Target="../ink/ink1652.xml"/><Relationship Id="rId205" Type="http://schemas.openxmlformats.org/officeDocument/2006/relationships/customXml" Target="../ink/ink1659.xml"/><Relationship Id="rId247" Type="http://schemas.openxmlformats.org/officeDocument/2006/relationships/customXml" Target="../ink/ink1680.xml"/><Relationship Id="rId412" Type="http://schemas.openxmlformats.org/officeDocument/2006/relationships/image" Target="../media/image1248.png"/><Relationship Id="rId107" Type="http://schemas.openxmlformats.org/officeDocument/2006/relationships/customXml" Target="../ink/ink1609.xml"/><Relationship Id="rId289" Type="http://schemas.openxmlformats.org/officeDocument/2006/relationships/image" Target="../media/image1100.png"/><Relationship Id="rId454" Type="http://schemas.openxmlformats.org/officeDocument/2006/relationships/image" Target="../media/image1269.png"/><Relationship Id="rId496" Type="http://schemas.openxmlformats.org/officeDocument/2006/relationships/image" Target="../media/image1289.png"/><Relationship Id="rId11" Type="http://schemas.openxmlformats.org/officeDocument/2006/relationships/customXml" Target="../ink/ink1577.xml"/><Relationship Id="rId149" Type="http://schemas.openxmlformats.org/officeDocument/2006/relationships/image" Target="../media/image1135.png"/><Relationship Id="rId314" Type="http://schemas.openxmlformats.org/officeDocument/2006/relationships/customXml" Target="../ink/ink1714.xml"/><Relationship Id="rId356" Type="http://schemas.openxmlformats.org/officeDocument/2006/relationships/customXml" Target="../ink/ink1735.xml"/><Relationship Id="rId398" Type="http://schemas.openxmlformats.org/officeDocument/2006/relationships/image" Target="../media/image1242.png"/><Relationship Id="rId95" Type="http://schemas.openxmlformats.org/officeDocument/2006/relationships/image" Target="../media/image1109.png"/><Relationship Id="rId160" Type="http://schemas.openxmlformats.org/officeDocument/2006/relationships/customXml" Target="../ink/ink1636.xml"/><Relationship Id="rId216" Type="http://schemas.openxmlformats.org/officeDocument/2006/relationships/image" Target="../media/image1167.png"/><Relationship Id="rId423" Type="http://schemas.openxmlformats.org/officeDocument/2006/relationships/customXml" Target="../ink/ink1769.xml"/><Relationship Id="rId258" Type="http://schemas.openxmlformats.org/officeDocument/2006/relationships/image" Target="../media/image1188.png"/><Relationship Id="rId465" Type="http://schemas.openxmlformats.org/officeDocument/2006/relationships/customXml" Target="../ink/ink1791.xml"/><Relationship Id="rId64" Type="http://schemas.openxmlformats.org/officeDocument/2006/relationships/image" Target="../media/image1094.png"/><Relationship Id="rId118" Type="http://schemas.openxmlformats.org/officeDocument/2006/relationships/image" Target="../media/image1120.png"/><Relationship Id="rId325" Type="http://schemas.openxmlformats.org/officeDocument/2006/relationships/image" Target="../media/image1205.png"/><Relationship Id="rId367" Type="http://schemas.openxmlformats.org/officeDocument/2006/relationships/customXml" Target="../ink/ink1741.xml"/><Relationship Id="rId171" Type="http://schemas.openxmlformats.org/officeDocument/2006/relationships/image" Target="../media/image1145.png"/><Relationship Id="rId227" Type="http://schemas.openxmlformats.org/officeDocument/2006/relationships/customXml" Target="../ink/ink1670.xml"/><Relationship Id="rId269" Type="http://schemas.openxmlformats.org/officeDocument/2006/relationships/image" Target="../media/image1076.png"/><Relationship Id="rId434" Type="http://schemas.openxmlformats.org/officeDocument/2006/relationships/image" Target="../media/image1259.png"/><Relationship Id="rId476" Type="http://schemas.openxmlformats.org/officeDocument/2006/relationships/image" Target="../media/image1279.png"/><Relationship Id="rId129" Type="http://schemas.openxmlformats.org/officeDocument/2006/relationships/customXml" Target="../ink/ink1620.xml"/><Relationship Id="rId280" Type="http://schemas.openxmlformats.org/officeDocument/2006/relationships/customXml" Target="../ink/ink1697.xml"/><Relationship Id="rId336" Type="http://schemas.openxmlformats.org/officeDocument/2006/relationships/customXml" Target="../ink/ink1725.xml"/><Relationship Id="rId501" Type="http://schemas.openxmlformats.org/officeDocument/2006/relationships/customXml" Target="../ink/ink1809.xml"/><Relationship Id="rId140" Type="http://schemas.openxmlformats.org/officeDocument/2006/relationships/image" Target="../media/image1131.png"/><Relationship Id="rId182" Type="http://schemas.openxmlformats.org/officeDocument/2006/relationships/image" Target="../media/image1150.png"/><Relationship Id="rId378" Type="http://schemas.openxmlformats.org/officeDocument/2006/relationships/image" Target="../media/image1233.png"/><Relationship Id="rId403" Type="http://schemas.openxmlformats.org/officeDocument/2006/relationships/customXml" Target="../ink/ink1759.xml"/><Relationship Id="rId6" Type="http://schemas.openxmlformats.org/officeDocument/2006/relationships/image" Target="../media/image1067.png"/><Relationship Id="rId238" Type="http://schemas.openxmlformats.org/officeDocument/2006/relationships/image" Target="../media/image1178.png"/><Relationship Id="rId445" Type="http://schemas.openxmlformats.org/officeDocument/2006/relationships/customXml" Target="../ink/ink1780.xml"/><Relationship Id="rId487" Type="http://schemas.openxmlformats.org/officeDocument/2006/relationships/customXml" Target="../ink/ink1802.xml"/><Relationship Id="rId291" Type="http://schemas.openxmlformats.org/officeDocument/2006/relationships/image" Target="../media/image1101.png"/><Relationship Id="rId305" Type="http://schemas.openxmlformats.org/officeDocument/2006/relationships/image" Target="../media/image1197.png"/><Relationship Id="rId347" Type="http://schemas.openxmlformats.org/officeDocument/2006/relationships/image" Target="../media/image1217.png"/><Relationship Id="rId44" Type="http://schemas.openxmlformats.org/officeDocument/2006/relationships/image" Target="../media/image1086.png"/><Relationship Id="rId86" Type="http://schemas.openxmlformats.org/officeDocument/2006/relationships/customXml" Target="../ink/ink1598.xml"/><Relationship Id="rId151" Type="http://schemas.openxmlformats.org/officeDocument/2006/relationships/image" Target="../media/image1136.png"/><Relationship Id="rId389" Type="http://schemas.openxmlformats.org/officeDocument/2006/relationships/customXml" Target="../ink/ink1752.xml"/><Relationship Id="rId193" Type="http://schemas.openxmlformats.org/officeDocument/2006/relationships/customXml" Target="../ink/ink1653.xml"/><Relationship Id="rId207" Type="http://schemas.openxmlformats.org/officeDocument/2006/relationships/customXml" Target="../ink/ink1660.xml"/><Relationship Id="rId249" Type="http://schemas.openxmlformats.org/officeDocument/2006/relationships/customXml" Target="../ink/ink1681.xml"/><Relationship Id="rId414" Type="http://schemas.openxmlformats.org/officeDocument/2006/relationships/image" Target="../media/image1249.png"/><Relationship Id="rId456" Type="http://schemas.openxmlformats.org/officeDocument/2006/relationships/image" Target="../media/image1270.png"/><Relationship Id="rId498" Type="http://schemas.openxmlformats.org/officeDocument/2006/relationships/image" Target="../media/image1290.png"/><Relationship Id="rId13" Type="http://schemas.openxmlformats.org/officeDocument/2006/relationships/customXml" Target="../ink/ink1578.xml"/><Relationship Id="rId109" Type="http://schemas.openxmlformats.org/officeDocument/2006/relationships/customXml" Target="../ink/ink1610.xml"/><Relationship Id="rId260" Type="http://schemas.openxmlformats.org/officeDocument/2006/relationships/image" Target="../media/image1189.png"/><Relationship Id="rId316" Type="http://schemas.openxmlformats.org/officeDocument/2006/relationships/customXml" Target="../ink/ink1715.xml"/><Relationship Id="rId55" Type="http://schemas.openxmlformats.org/officeDocument/2006/relationships/customXml" Target="../ink/ink1588.xml"/><Relationship Id="rId97" Type="http://schemas.openxmlformats.org/officeDocument/2006/relationships/image" Target="../media/image1110.png"/><Relationship Id="rId120" Type="http://schemas.openxmlformats.org/officeDocument/2006/relationships/image" Target="../media/image1121.png"/><Relationship Id="rId358" Type="http://schemas.openxmlformats.org/officeDocument/2006/relationships/customXml" Target="../ink/ink1736.xml"/><Relationship Id="rId162" Type="http://schemas.openxmlformats.org/officeDocument/2006/relationships/customXml" Target="../ink/ink1637.xml"/><Relationship Id="rId218" Type="http://schemas.openxmlformats.org/officeDocument/2006/relationships/image" Target="../media/image1168.png"/><Relationship Id="rId425" Type="http://schemas.openxmlformats.org/officeDocument/2006/relationships/customXml" Target="../ink/ink1770.xml"/><Relationship Id="rId467" Type="http://schemas.openxmlformats.org/officeDocument/2006/relationships/customXml" Target="../ink/ink1792.xml"/><Relationship Id="rId271" Type="http://schemas.openxmlformats.org/officeDocument/2006/relationships/image" Target="../media/image1077.png"/><Relationship Id="rId66" Type="http://schemas.openxmlformats.org/officeDocument/2006/relationships/image" Target="../media/image1095.png"/><Relationship Id="rId131" Type="http://schemas.openxmlformats.org/officeDocument/2006/relationships/customXml" Target="../ink/ink1621.xml"/><Relationship Id="rId327" Type="http://schemas.openxmlformats.org/officeDocument/2006/relationships/image" Target="../media/image1206.png"/><Relationship Id="rId369" Type="http://schemas.openxmlformats.org/officeDocument/2006/relationships/customXml" Target="../ink/ink1742.xml"/><Relationship Id="rId173" Type="http://schemas.openxmlformats.org/officeDocument/2006/relationships/customXml" Target="../ink/ink1643.xml"/><Relationship Id="rId229" Type="http://schemas.openxmlformats.org/officeDocument/2006/relationships/customXml" Target="../ink/ink1671.xml"/><Relationship Id="rId380" Type="http://schemas.openxmlformats.org/officeDocument/2006/relationships/image" Target="../media/image1234.png"/><Relationship Id="rId436" Type="http://schemas.openxmlformats.org/officeDocument/2006/relationships/image" Target="../media/image1260.png"/><Relationship Id="rId240" Type="http://schemas.openxmlformats.org/officeDocument/2006/relationships/image" Target="../media/image1179.png"/><Relationship Id="rId478" Type="http://schemas.openxmlformats.org/officeDocument/2006/relationships/image" Target="../media/image1280.png"/><Relationship Id="rId100" Type="http://schemas.openxmlformats.org/officeDocument/2006/relationships/customXml" Target="../ink/ink1605.xml"/><Relationship Id="rId282" Type="http://schemas.openxmlformats.org/officeDocument/2006/relationships/customXml" Target="../ink/ink1698.xml"/><Relationship Id="rId338" Type="http://schemas.openxmlformats.org/officeDocument/2006/relationships/customXml" Target="../ink/ink1726.xml"/><Relationship Id="rId503" Type="http://schemas.openxmlformats.org/officeDocument/2006/relationships/customXml" Target="../ink/ink1810.xml"/><Relationship Id="rId8" Type="http://schemas.openxmlformats.org/officeDocument/2006/relationships/image" Target="../media/image1068.png"/><Relationship Id="rId142" Type="http://schemas.openxmlformats.org/officeDocument/2006/relationships/customXml" Target="../ink/ink1627.xml"/><Relationship Id="rId184" Type="http://schemas.openxmlformats.org/officeDocument/2006/relationships/image" Target="../media/image1151.png"/><Relationship Id="rId391" Type="http://schemas.openxmlformats.org/officeDocument/2006/relationships/customXml" Target="../ink/ink1753.xml"/><Relationship Id="rId405" Type="http://schemas.openxmlformats.org/officeDocument/2006/relationships/customXml" Target="../ink/ink1760.xml"/><Relationship Id="rId447" Type="http://schemas.openxmlformats.org/officeDocument/2006/relationships/customXml" Target="../ink/ink1781.xml"/><Relationship Id="rId251" Type="http://schemas.openxmlformats.org/officeDocument/2006/relationships/customXml" Target="../ink/ink1682.xml"/><Relationship Id="rId489" Type="http://schemas.openxmlformats.org/officeDocument/2006/relationships/customXml" Target="../ink/ink1803.xml"/><Relationship Id="rId46" Type="http://schemas.openxmlformats.org/officeDocument/2006/relationships/image" Target="../media/image1087.png"/><Relationship Id="rId293" Type="http://schemas.openxmlformats.org/officeDocument/2006/relationships/image" Target="../media/image1102.png"/><Relationship Id="rId307" Type="http://schemas.openxmlformats.org/officeDocument/2006/relationships/image" Target="../media/image1198.png"/><Relationship Id="rId349" Type="http://schemas.openxmlformats.org/officeDocument/2006/relationships/image" Target="../media/image1218.png"/><Relationship Id="rId88" Type="http://schemas.openxmlformats.org/officeDocument/2006/relationships/customXml" Target="../ink/ink1599.xml"/><Relationship Id="rId111" Type="http://schemas.openxmlformats.org/officeDocument/2006/relationships/customXml" Target="../ink/ink1611.xml"/><Relationship Id="rId153" Type="http://schemas.openxmlformats.org/officeDocument/2006/relationships/image" Target="../media/image1137.png"/><Relationship Id="rId195" Type="http://schemas.openxmlformats.org/officeDocument/2006/relationships/customXml" Target="../ink/ink1654.xml"/><Relationship Id="rId209" Type="http://schemas.openxmlformats.org/officeDocument/2006/relationships/customXml" Target="../ink/ink1661.xml"/><Relationship Id="rId360" Type="http://schemas.openxmlformats.org/officeDocument/2006/relationships/customXml" Target="../ink/ink1737.xml"/><Relationship Id="rId416" Type="http://schemas.openxmlformats.org/officeDocument/2006/relationships/image" Target="../media/image1250.png"/><Relationship Id="rId220" Type="http://schemas.openxmlformats.org/officeDocument/2006/relationships/image" Target="../media/image1169.png"/><Relationship Id="rId458" Type="http://schemas.openxmlformats.org/officeDocument/2006/relationships/image" Target="../media/image1271.png"/><Relationship Id="rId15" Type="http://schemas.openxmlformats.org/officeDocument/2006/relationships/customXml" Target="../ink/ink1579.xml"/><Relationship Id="rId57" Type="http://schemas.openxmlformats.org/officeDocument/2006/relationships/customXml" Target="../ink/ink1589.xml"/><Relationship Id="rId262" Type="http://schemas.openxmlformats.org/officeDocument/2006/relationships/customXml" Target="../ink/ink1688.xml"/><Relationship Id="rId318" Type="http://schemas.openxmlformats.org/officeDocument/2006/relationships/customXml" Target="../ink/ink1716.xml"/><Relationship Id="rId99" Type="http://schemas.openxmlformats.org/officeDocument/2006/relationships/image" Target="../media/image1111.png"/><Relationship Id="rId122" Type="http://schemas.openxmlformats.org/officeDocument/2006/relationships/image" Target="../media/image1122.png"/><Relationship Id="rId164" Type="http://schemas.openxmlformats.org/officeDocument/2006/relationships/customXml" Target="../ink/ink1638.xml"/><Relationship Id="rId371" Type="http://schemas.openxmlformats.org/officeDocument/2006/relationships/customXml" Target="../ink/ink1743.xml"/><Relationship Id="rId427" Type="http://schemas.openxmlformats.org/officeDocument/2006/relationships/customXml" Target="../ink/ink1771.xml"/><Relationship Id="rId469" Type="http://schemas.openxmlformats.org/officeDocument/2006/relationships/customXml" Target="../ink/ink1793.xml"/><Relationship Id="rId231" Type="http://schemas.openxmlformats.org/officeDocument/2006/relationships/customXml" Target="../ink/ink1672.xml"/><Relationship Id="rId273" Type="http://schemas.openxmlformats.org/officeDocument/2006/relationships/image" Target="../media/image1078.png"/><Relationship Id="rId329" Type="http://schemas.openxmlformats.org/officeDocument/2006/relationships/image" Target="../media/image1207.png"/><Relationship Id="rId480" Type="http://schemas.openxmlformats.org/officeDocument/2006/relationships/image" Target="../media/image1281.png"/><Relationship Id="rId68" Type="http://schemas.openxmlformats.org/officeDocument/2006/relationships/image" Target="../media/image1096.png"/><Relationship Id="rId133" Type="http://schemas.openxmlformats.org/officeDocument/2006/relationships/customXml" Target="../ink/ink1622.xml"/><Relationship Id="rId175" Type="http://schemas.openxmlformats.org/officeDocument/2006/relationships/customXml" Target="../ink/ink1644.xml"/><Relationship Id="rId340" Type="http://schemas.openxmlformats.org/officeDocument/2006/relationships/customXml" Target="../ink/ink1727.xml"/><Relationship Id="rId200" Type="http://schemas.openxmlformats.org/officeDocument/2006/relationships/image" Target="../media/image1159.png"/><Relationship Id="rId382" Type="http://schemas.openxmlformats.org/officeDocument/2006/relationships/image" Target="../media/image1235.png"/><Relationship Id="rId438" Type="http://schemas.openxmlformats.org/officeDocument/2006/relationships/image" Target="../media/image1261.png"/><Relationship Id="rId242" Type="http://schemas.openxmlformats.org/officeDocument/2006/relationships/image" Target="../media/image1180.png"/><Relationship Id="rId284" Type="http://schemas.openxmlformats.org/officeDocument/2006/relationships/customXml" Target="../ink/ink1699.xml"/><Relationship Id="rId491" Type="http://schemas.openxmlformats.org/officeDocument/2006/relationships/customXml" Target="../ink/ink1804.xml"/><Relationship Id="rId37" Type="http://schemas.openxmlformats.org/officeDocument/2006/relationships/customXml" Target="../ink/ink1581.xml"/><Relationship Id="rId102" Type="http://schemas.openxmlformats.org/officeDocument/2006/relationships/customXml" Target="../ink/ink1606.xml"/><Relationship Id="rId144" Type="http://schemas.openxmlformats.org/officeDocument/2006/relationships/customXml" Target="../ink/ink1628.xml"/><Relationship Id="rId90" Type="http://schemas.openxmlformats.org/officeDocument/2006/relationships/customXml" Target="../ink/ink1600.xml"/><Relationship Id="rId186" Type="http://schemas.openxmlformats.org/officeDocument/2006/relationships/image" Target="../media/image1152.png"/><Relationship Id="rId351" Type="http://schemas.openxmlformats.org/officeDocument/2006/relationships/image" Target="../media/image1219.png"/><Relationship Id="rId393" Type="http://schemas.openxmlformats.org/officeDocument/2006/relationships/customXml" Target="../ink/ink1754.xml"/><Relationship Id="rId407" Type="http://schemas.openxmlformats.org/officeDocument/2006/relationships/customXml" Target="../ink/ink1761.xml"/><Relationship Id="rId449" Type="http://schemas.openxmlformats.org/officeDocument/2006/relationships/customXml" Target="../ink/ink1782.xml"/><Relationship Id="rId211" Type="http://schemas.openxmlformats.org/officeDocument/2006/relationships/customXml" Target="../ink/ink1662.xml"/><Relationship Id="rId253" Type="http://schemas.openxmlformats.org/officeDocument/2006/relationships/customXml" Target="../ink/ink1683.xml"/><Relationship Id="rId295" Type="http://schemas.openxmlformats.org/officeDocument/2006/relationships/image" Target="../media/image1192.png"/><Relationship Id="rId309" Type="http://schemas.openxmlformats.org/officeDocument/2006/relationships/image" Target="../media/image1199.png"/><Relationship Id="rId460" Type="http://schemas.openxmlformats.org/officeDocument/2006/relationships/image" Target="../media/image1272.png"/><Relationship Id="rId48" Type="http://schemas.openxmlformats.org/officeDocument/2006/relationships/image" Target="../media/image1088.png"/><Relationship Id="rId113" Type="http://schemas.openxmlformats.org/officeDocument/2006/relationships/customXml" Target="../ink/ink1612.xml"/><Relationship Id="rId320" Type="http://schemas.openxmlformats.org/officeDocument/2006/relationships/customXml" Target="../ink/ink1717.xml"/><Relationship Id="rId155" Type="http://schemas.openxmlformats.org/officeDocument/2006/relationships/image" Target="../media/image1138.png"/><Relationship Id="rId197" Type="http://schemas.openxmlformats.org/officeDocument/2006/relationships/customXml" Target="../ink/ink1655.xml"/><Relationship Id="rId362" Type="http://schemas.openxmlformats.org/officeDocument/2006/relationships/customXml" Target="../ink/ink1738.xml"/><Relationship Id="rId418" Type="http://schemas.openxmlformats.org/officeDocument/2006/relationships/image" Target="../media/image1251.png"/><Relationship Id="rId222" Type="http://schemas.openxmlformats.org/officeDocument/2006/relationships/image" Target="../media/image1170.png"/><Relationship Id="rId264" Type="http://schemas.openxmlformats.org/officeDocument/2006/relationships/customXml" Target="../ink/ink1689.xml"/><Relationship Id="rId471" Type="http://schemas.openxmlformats.org/officeDocument/2006/relationships/customXml" Target="../ink/ink1794.xml"/><Relationship Id="rId17" Type="http://schemas.openxmlformats.org/officeDocument/2006/relationships/customXml" Target="../ink/ink1580.xml"/><Relationship Id="rId59" Type="http://schemas.openxmlformats.org/officeDocument/2006/relationships/customXml" Target="../ink/ink1590.xml"/><Relationship Id="rId124" Type="http://schemas.openxmlformats.org/officeDocument/2006/relationships/image" Target="../media/image1123.png"/><Relationship Id="rId70" Type="http://schemas.openxmlformats.org/officeDocument/2006/relationships/customXml" Target="../ink/ink1596.xml"/><Relationship Id="rId166" Type="http://schemas.openxmlformats.org/officeDocument/2006/relationships/customXml" Target="../ink/ink1639.xml"/><Relationship Id="rId331" Type="http://schemas.openxmlformats.org/officeDocument/2006/relationships/image" Target="../media/image1208.png"/><Relationship Id="rId373" Type="http://schemas.openxmlformats.org/officeDocument/2006/relationships/customXml" Target="../ink/ink1744.xml"/><Relationship Id="rId429" Type="http://schemas.openxmlformats.org/officeDocument/2006/relationships/customXml" Target="../ink/ink1772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673.xml"/><Relationship Id="rId440" Type="http://schemas.openxmlformats.org/officeDocument/2006/relationships/image" Target="../media/image1262.png"/><Relationship Id="rId275" Type="http://schemas.openxmlformats.org/officeDocument/2006/relationships/image" Target="../media/image1079.png"/><Relationship Id="rId300" Type="http://schemas.openxmlformats.org/officeDocument/2006/relationships/customXml" Target="../ink/ink1707.xml"/><Relationship Id="rId482" Type="http://schemas.openxmlformats.org/officeDocument/2006/relationships/image" Target="../media/image1282.png"/><Relationship Id="rId135" Type="http://schemas.openxmlformats.org/officeDocument/2006/relationships/customXml" Target="../ink/ink1623.xml"/><Relationship Id="rId177" Type="http://schemas.openxmlformats.org/officeDocument/2006/relationships/customXml" Target="../ink/ink1645.xml"/><Relationship Id="rId342" Type="http://schemas.openxmlformats.org/officeDocument/2006/relationships/customXml" Target="../ink/ink1728.xml"/><Relationship Id="rId384" Type="http://schemas.openxmlformats.org/officeDocument/2006/relationships/image" Target="../media/image1236.png"/><Relationship Id="rId202" Type="http://schemas.openxmlformats.org/officeDocument/2006/relationships/image" Target="../media/image1160.png"/><Relationship Id="rId244" Type="http://schemas.openxmlformats.org/officeDocument/2006/relationships/image" Target="../media/image1181.png"/><Relationship Id="rId39" Type="http://schemas.openxmlformats.org/officeDocument/2006/relationships/customXml" Target="../ink/ink1582.xml"/><Relationship Id="rId286" Type="http://schemas.openxmlformats.org/officeDocument/2006/relationships/customXml" Target="../ink/ink1700.xml"/><Relationship Id="rId451" Type="http://schemas.openxmlformats.org/officeDocument/2006/relationships/customXml" Target="../ink/ink1783.xml"/><Relationship Id="rId493" Type="http://schemas.openxmlformats.org/officeDocument/2006/relationships/customXml" Target="../ink/ink1805.xml"/><Relationship Id="rId104" Type="http://schemas.openxmlformats.org/officeDocument/2006/relationships/customXml" Target="../ink/ink1607.xml"/><Relationship Id="rId146" Type="http://schemas.openxmlformats.org/officeDocument/2006/relationships/customXml" Target="../ink/ink1629.xml"/><Relationship Id="rId188" Type="http://schemas.openxmlformats.org/officeDocument/2006/relationships/image" Target="../media/image1153.png"/><Relationship Id="rId311" Type="http://schemas.openxmlformats.org/officeDocument/2006/relationships/image" Target="../media/image1201.png"/><Relationship Id="rId353" Type="http://schemas.openxmlformats.org/officeDocument/2006/relationships/image" Target="../media/image1220.png"/><Relationship Id="rId395" Type="http://schemas.openxmlformats.org/officeDocument/2006/relationships/customXml" Target="../ink/ink1755.xml"/><Relationship Id="rId409" Type="http://schemas.openxmlformats.org/officeDocument/2006/relationships/customXml" Target="../ink/ink1762.xml"/><Relationship Id="rId92" Type="http://schemas.openxmlformats.org/officeDocument/2006/relationships/customXml" Target="../ink/ink1601.xml"/><Relationship Id="rId213" Type="http://schemas.openxmlformats.org/officeDocument/2006/relationships/customXml" Target="../ink/ink1663.xml"/><Relationship Id="rId420" Type="http://schemas.openxmlformats.org/officeDocument/2006/relationships/image" Target="../media/image1252.png"/><Relationship Id="rId255" Type="http://schemas.openxmlformats.org/officeDocument/2006/relationships/customXml" Target="../ink/ink1684.xml"/><Relationship Id="rId297" Type="http://schemas.openxmlformats.org/officeDocument/2006/relationships/image" Target="../media/image1193.png"/><Relationship Id="rId462" Type="http://schemas.openxmlformats.org/officeDocument/2006/relationships/customXml" Target="../ink/ink1789.xml"/><Relationship Id="rId115" Type="http://schemas.openxmlformats.org/officeDocument/2006/relationships/customXml" Target="../ink/ink1613.xml"/><Relationship Id="rId157" Type="http://schemas.openxmlformats.org/officeDocument/2006/relationships/image" Target="../media/image1139.png"/><Relationship Id="rId322" Type="http://schemas.openxmlformats.org/officeDocument/2006/relationships/customXml" Target="../ink/ink1718.xml"/><Relationship Id="rId364" Type="http://schemas.openxmlformats.org/officeDocument/2006/relationships/customXml" Target="../ink/ink1739.xml"/><Relationship Id="rId61" Type="http://schemas.openxmlformats.org/officeDocument/2006/relationships/customXml" Target="../ink/ink1591.xml"/><Relationship Id="rId199" Type="http://schemas.openxmlformats.org/officeDocument/2006/relationships/customXml" Target="../ink/ink1656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67.xml"/><Relationship Id="rId21" Type="http://schemas.openxmlformats.org/officeDocument/2006/relationships/customXml" Target="../ink/ink1819.xml"/><Relationship Id="rId42" Type="http://schemas.openxmlformats.org/officeDocument/2006/relationships/image" Target="../media/image1315.png"/><Relationship Id="rId63" Type="http://schemas.openxmlformats.org/officeDocument/2006/relationships/customXml" Target="../ink/ink1840.xml"/><Relationship Id="rId84" Type="http://schemas.openxmlformats.org/officeDocument/2006/relationships/image" Target="../media/image1336.png"/><Relationship Id="rId138" Type="http://schemas.openxmlformats.org/officeDocument/2006/relationships/image" Target="../media/image1363.png"/><Relationship Id="rId159" Type="http://schemas.openxmlformats.org/officeDocument/2006/relationships/customXml" Target="../ink/ink1888.xml"/><Relationship Id="rId170" Type="http://schemas.openxmlformats.org/officeDocument/2006/relationships/image" Target="../media/image1379.png"/><Relationship Id="rId191" Type="http://schemas.openxmlformats.org/officeDocument/2006/relationships/customXml" Target="../ink/ink1904.xml"/><Relationship Id="rId205" Type="http://schemas.openxmlformats.org/officeDocument/2006/relationships/customXml" Target="../ink/ink1911.xml"/><Relationship Id="rId107" Type="http://schemas.openxmlformats.org/officeDocument/2006/relationships/customXml" Target="../ink/ink1862.xml"/><Relationship Id="rId11" Type="http://schemas.openxmlformats.org/officeDocument/2006/relationships/customXml" Target="../ink/ink1814.xml"/><Relationship Id="rId32" Type="http://schemas.openxmlformats.org/officeDocument/2006/relationships/image" Target="../media/image1309.png"/><Relationship Id="rId53" Type="http://schemas.openxmlformats.org/officeDocument/2006/relationships/customXml" Target="../ink/ink1835.xml"/><Relationship Id="rId74" Type="http://schemas.openxmlformats.org/officeDocument/2006/relationships/image" Target="../media/image1331.png"/><Relationship Id="rId128" Type="http://schemas.openxmlformats.org/officeDocument/2006/relationships/image" Target="../media/image1358.png"/><Relationship Id="rId149" Type="http://schemas.openxmlformats.org/officeDocument/2006/relationships/customXml" Target="../ink/ink1883.xml"/><Relationship Id="rId5" Type="http://schemas.openxmlformats.org/officeDocument/2006/relationships/customXml" Target="../ink/ink1811.xml"/><Relationship Id="rId95" Type="http://schemas.openxmlformats.org/officeDocument/2006/relationships/customXml" Target="../ink/ink1856.xml"/><Relationship Id="rId160" Type="http://schemas.openxmlformats.org/officeDocument/2006/relationships/image" Target="../media/image1374.png"/><Relationship Id="rId181" Type="http://schemas.openxmlformats.org/officeDocument/2006/relationships/customXml" Target="../ink/ink1899.xml"/><Relationship Id="rId22" Type="http://schemas.openxmlformats.org/officeDocument/2006/relationships/image" Target="../media/image1304.png"/><Relationship Id="rId43" Type="http://schemas.openxmlformats.org/officeDocument/2006/relationships/customXml" Target="../ink/ink1830.xml"/><Relationship Id="rId64" Type="http://schemas.openxmlformats.org/officeDocument/2006/relationships/image" Target="../media/image1326.png"/><Relationship Id="rId118" Type="http://schemas.openxmlformats.org/officeDocument/2006/relationships/image" Target="../media/image1353.png"/><Relationship Id="rId139" Type="http://schemas.openxmlformats.org/officeDocument/2006/relationships/customXml" Target="../ink/ink1878.xml"/><Relationship Id="rId85" Type="http://schemas.openxmlformats.org/officeDocument/2006/relationships/customXml" Target="../ink/ink1851.xml"/><Relationship Id="rId150" Type="http://schemas.openxmlformats.org/officeDocument/2006/relationships/image" Target="../media/image1369.png"/><Relationship Id="rId171" Type="http://schemas.openxmlformats.org/officeDocument/2006/relationships/customXml" Target="../ink/ink1894.xml"/><Relationship Id="rId192" Type="http://schemas.openxmlformats.org/officeDocument/2006/relationships/image" Target="../media/image1390.png"/><Relationship Id="rId206" Type="http://schemas.openxmlformats.org/officeDocument/2006/relationships/image" Target="../media/image1397.png"/><Relationship Id="rId12" Type="http://schemas.openxmlformats.org/officeDocument/2006/relationships/image" Target="../media/image1299.png"/><Relationship Id="rId33" Type="http://schemas.openxmlformats.org/officeDocument/2006/relationships/customXml" Target="../ink/ink1825.xml"/><Relationship Id="rId108" Type="http://schemas.openxmlformats.org/officeDocument/2006/relationships/image" Target="../media/image1348.png"/><Relationship Id="rId129" Type="http://schemas.openxmlformats.org/officeDocument/2006/relationships/customXml" Target="../ink/ink1873.xml"/><Relationship Id="rId54" Type="http://schemas.openxmlformats.org/officeDocument/2006/relationships/image" Target="../media/image1321.png"/><Relationship Id="rId75" Type="http://schemas.openxmlformats.org/officeDocument/2006/relationships/customXml" Target="../ink/ink1846.xml"/><Relationship Id="rId96" Type="http://schemas.openxmlformats.org/officeDocument/2006/relationships/image" Target="../media/image1342.png"/><Relationship Id="rId140" Type="http://schemas.openxmlformats.org/officeDocument/2006/relationships/image" Target="../media/image1364.png"/><Relationship Id="rId161" Type="http://schemas.openxmlformats.org/officeDocument/2006/relationships/customXml" Target="../ink/ink1889.xml"/><Relationship Id="rId182" Type="http://schemas.openxmlformats.org/officeDocument/2006/relationships/image" Target="../media/image1385.png"/><Relationship Id="rId6" Type="http://schemas.openxmlformats.org/officeDocument/2006/relationships/image" Target="../media/image1296.png"/><Relationship Id="rId23" Type="http://schemas.openxmlformats.org/officeDocument/2006/relationships/customXml" Target="../ink/ink1820.xml"/><Relationship Id="rId119" Type="http://schemas.openxmlformats.org/officeDocument/2006/relationships/customXml" Target="../ink/ink1868.xml"/><Relationship Id="rId44" Type="http://schemas.openxmlformats.org/officeDocument/2006/relationships/image" Target="../media/image1316.png"/><Relationship Id="rId65" Type="http://schemas.openxmlformats.org/officeDocument/2006/relationships/customXml" Target="../ink/ink1841.xml"/><Relationship Id="rId86" Type="http://schemas.openxmlformats.org/officeDocument/2006/relationships/image" Target="../media/image1337.png"/><Relationship Id="rId130" Type="http://schemas.openxmlformats.org/officeDocument/2006/relationships/image" Target="../media/image1359.png"/><Relationship Id="rId151" Type="http://schemas.openxmlformats.org/officeDocument/2006/relationships/customXml" Target="../ink/ink1884.xml"/><Relationship Id="rId172" Type="http://schemas.openxmlformats.org/officeDocument/2006/relationships/image" Target="../media/image1380.png"/><Relationship Id="rId193" Type="http://schemas.openxmlformats.org/officeDocument/2006/relationships/customXml" Target="../ink/ink1905.xml"/><Relationship Id="rId207" Type="http://schemas.openxmlformats.org/officeDocument/2006/relationships/customXml" Target="../ink/ink1912.xml"/><Relationship Id="rId13" Type="http://schemas.openxmlformats.org/officeDocument/2006/relationships/customXml" Target="../ink/ink1815.xml"/><Relationship Id="rId109" Type="http://schemas.openxmlformats.org/officeDocument/2006/relationships/customXml" Target="../ink/ink1863.xml"/><Relationship Id="rId34" Type="http://schemas.openxmlformats.org/officeDocument/2006/relationships/image" Target="../media/image1311.png"/><Relationship Id="rId55" Type="http://schemas.openxmlformats.org/officeDocument/2006/relationships/customXml" Target="../ink/ink1836.xml"/><Relationship Id="rId76" Type="http://schemas.openxmlformats.org/officeDocument/2006/relationships/image" Target="../media/image1332.png"/><Relationship Id="rId97" Type="http://schemas.openxmlformats.org/officeDocument/2006/relationships/customXml" Target="../ink/ink1857.xml"/><Relationship Id="rId120" Type="http://schemas.openxmlformats.org/officeDocument/2006/relationships/image" Target="../media/image1354.png"/><Relationship Id="rId141" Type="http://schemas.openxmlformats.org/officeDocument/2006/relationships/customXml" Target="../ink/ink1879.xml"/><Relationship Id="rId7" Type="http://schemas.openxmlformats.org/officeDocument/2006/relationships/customXml" Target="../ink/ink1812.xml"/><Relationship Id="rId162" Type="http://schemas.openxmlformats.org/officeDocument/2006/relationships/image" Target="../media/image1375.png"/><Relationship Id="rId183" Type="http://schemas.openxmlformats.org/officeDocument/2006/relationships/customXml" Target="../ink/ink1900.xml"/><Relationship Id="rId24" Type="http://schemas.openxmlformats.org/officeDocument/2006/relationships/image" Target="../media/image1305.png"/><Relationship Id="rId45" Type="http://schemas.openxmlformats.org/officeDocument/2006/relationships/customXml" Target="../ink/ink1831.xml"/><Relationship Id="rId66" Type="http://schemas.openxmlformats.org/officeDocument/2006/relationships/image" Target="../media/image1327.png"/><Relationship Id="rId87" Type="http://schemas.openxmlformats.org/officeDocument/2006/relationships/customXml" Target="../ink/ink1852.xml"/><Relationship Id="rId110" Type="http://schemas.openxmlformats.org/officeDocument/2006/relationships/image" Target="../media/image1349.png"/><Relationship Id="rId131" Type="http://schemas.openxmlformats.org/officeDocument/2006/relationships/customXml" Target="../ink/ink1874.xml"/><Relationship Id="rId61" Type="http://schemas.openxmlformats.org/officeDocument/2006/relationships/customXml" Target="../ink/ink1839.xml"/><Relationship Id="rId82" Type="http://schemas.openxmlformats.org/officeDocument/2006/relationships/image" Target="../media/image1335.png"/><Relationship Id="rId152" Type="http://schemas.openxmlformats.org/officeDocument/2006/relationships/image" Target="../media/image1370.png"/><Relationship Id="rId173" Type="http://schemas.openxmlformats.org/officeDocument/2006/relationships/customXml" Target="../ink/ink1895.xml"/><Relationship Id="rId194" Type="http://schemas.openxmlformats.org/officeDocument/2006/relationships/image" Target="../media/image1391.png"/><Relationship Id="rId199" Type="http://schemas.openxmlformats.org/officeDocument/2006/relationships/customXml" Target="../ink/ink1908.xml"/><Relationship Id="rId203" Type="http://schemas.openxmlformats.org/officeDocument/2006/relationships/customXml" Target="../ink/ink1910.xml"/><Relationship Id="rId208" Type="http://schemas.openxmlformats.org/officeDocument/2006/relationships/image" Target="../media/image1398.png"/><Relationship Id="rId19" Type="http://schemas.openxmlformats.org/officeDocument/2006/relationships/customXml" Target="../ink/ink1818.xml"/><Relationship Id="rId14" Type="http://schemas.openxmlformats.org/officeDocument/2006/relationships/image" Target="../media/image1300.png"/><Relationship Id="rId30" Type="http://schemas.openxmlformats.org/officeDocument/2006/relationships/image" Target="../media/image1308.png"/><Relationship Id="rId35" Type="http://schemas.openxmlformats.org/officeDocument/2006/relationships/customXml" Target="../ink/ink1826.xml"/><Relationship Id="rId56" Type="http://schemas.openxmlformats.org/officeDocument/2006/relationships/image" Target="../media/image1322.png"/><Relationship Id="rId77" Type="http://schemas.openxmlformats.org/officeDocument/2006/relationships/customXml" Target="../ink/ink1847.xml"/><Relationship Id="rId100" Type="http://schemas.openxmlformats.org/officeDocument/2006/relationships/image" Target="../media/image1344.png"/><Relationship Id="rId105" Type="http://schemas.openxmlformats.org/officeDocument/2006/relationships/customXml" Target="../ink/ink1861.xml"/><Relationship Id="rId126" Type="http://schemas.openxmlformats.org/officeDocument/2006/relationships/image" Target="../media/image1357.png"/><Relationship Id="rId147" Type="http://schemas.openxmlformats.org/officeDocument/2006/relationships/customXml" Target="../ink/ink1882.xml"/><Relationship Id="rId168" Type="http://schemas.openxmlformats.org/officeDocument/2006/relationships/image" Target="../media/image1378.png"/><Relationship Id="rId8" Type="http://schemas.openxmlformats.org/officeDocument/2006/relationships/image" Target="../media/image1297.png"/><Relationship Id="rId51" Type="http://schemas.openxmlformats.org/officeDocument/2006/relationships/customXml" Target="../ink/ink1834.xml"/><Relationship Id="rId72" Type="http://schemas.openxmlformats.org/officeDocument/2006/relationships/image" Target="../media/image1330.png"/><Relationship Id="rId93" Type="http://schemas.openxmlformats.org/officeDocument/2006/relationships/customXml" Target="../ink/ink1855.xml"/><Relationship Id="rId98" Type="http://schemas.openxmlformats.org/officeDocument/2006/relationships/image" Target="../media/image1343.png"/><Relationship Id="rId121" Type="http://schemas.openxmlformats.org/officeDocument/2006/relationships/customXml" Target="../ink/ink1869.xml"/><Relationship Id="rId142" Type="http://schemas.openxmlformats.org/officeDocument/2006/relationships/image" Target="../media/image1365.png"/><Relationship Id="rId163" Type="http://schemas.openxmlformats.org/officeDocument/2006/relationships/customXml" Target="../ink/ink1890.xml"/><Relationship Id="rId184" Type="http://schemas.openxmlformats.org/officeDocument/2006/relationships/image" Target="../media/image1386.png"/><Relationship Id="rId189" Type="http://schemas.openxmlformats.org/officeDocument/2006/relationships/customXml" Target="../ink/ink1903.xml"/><Relationship Id="rId3" Type="http://schemas.openxmlformats.org/officeDocument/2006/relationships/image" Target="../media/image13.emf"/><Relationship Id="rId25" Type="http://schemas.openxmlformats.org/officeDocument/2006/relationships/customXml" Target="../ink/ink1821.xml"/><Relationship Id="rId46" Type="http://schemas.openxmlformats.org/officeDocument/2006/relationships/image" Target="../media/image1317.png"/><Relationship Id="rId67" Type="http://schemas.openxmlformats.org/officeDocument/2006/relationships/customXml" Target="../ink/ink1842.xml"/><Relationship Id="rId116" Type="http://schemas.openxmlformats.org/officeDocument/2006/relationships/image" Target="../media/image1352.png"/><Relationship Id="rId137" Type="http://schemas.openxmlformats.org/officeDocument/2006/relationships/customXml" Target="../ink/ink1877.xml"/><Relationship Id="rId158" Type="http://schemas.openxmlformats.org/officeDocument/2006/relationships/image" Target="../media/image1373.png"/><Relationship Id="rId20" Type="http://schemas.openxmlformats.org/officeDocument/2006/relationships/image" Target="../media/image1303.png"/><Relationship Id="rId41" Type="http://schemas.openxmlformats.org/officeDocument/2006/relationships/customXml" Target="../ink/ink1829.xml"/><Relationship Id="rId62" Type="http://schemas.openxmlformats.org/officeDocument/2006/relationships/image" Target="../media/image1325.png"/><Relationship Id="rId83" Type="http://schemas.openxmlformats.org/officeDocument/2006/relationships/customXml" Target="../ink/ink1850.xml"/><Relationship Id="rId88" Type="http://schemas.openxmlformats.org/officeDocument/2006/relationships/image" Target="../media/image1338.png"/><Relationship Id="rId111" Type="http://schemas.openxmlformats.org/officeDocument/2006/relationships/customXml" Target="../ink/ink1864.xml"/><Relationship Id="rId132" Type="http://schemas.openxmlformats.org/officeDocument/2006/relationships/image" Target="../media/image1360.png"/><Relationship Id="rId153" Type="http://schemas.openxmlformats.org/officeDocument/2006/relationships/customXml" Target="../ink/ink1885.xml"/><Relationship Id="rId174" Type="http://schemas.openxmlformats.org/officeDocument/2006/relationships/image" Target="../media/image1381.png"/><Relationship Id="rId179" Type="http://schemas.openxmlformats.org/officeDocument/2006/relationships/customXml" Target="../ink/ink1898.xml"/><Relationship Id="rId195" Type="http://schemas.openxmlformats.org/officeDocument/2006/relationships/customXml" Target="../ink/ink1906.xml"/><Relationship Id="rId209" Type="http://schemas.openxmlformats.org/officeDocument/2006/relationships/customXml" Target="../ink/ink1913.xml"/><Relationship Id="rId190" Type="http://schemas.openxmlformats.org/officeDocument/2006/relationships/image" Target="../media/image1389.png"/><Relationship Id="rId204" Type="http://schemas.openxmlformats.org/officeDocument/2006/relationships/image" Target="../media/image1396.png"/><Relationship Id="rId15" Type="http://schemas.openxmlformats.org/officeDocument/2006/relationships/customXml" Target="../ink/ink1816.xml"/><Relationship Id="rId36" Type="http://schemas.openxmlformats.org/officeDocument/2006/relationships/image" Target="../media/image1312.png"/><Relationship Id="rId57" Type="http://schemas.openxmlformats.org/officeDocument/2006/relationships/customXml" Target="../ink/ink1837.xml"/><Relationship Id="rId106" Type="http://schemas.openxmlformats.org/officeDocument/2006/relationships/image" Target="../media/image1347.png"/><Relationship Id="rId127" Type="http://schemas.openxmlformats.org/officeDocument/2006/relationships/customXml" Target="../ink/ink1872.xml"/><Relationship Id="rId10" Type="http://schemas.openxmlformats.org/officeDocument/2006/relationships/image" Target="../media/image1298.png"/><Relationship Id="rId31" Type="http://schemas.openxmlformats.org/officeDocument/2006/relationships/customXml" Target="../ink/ink1824.xml"/><Relationship Id="rId52" Type="http://schemas.openxmlformats.org/officeDocument/2006/relationships/image" Target="../media/image1320.png"/><Relationship Id="rId73" Type="http://schemas.openxmlformats.org/officeDocument/2006/relationships/customXml" Target="../ink/ink1845.xml"/><Relationship Id="rId78" Type="http://schemas.openxmlformats.org/officeDocument/2006/relationships/image" Target="../media/image1333.png"/><Relationship Id="rId94" Type="http://schemas.openxmlformats.org/officeDocument/2006/relationships/image" Target="../media/image1341.png"/><Relationship Id="rId99" Type="http://schemas.openxmlformats.org/officeDocument/2006/relationships/customXml" Target="../ink/ink1858.xml"/><Relationship Id="rId101" Type="http://schemas.openxmlformats.org/officeDocument/2006/relationships/customXml" Target="../ink/ink1859.xml"/><Relationship Id="rId122" Type="http://schemas.openxmlformats.org/officeDocument/2006/relationships/image" Target="../media/image1355.png"/><Relationship Id="rId143" Type="http://schemas.openxmlformats.org/officeDocument/2006/relationships/customXml" Target="../ink/ink1880.xml"/><Relationship Id="rId148" Type="http://schemas.openxmlformats.org/officeDocument/2006/relationships/image" Target="../media/image1368.png"/><Relationship Id="rId164" Type="http://schemas.openxmlformats.org/officeDocument/2006/relationships/image" Target="../media/image1376.png"/><Relationship Id="rId169" Type="http://schemas.openxmlformats.org/officeDocument/2006/relationships/customXml" Target="../ink/ink1893.xml"/><Relationship Id="rId185" Type="http://schemas.openxmlformats.org/officeDocument/2006/relationships/customXml" Target="../ink/ink1901.xml"/><Relationship Id="rId4" Type="http://schemas.openxmlformats.org/officeDocument/2006/relationships/image" Target="../media/image14.emf"/><Relationship Id="rId9" Type="http://schemas.openxmlformats.org/officeDocument/2006/relationships/customXml" Target="../ink/ink1813.xml"/><Relationship Id="rId180" Type="http://schemas.openxmlformats.org/officeDocument/2006/relationships/image" Target="../media/image1384.png"/><Relationship Id="rId210" Type="http://schemas.openxmlformats.org/officeDocument/2006/relationships/image" Target="../media/image1399.png"/><Relationship Id="rId26" Type="http://schemas.openxmlformats.org/officeDocument/2006/relationships/image" Target="../media/image1306.png"/><Relationship Id="rId47" Type="http://schemas.openxmlformats.org/officeDocument/2006/relationships/customXml" Target="../ink/ink1832.xml"/><Relationship Id="rId68" Type="http://schemas.openxmlformats.org/officeDocument/2006/relationships/image" Target="../media/image1328.png"/><Relationship Id="rId89" Type="http://schemas.openxmlformats.org/officeDocument/2006/relationships/customXml" Target="../ink/ink1853.xml"/><Relationship Id="rId112" Type="http://schemas.openxmlformats.org/officeDocument/2006/relationships/image" Target="../media/image1350.png"/><Relationship Id="rId133" Type="http://schemas.openxmlformats.org/officeDocument/2006/relationships/customXml" Target="../ink/ink1875.xml"/><Relationship Id="rId154" Type="http://schemas.openxmlformats.org/officeDocument/2006/relationships/image" Target="../media/image1371.png"/><Relationship Id="rId175" Type="http://schemas.openxmlformats.org/officeDocument/2006/relationships/customXml" Target="../ink/ink1896.xml"/><Relationship Id="rId196" Type="http://schemas.openxmlformats.org/officeDocument/2006/relationships/image" Target="../media/image1392.png"/><Relationship Id="rId200" Type="http://schemas.openxmlformats.org/officeDocument/2006/relationships/image" Target="../media/image1394.png"/><Relationship Id="rId16" Type="http://schemas.openxmlformats.org/officeDocument/2006/relationships/image" Target="../media/image1301.png"/><Relationship Id="rId37" Type="http://schemas.openxmlformats.org/officeDocument/2006/relationships/customXml" Target="../ink/ink1827.xml"/><Relationship Id="rId58" Type="http://schemas.openxmlformats.org/officeDocument/2006/relationships/image" Target="../media/image1323.png"/><Relationship Id="rId79" Type="http://schemas.openxmlformats.org/officeDocument/2006/relationships/customXml" Target="../ink/ink1848.xml"/><Relationship Id="rId102" Type="http://schemas.openxmlformats.org/officeDocument/2006/relationships/image" Target="../media/image1345.png"/><Relationship Id="rId123" Type="http://schemas.openxmlformats.org/officeDocument/2006/relationships/customXml" Target="../ink/ink1870.xml"/><Relationship Id="rId144" Type="http://schemas.openxmlformats.org/officeDocument/2006/relationships/image" Target="../media/image1366.png"/><Relationship Id="rId90" Type="http://schemas.openxmlformats.org/officeDocument/2006/relationships/image" Target="../media/image1339.png"/><Relationship Id="rId165" Type="http://schemas.openxmlformats.org/officeDocument/2006/relationships/customXml" Target="../ink/ink1891.xml"/><Relationship Id="rId186" Type="http://schemas.openxmlformats.org/officeDocument/2006/relationships/image" Target="../media/image1387.png"/><Relationship Id="rId211" Type="http://schemas.openxmlformats.org/officeDocument/2006/relationships/customXml" Target="../ink/ink1914.xml"/><Relationship Id="rId27" Type="http://schemas.openxmlformats.org/officeDocument/2006/relationships/customXml" Target="../ink/ink1822.xml"/><Relationship Id="rId48" Type="http://schemas.openxmlformats.org/officeDocument/2006/relationships/image" Target="../media/image1318.png"/><Relationship Id="rId69" Type="http://schemas.openxmlformats.org/officeDocument/2006/relationships/customXml" Target="../ink/ink1843.xml"/><Relationship Id="rId113" Type="http://schemas.openxmlformats.org/officeDocument/2006/relationships/customXml" Target="../ink/ink1865.xml"/><Relationship Id="rId134" Type="http://schemas.openxmlformats.org/officeDocument/2006/relationships/image" Target="../media/image1361.png"/><Relationship Id="rId80" Type="http://schemas.openxmlformats.org/officeDocument/2006/relationships/image" Target="../media/image1334.png"/><Relationship Id="rId155" Type="http://schemas.openxmlformats.org/officeDocument/2006/relationships/customXml" Target="../ink/ink1886.xml"/><Relationship Id="rId176" Type="http://schemas.openxmlformats.org/officeDocument/2006/relationships/image" Target="../media/image1382.png"/><Relationship Id="rId197" Type="http://schemas.openxmlformats.org/officeDocument/2006/relationships/customXml" Target="../ink/ink1907.xml"/><Relationship Id="rId201" Type="http://schemas.openxmlformats.org/officeDocument/2006/relationships/customXml" Target="../ink/ink1909.xml"/><Relationship Id="rId17" Type="http://schemas.openxmlformats.org/officeDocument/2006/relationships/customXml" Target="../ink/ink1817.xml"/><Relationship Id="rId38" Type="http://schemas.openxmlformats.org/officeDocument/2006/relationships/image" Target="../media/image1313.png"/><Relationship Id="rId59" Type="http://schemas.openxmlformats.org/officeDocument/2006/relationships/customXml" Target="../ink/ink1838.xml"/><Relationship Id="rId103" Type="http://schemas.openxmlformats.org/officeDocument/2006/relationships/customXml" Target="../ink/ink1860.xml"/><Relationship Id="rId124" Type="http://schemas.openxmlformats.org/officeDocument/2006/relationships/image" Target="../media/image1356.png"/><Relationship Id="rId70" Type="http://schemas.openxmlformats.org/officeDocument/2006/relationships/image" Target="../media/image1329.png"/><Relationship Id="rId91" Type="http://schemas.openxmlformats.org/officeDocument/2006/relationships/customXml" Target="../ink/ink1854.xml"/><Relationship Id="rId145" Type="http://schemas.openxmlformats.org/officeDocument/2006/relationships/customXml" Target="../ink/ink1881.xml"/><Relationship Id="rId166" Type="http://schemas.openxmlformats.org/officeDocument/2006/relationships/image" Target="../media/image1377.png"/><Relationship Id="rId187" Type="http://schemas.openxmlformats.org/officeDocument/2006/relationships/customXml" Target="../ink/ink190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400.png"/><Relationship Id="rId28" Type="http://schemas.openxmlformats.org/officeDocument/2006/relationships/image" Target="../media/image1307.png"/><Relationship Id="rId49" Type="http://schemas.openxmlformats.org/officeDocument/2006/relationships/customXml" Target="../ink/ink1833.xml"/><Relationship Id="rId114" Type="http://schemas.openxmlformats.org/officeDocument/2006/relationships/image" Target="../media/image1351.png"/><Relationship Id="rId60" Type="http://schemas.openxmlformats.org/officeDocument/2006/relationships/image" Target="../media/image1324.png"/><Relationship Id="rId81" Type="http://schemas.openxmlformats.org/officeDocument/2006/relationships/customXml" Target="../ink/ink1849.xml"/><Relationship Id="rId135" Type="http://schemas.openxmlformats.org/officeDocument/2006/relationships/customXml" Target="../ink/ink1876.xml"/><Relationship Id="rId156" Type="http://schemas.openxmlformats.org/officeDocument/2006/relationships/image" Target="../media/image1372.png"/><Relationship Id="rId177" Type="http://schemas.openxmlformats.org/officeDocument/2006/relationships/customXml" Target="../ink/ink1897.xml"/><Relationship Id="rId198" Type="http://schemas.openxmlformats.org/officeDocument/2006/relationships/image" Target="../media/image1393.png"/><Relationship Id="rId202" Type="http://schemas.openxmlformats.org/officeDocument/2006/relationships/image" Target="../media/image1395.png"/><Relationship Id="rId18" Type="http://schemas.openxmlformats.org/officeDocument/2006/relationships/image" Target="../media/image1302.png"/><Relationship Id="rId39" Type="http://schemas.openxmlformats.org/officeDocument/2006/relationships/customXml" Target="../ink/ink1828.xml"/><Relationship Id="rId50" Type="http://schemas.openxmlformats.org/officeDocument/2006/relationships/image" Target="../media/image1319.png"/><Relationship Id="rId104" Type="http://schemas.openxmlformats.org/officeDocument/2006/relationships/image" Target="../media/image1346.png"/><Relationship Id="rId125" Type="http://schemas.openxmlformats.org/officeDocument/2006/relationships/customXml" Target="../ink/ink1871.xml"/><Relationship Id="rId146" Type="http://schemas.openxmlformats.org/officeDocument/2006/relationships/image" Target="../media/image1367.png"/><Relationship Id="rId167" Type="http://schemas.openxmlformats.org/officeDocument/2006/relationships/customXml" Target="../ink/ink1892.xml"/><Relationship Id="rId188" Type="http://schemas.openxmlformats.org/officeDocument/2006/relationships/image" Target="../media/image1388.png"/><Relationship Id="rId71" Type="http://schemas.openxmlformats.org/officeDocument/2006/relationships/customXml" Target="../ink/ink1844.xml"/><Relationship Id="rId92" Type="http://schemas.openxmlformats.org/officeDocument/2006/relationships/image" Target="../media/image1340.png"/><Relationship Id="rId2" Type="http://schemas.openxmlformats.org/officeDocument/2006/relationships/image" Target="../media/image12.emf"/><Relationship Id="rId29" Type="http://schemas.openxmlformats.org/officeDocument/2006/relationships/customXml" Target="../ink/ink1823.xml"/><Relationship Id="rId40" Type="http://schemas.openxmlformats.org/officeDocument/2006/relationships/image" Target="../media/image1314.png"/><Relationship Id="rId115" Type="http://schemas.openxmlformats.org/officeDocument/2006/relationships/customXml" Target="../ink/ink1866.xml"/><Relationship Id="rId136" Type="http://schemas.openxmlformats.org/officeDocument/2006/relationships/image" Target="../media/image1362.png"/><Relationship Id="rId157" Type="http://schemas.openxmlformats.org/officeDocument/2006/relationships/customXml" Target="../ink/ink1887.xml"/><Relationship Id="rId178" Type="http://schemas.openxmlformats.org/officeDocument/2006/relationships/image" Target="../media/image13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C2B29-9F5C-4590-8DC6-B156284787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Lugar Geométrico das Raízes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95E410-9869-4584-B903-131292BCD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Propriedades</a:t>
            </a:r>
          </a:p>
        </p:txBody>
      </p:sp>
    </p:spTree>
    <p:extLst>
      <p:ext uri="{BB962C8B-B14F-4D97-AF65-F5344CB8AC3E}">
        <p14:creationId xmlns:p14="http://schemas.microsoft.com/office/powerpoint/2010/main" val="158465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4744ADA-EB23-4B04-A291-0652ED78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2511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Propriedades do LGR. Deduzidas pelas Condições de Ângulo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4EEBDCF0-15CF-4F60-BCDA-6C368220A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746" y="1846213"/>
            <a:ext cx="8688207" cy="4222078"/>
          </a:xfrm>
          <a:prstGeom prst="rect">
            <a:avLst/>
          </a:prstGeo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B609983-85DB-49C7-BF3F-052F16F8A8AD}"/>
              </a:ext>
            </a:extLst>
          </p:cNvPr>
          <p:cNvGrpSpPr/>
          <p:nvPr/>
        </p:nvGrpSpPr>
        <p:grpSpPr>
          <a:xfrm>
            <a:off x="5028622" y="830564"/>
            <a:ext cx="360" cy="360"/>
            <a:chOff x="5028622" y="830564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66FC23E0-5494-4D68-BA19-3B394EF4AE8E}"/>
                    </a:ext>
                  </a:extLst>
                </p14:cNvPr>
                <p14:cNvContentPartPr/>
                <p14:nvPr/>
              </p14:nvContentPartPr>
              <p14:xfrm>
                <a:off x="5028622" y="830564"/>
                <a:ext cx="360" cy="36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66FC23E0-5494-4D68-BA19-3B394EF4AE8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10982" y="8129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D3163254-BCF8-4F2A-8F7D-2576BE02FE43}"/>
                    </a:ext>
                  </a:extLst>
                </p14:cNvPr>
                <p14:cNvContentPartPr/>
                <p14:nvPr/>
              </p14:nvContentPartPr>
              <p14:xfrm>
                <a:off x="5028622" y="830564"/>
                <a:ext cx="360" cy="36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D3163254-BCF8-4F2A-8F7D-2576BE02FE4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10982" y="8129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1655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9D9E3-7183-49FD-84A5-BAE3089D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9384"/>
          </a:xfrm>
        </p:spPr>
        <p:txBody>
          <a:bodyPr>
            <a:normAutofit/>
          </a:bodyPr>
          <a:lstStyle/>
          <a:p>
            <a:r>
              <a:rPr lang="pt-BR" sz="3200" dirty="0"/>
              <a:t>Condições de ângulo em função dos polos e zeros de F(S).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8197014-0B72-481F-A820-62E6CA5D0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94510"/>
            <a:ext cx="6013883" cy="311282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01EF92-E106-4E1E-B85D-59B1D5504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91860"/>
            <a:ext cx="5347269" cy="1371630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8D966D45-1940-458D-AA47-81A2E2F9FFBF}"/>
              </a:ext>
            </a:extLst>
          </p:cNvPr>
          <p:cNvGrpSpPr/>
          <p:nvPr/>
        </p:nvGrpSpPr>
        <p:grpSpPr>
          <a:xfrm>
            <a:off x="7671780" y="2177130"/>
            <a:ext cx="104400" cy="41760"/>
            <a:chOff x="7671780" y="2177130"/>
            <a:chExt cx="104400" cy="4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38C628CC-610A-4182-944F-168116C04AB2}"/>
                    </a:ext>
                  </a:extLst>
                </p14:cNvPr>
                <p14:cNvContentPartPr/>
                <p14:nvPr/>
              </p14:nvContentPartPr>
              <p14:xfrm>
                <a:off x="7713540" y="2185410"/>
                <a:ext cx="3960" cy="72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38C628CC-610A-4182-944F-168116C04A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04900" y="2176770"/>
                  <a:ext cx="216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285F6671-8C15-4656-AE5F-763740FEFBAD}"/>
                    </a:ext>
                  </a:extLst>
                </p14:cNvPr>
                <p14:cNvContentPartPr/>
                <p14:nvPr/>
              </p14:nvContentPartPr>
              <p14:xfrm>
                <a:off x="7740900" y="2177130"/>
                <a:ext cx="35280" cy="4176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285F6671-8C15-4656-AE5F-763740FEFBA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32260" y="2168130"/>
                  <a:ext cx="52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EC583DBE-40F1-4507-825F-1E90EC32206E}"/>
                    </a:ext>
                  </a:extLst>
                </p14:cNvPr>
                <p14:cNvContentPartPr/>
                <p14:nvPr/>
              </p14:nvContentPartPr>
              <p14:xfrm>
                <a:off x="7671780" y="2185410"/>
                <a:ext cx="10440" cy="828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EC583DBE-40F1-4507-825F-1E90EC3220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63140" y="2176770"/>
                  <a:ext cx="2808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6141C6D7-A102-4E23-90A1-94F23B75015C}"/>
                  </a:ext>
                </a:extLst>
              </p14:cNvPr>
              <p14:cNvContentPartPr/>
              <p14:nvPr/>
            </p14:nvContentPartPr>
            <p14:xfrm>
              <a:off x="9882540" y="1924050"/>
              <a:ext cx="37440" cy="2700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6141C6D7-A102-4E23-90A1-94F23B75015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73540" y="1915050"/>
                <a:ext cx="55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0153C41B-8FA5-4223-8020-BBDEDB48C626}"/>
                  </a:ext>
                </a:extLst>
              </p14:cNvPr>
              <p14:cNvContentPartPr/>
              <p14:nvPr/>
            </p14:nvContentPartPr>
            <p14:xfrm>
              <a:off x="9388980" y="3364770"/>
              <a:ext cx="14760" cy="1440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0153C41B-8FA5-4223-8020-BBDEDB48C6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79980" y="3355770"/>
                <a:ext cx="3240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5C888D5A-0865-4F34-AAF9-9B183E4A68D3}"/>
                  </a:ext>
                </a:extLst>
              </p14:cNvPr>
              <p14:cNvContentPartPr/>
              <p14:nvPr/>
            </p14:nvContentPartPr>
            <p14:xfrm>
              <a:off x="9386820" y="1939530"/>
              <a:ext cx="516960" cy="1440000"/>
            </p14:xfrm>
          </p:contentPart>
        </mc:Choice>
        <mc:Fallback xmlns=""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5C888D5A-0865-4F34-AAF9-9B183E4A68D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78180" y="1930530"/>
                <a:ext cx="534600" cy="145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A0745CBF-E878-465E-9897-7279F3FAD5D1}"/>
                  </a:ext>
                </a:extLst>
              </p14:cNvPr>
              <p14:cNvContentPartPr/>
              <p14:nvPr/>
            </p14:nvContentPartPr>
            <p14:xfrm>
              <a:off x="10048500" y="1999650"/>
              <a:ext cx="112680" cy="11664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A0745CBF-E878-465E-9897-7279F3FAD5D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39860" y="1990650"/>
                <a:ext cx="1303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92698536-7B3F-454F-A146-03A5E589D4E2}"/>
                  </a:ext>
                </a:extLst>
              </p14:cNvPr>
              <p14:cNvContentPartPr/>
              <p14:nvPr/>
            </p14:nvContentPartPr>
            <p14:xfrm>
              <a:off x="7743060" y="2177130"/>
              <a:ext cx="1436760" cy="1381680"/>
            </p14:xfrm>
          </p:contentPart>
        </mc:Choice>
        <mc:Fallback xmlns=""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92698536-7B3F-454F-A146-03A5E589D4E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34060" y="2168130"/>
                <a:ext cx="1454400" cy="13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A7DA4CA4-7CFB-42D4-A78C-D91262D29383}"/>
                  </a:ext>
                </a:extLst>
              </p14:cNvPr>
              <p14:cNvContentPartPr/>
              <p14:nvPr/>
            </p14:nvContentPartPr>
            <p14:xfrm>
              <a:off x="9296913" y="3364948"/>
              <a:ext cx="95400" cy="24660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A7DA4CA4-7CFB-42D4-A78C-D91262D2938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87913" y="3356308"/>
                <a:ext cx="1130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4780FCF0-B3D1-4493-AF43-22370EB4DE5E}"/>
                  </a:ext>
                </a:extLst>
              </p14:cNvPr>
              <p14:cNvContentPartPr/>
              <p14:nvPr/>
            </p14:nvContentPartPr>
            <p14:xfrm>
              <a:off x="9170193" y="3524068"/>
              <a:ext cx="108000" cy="7740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4780FCF0-B3D1-4493-AF43-22370EB4DE5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161553" y="3515068"/>
                <a:ext cx="1256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81B54F7E-AECD-460B-A3B5-4685FBE86057}"/>
                  </a:ext>
                </a:extLst>
              </p14:cNvPr>
              <p14:cNvContentPartPr/>
              <p14:nvPr/>
            </p14:nvContentPartPr>
            <p14:xfrm>
              <a:off x="9267033" y="3676708"/>
              <a:ext cx="127800" cy="141480"/>
            </p14:xfrm>
          </p:contentPart>
        </mc:Choice>
        <mc:Fallback xmlns=""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81B54F7E-AECD-460B-A3B5-4685FBE8605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258033" y="3668068"/>
                <a:ext cx="1454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A8D37672-70A3-4B3F-B05C-6FDBF1D63D99}"/>
                  </a:ext>
                </a:extLst>
              </p14:cNvPr>
              <p14:cNvContentPartPr/>
              <p14:nvPr/>
            </p14:nvContentPartPr>
            <p14:xfrm>
              <a:off x="7817673" y="2233468"/>
              <a:ext cx="119520" cy="16668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A8D37672-70A3-4B3F-B05C-6FDBF1D63D9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808673" y="2224828"/>
                <a:ext cx="137160" cy="18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Agrupar 53">
            <a:extLst>
              <a:ext uri="{FF2B5EF4-FFF2-40B4-BE49-F238E27FC236}">
                <a16:creationId xmlns:a16="http://schemas.microsoft.com/office/drawing/2014/main" id="{F87DDA9E-2951-41BD-9DDD-C186DAE9B51D}"/>
              </a:ext>
            </a:extLst>
          </p:cNvPr>
          <p:cNvGrpSpPr/>
          <p:nvPr/>
        </p:nvGrpSpPr>
        <p:grpSpPr>
          <a:xfrm>
            <a:off x="8418513" y="1613548"/>
            <a:ext cx="598680" cy="253080"/>
            <a:chOff x="8418513" y="1613548"/>
            <a:chExt cx="59868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D5480C6B-0C5E-49CA-A823-93875BDAEB65}"/>
                    </a:ext>
                  </a:extLst>
                </p14:cNvPr>
                <p14:cNvContentPartPr/>
                <p14:nvPr/>
              </p14:nvContentPartPr>
              <p14:xfrm>
                <a:off x="8418513" y="1723708"/>
                <a:ext cx="163440" cy="14292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D5480C6B-0C5E-49CA-A823-93875BDAEB6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00513" y="1705708"/>
                  <a:ext cx="199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376232ED-DA4C-4C2F-B0C9-7EF4267159B3}"/>
                    </a:ext>
                  </a:extLst>
                </p14:cNvPr>
                <p14:cNvContentPartPr/>
                <p14:nvPr/>
              </p14:nvContentPartPr>
              <p14:xfrm>
                <a:off x="8682033" y="1686628"/>
                <a:ext cx="19080" cy="14292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376232ED-DA4C-4C2F-B0C9-7EF4267159B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64393" y="1668628"/>
                  <a:ext cx="54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C38866BE-FF56-498D-9FB3-7AEB6B03BE90}"/>
                    </a:ext>
                  </a:extLst>
                </p14:cNvPr>
                <p14:cNvContentPartPr/>
                <p14:nvPr/>
              </p14:nvContentPartPr>
              <p14:xfrm>
                <a:off x="8646393" y="1721908"/>
                <a:ext cx="120240" cy="1908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C38866BE-FF56-498D-9FB3-7AEB6B03BE9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28393" y="1703908"/>
                  <a:ext cx="155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4D9A28E5-E5DB-4A37-82EE-69D46529DDEC}"/>
                    </a:ext>
                  </a:extLst>
                </p14:cNvPr>
                <p14:cNvContentPartPr/>
                <p14:nvPr/>
              </p14:nvContentPartPr>
              <p14:xfrm>
                <a:off x="8818113" y="1613548"/>
                <a:ext cx="115920" cy="1774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4D9A28E5-E5DB-4A37-82EE-69D46529DDE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00113" y="1595908"/>
                  <a:ext cx="151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F148DAA5-994F-4EA7-9104-EFD162F4373C}"/>
                    </a:ext>
                  </a:extLst>
                </p14:cNvPr>
                <p14:cNvContentPartPr/>
                <p14:nvPr/>
              </p14:nvContentPartPr>
              <p14:xfrm>
                <a:off x="8984073" y="1730908"/>
                <a:ext cx="33120" cy="9612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F148DAA5-994F-4EA7-9104-EFD162F4373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66073" y="1713268"/>
                  <a:ext cx="68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55E49B8E-E32F-4601-966D-D9916AE07831}"/>
                    </a:ext>
                  </a:extLst>
                </p14:cNvPr>
                <p14:cNvContentPartPr/>
                <p14:nvPr/>
              </p14:nvContentPartPr>
              <p14:xfrm>
                <a:off x="8984073" y="1633348"/>
                <a:ext cx="7200" cy="936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55E49B8E-E32F-4601-966D-D9916AE078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66073" y="1615348"/>
                  <a:ext cx="4284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361EE045-1954-49CA-892E-C73AE960A6DF}"/>
                  </a:ext>
                </a:extLst>
              </p14:cNvPr>
              <p14:cNvContentPartPr/>
              <p14:nvPr/>
            </p14:nvContentPartPr>
            <p14:xfrm>
              <a:off x="7767633" y="2192428"/>
              <a:ext cx="39600" cy="2412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361EE045-1954-49CA-892E-C73AE960A6D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49993" y="2174428"/>
                <a:ext cx="752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2ED25242-5232-4667-B17B-ED15BAF0F61E}"/>
                  </a:ext>
                </a:extLst>
              </p14:cNvPr>
              <p14:cNvContentPartPr/>
              <p14:nvPr/>
            </p14:nvContentPartPr>
            <p14:xfrm>
              <a:off x="7785273" y="2183428"/>
              <a:ext cx="1516680" cy="1429920"/>
            </p14:xfrm>
          </p:contentPart>
        </mc:Choice>
        <mc:Fallback xmlns=""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2ED25242-5232-4667-B17B-ED15BAF0F61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67273" y="2165788"/>
                <a:ext cx="1552320" cy="146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576A3BD3-58EC-4AFB-B3AE-BC93A51BF247}"/>
                  </a:ext>
                </a:extLst>
              </p14:cNvPr>
              <p14:cNvContentPartPr/>
              <p14:nvPr/>
            </p14:nvContentPartPr>
            <p14:xfrm>
              <a:off x="7314753" y="2404828"/>
              <a:ext cx="95400" cy="2808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576A3BD3-58EC-4AFB-B3AE-BC93A51BF24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305753" y="2396188"/>
                <a:ext cx="1130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22F8DBB0-6CE1-49E1-9794-CAE8BA6DEF1A}"/>
                  </a:ext>
                </a:extLst>
              </p14:cNvPr>
              <p14:cNvContentPartPr/>
              <p14:nvPr/>
            </p14:nvContentPartPr>
            <p14:xfrm>
              <a:off x="7501233" y="2310148"/>
              <a:ext cx="90360" cy="22608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22F8DBB0-6CE1-49E1-9794-CAE8BA6DEF1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492593" y="2301508"/>
                <a:ext cx="10800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6C322D4C-7A92-4497-B4B1-3F1C2E50000B}"/>
                  </a:ext>
                </a:extLst>
              </p14:cNvPr>
              <p14:cNvContentPartPr/>
              <p14:nvPr/>
            </p14:nvContentPartPr>
            <p14:xfrm>
              <a:off x="7641993" y="2423548"/>
              <a:ext cx="42480" cy="9576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6C322D4C-7A92-4497-B4B1-3F1C2E50000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32993" y="2414548"/>
                <a:ext cx="60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59E5D8AF-E169-4669-B0F5-6A0417236B1F}"/>
                  </a:ext>
                </a:extLst>
              </p14:cNvPr>
              <p14:cNvContentPartPr/>
              <p14:nvPr/>
            </p14:nvContentPartPr>
            <p14:xfrm>
              <a:off x="7661073" y="2343268"/>
              <a:ext cx="360" cy="360"/>
            </p14:xfrm>
          </p:contentPart>
        </mc:Choice>
        <mc:Fallback xmlns=""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59E5D8AF-E169-4669-B0F5-6A0417236B1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52433" y="23346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41A0A050-56ED-4E65-95E3-8C1B984E1A00}"/>
                  </a:ext>
                </a:extLst>
              </p14:cNvPr>
              <p14:cNvContentPartPr/>
              <p14:nvPr/>
            </p14:nvContentPartPr>
            <p14:xfrm>
              <a:off x="7694193" y="2134108"/>
              <a:ext cx="99720" cy="67320"/>
            </p14:xfrm>
          </p:contentPart>
        </mc:Choice>
        <mc:Fallback xmlns=""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41A0A050-56ED-4E65-95E3-8C1B984E1A0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685193" y="2125468"/>
                <a:ext cx="1173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5DEFC60A-0935-4B22-A13B-3B95D293ACED}"/>
                  </a:ext>
                </a:extLst>
              </p14:cNvPr>
              <p14:cNvContentPartPr/>
              <p14:nvPr/>
            </p14:nvContentPartPr>
            <p14:xfrm>
              <a:off x="7723353" y="2162188"/>
              <a:ext cx="177840" cy="203400"/>
            </p14:xfrm>
          </p:contentPart>
        </mc:Choice>
        <mc:Fallback xmlns=""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5DEFC60A-0935-4B22-A13B-3B95D293ACE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14353" y="2153188"/>
                <a:ext cx="195480" cy="22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Agrupar 79">
            <a:extLst>
              <a:ext uri="{FF2B5EF4-FFF2-40B4-BE49-F238E27FC236}">
                <a16:creationId xmlns:a16="http://schemas.microsoft.com/office/drawing/2014/main" id="{F7517A40-E362-4C7B-8C14-5AC1B4F06CBE}"/>
              </a:ext>
            </a:extLst>
          </p:cNvPr>
          <p:cNvGrpSpPr/>
          <p:nvPr/>
        </p:nvGrpSpPr>
        <p:grpSpPr>
          <a:xfrm>
            <a:off x="7594833" y="2049148"/>
            <a:ext cx="136080" cy="129960"/>
            <a:chOff x="7594833" y="2049148"/>
            <a:chExt cx="136080" cy="1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A4F99BEB-1E0D-460D-BDDE-97A2BEF8E6DC}"/>
                    </a:ext>
                  </a:extLst>
                </p14:cNvPr>
                <p14:cNvContentPartPr/>
                <p14:nvPr/>
              </p14:nvContentPartPr>
              <p14:xfrm>
                <a:off x="7599153" y="2059228"/>
                <a:ext cx="115920" cy="9540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A4F99BEB-1E0D-460D-BDDE-97A2BEF8E6D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90153" y="2050588"/>
                  <a:ext cx="1335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CF23F169-0452-4733-A29D-B602777AB64F}"/>
                    </a:ext>
                  </a:extLst>
                </p14:cNvPr>
                <p14:cNvContentPartPr/>
                <p14:nvPr/>
              </p14:nvContentPartPr>
              <p14:xfrm>
                <a:off x="7605993" y="2049148"/>
                <a:ext cx="124560" cy="12996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CF23F169-0452-4733-A29D-B602777AB64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97353" y="2040148"/>
                  <a:ext cx="1422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EE192E73-76E9-48AB-9E45-7B9C5EF9ED47}"/>
                    </a:ext>
                  </a:extLst>
                </p14:cNvPr>
                <p14:cNvContentPartPr/>
                <p14:nvPr/>
              </p14:nvContentPartPr>
              <p14:xfrm>
                <a:off x="7594833" y="2072908"/>
                <a:ext cx="135720" cy="6300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EE192E73-76E9-48AB-9E45-7B9C5EF9ED4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86193" y="2063908"/>
                  <a:ext cx="153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320F82B8-A5C4-4362-9AC8-2DB5B4E8CD7F}"/>
                    </a:ext>
                  </a:extLst>
                </p14:cNvPr>
                <p14:cNvContentPartPr/>
                <p14:nvPr/>
              </p14:nvContentPartPr>
              <p14:xfrm>
                <a:off x="7705713" y="2094508"/>
                <a:ext cx="25200" cy="36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320F82B8-A5C4-4362-9AC8-2DB5B4E8CD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96713" y="2085868"/>
                  <a:ext cx="428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738240E5-D0BF-4388-BF33-940F80CE7EF1}"/>
                  </a:ext>
                </a:extLst>
              </p14:cNvPr>
              <p14:cNvContentPartPr/>
              <p14:nvPr/>
            </p14:nvContentPartPr>
            <p14:xfrm>
              <a:off x="7705713" y="2121508"/>
              <a:ext cx="24840" cy="360"/>
            </p14:xfrm>
          </p:contentPart>
        </mc:Choice>
        <mc:Fallback xmlns=""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738240E5-D0BF-4388-BF33-940F80CE7EF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687713" y="2103508"/>
                <a:ext cx="60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89300F16-3CB8-4207-B84F-12B236E903EB}"/>
                  </a:ext>
                </a:extLst>
              </p14:cNvPr>
              <p14:cNvContentPartPr/>
              <p14:nvPr/>
            </p14:nvContentPartPr>
            <p14:xfrm>
              <a:off x="7829913" y="4074148"/>
              <a:ext cx="2802600" cy="1575360"/>
            </p14:xfrm>
          </p:contentPart>
        </mc:Choice>
        <mc:Fallback xmlns=""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89300F16-3CB8-4207-B84F-12B236E903E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811913" y="4056508"/>
                <a:ext cx="2838240" cy="161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EFE8B789-85EF-43F1-BCF4-F8F255494A0E}"/>
                  </a:ext>
                </a:extLst>
              </p14:cNvPr>
              <p14:cNvContentPartPr/>
              <p14:nvPr/>
            </p14:nvContentPartPr>
            <p14:xfrm>
              <a:off x="7820913" y="4047868"/>
              <a:ext cx="293040" cy="1572120"/>
            </p14:xfrm>
          </p:contentPart>
        </mc:Choice>
        <mc:Fallback xmlns=""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EFE8B789-85EF-43F1-BCF4-F8F255494A0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803273" y="4029868"/>
                <a:ext cx="328680" cy="16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7AA6B926-EBB9-4839-8936-D2D05C838941}"/>
                  </a:ext>
                </a:extLst>
              </p14:cNvPr>
              <p14:cNvContentPartPr/>
              <p14:nvPr/>
            </p14:nvContentPartPr>
            <p14:xfrm>
              <a:off x="7981473" y="5767948"/>
              <a:ext cx="115200" cy="75960"/>
            </p14:xfrm>
          </p:contentPart>
        </mc:Choice>
        <mc:Fallback xmlns=""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7AA6B926-EBB9-4839-8936-D2D05C83894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963833" y="5749948"/>
                <a:ext cx="1508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46BC2946-09DD-47C1-A38E-132367152A9C}"/>
                  </a:ext>
                </a:extLst>
              </p14:cNvPr>
              <p14:cNvContentPartPr/>
              <p14:nvPr/>
            </p14:nvContentPartPr>
            <p14:xfrm>
              <a:off x="10727553" y="4296268"/>
              <a:ext cx="136440" cy="140400"/>
            </p14:xfrm>
          </p:contentPart>
        </mc:Choice>
        <mc:Fallback xmlns=""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46BC2946-09DD-47C1-A38E-132367152A9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709553" y="4278628"/>
                <a:ext cx="1720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F7DF85F8-F7FC-4666-A25A-F57DD4ABB2F6}"/>
                  </a:ext>
                </a:extLst>
              </p14:cNvPr>
              <p14:cNvContentPartPr/>
              <p14:nvPr/>
            </p14:nvContentPartPr>
            <p14:xfrm>
              <a:off x="10123113" y="4313188"/>
              <a:ext cx="207000" cy="114120"/>
            </p14:xfrm>
          </p:contentPart>
        </mc:Choice>
        <mc:Fallback xmlns=""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F7DF85F8-F7FC-4666-A25A-F57DD4ABB2F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105113" y="4295188"/>
                <a:ext cx="242640" cy="14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59291903-CE4A-4188-A1EA-B6B76A43147F}"/>
              </a:ext>
            </a:extLst>
          </p:cNvPr>
          <p:cNvGrpSpPr/>
          <p:nvPr/>
        </p:nvGrpSpPr>
        <p:grpSpPr>
          <a:xfrm>
            <a:off x="8909913" y="3968308"/>
            <a:ext cx="692280" cy="223200"/>
            <a:chOff x="8909913" y="3968308"/>
            <a:chExt cx="69228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B6413533-A6A7-460C-B54E-DB9B72E980A6}"/>
                    </a:ext>
                  </a:extLst>
                </p14:cNvPr>
                <p14:cNvContentPartPr/>
                <p14:nvPr/>
              </p14:nvContentPartPr>
              <p14:xfrm>
                <a:off x="8909913" y="3985228"/>
                <a:ext cx="127800" cy="10692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B6413533-A6A7-460C-B54E-DB9B72E980A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91913" y="3967588"/>
                  <a:ext cx="163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CFBC71CF-8944-465B-BD2F-87108E1A5003}"/>
                    </a:ext>
                  </a:extLst>
                </p14:cNvPr>
                <p14:cNvContentPartPr/>
                <p14:nvPr/>
              </p14:nvContentPartPr>
              <p14:xfrm>
                <a:off x="9178833" y="4021228"/>
                <a:ext cx="27720" cy="8784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CFBC71CF-8944-465B-BD2F-87108E1A50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60833" y="4003588"/>
                  <a:ext cx="633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D03E3856-DA64-4BAA-ADD9-6FBDB2D0824C}"/>
                    </a:ext>
                  </a:extLst>
                </p14:cNvPr>
                <p14:cNvContentPartPr/>
                <p14:nvPr/>
              </p14:nvContentPartPr>
              <p14:xfrm>
                <a:off x="9116913" y="4021228"/>
                <a:ext cx="133920" cy="3600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D03E3856-DA64-4BAA-ADD9-6FBDB2D0824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99273" y="4003588"/>
                  <a:ext cx="1695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8CC22CA8-F301-4B8C-BCB3-6E00E9F4EDC3}"/>
                    </a:ext>
                  </a:extLst>
                </p14:cNvPr>
                <p14:cNvContentPartPr/>
                <p14:nvPr/>
              </p14:nvContentPartPr>
              <p14:xfrm>
                <a:off x="9364593" y="3994588"/>
                <a:ext cx="86400" cy="14832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8CC22CA8-F301-4B8C-BCB3-6E00E9F4EDC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46953" y="3976588"/>
                  <a:ext cx="1220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F9B9B285-34E7-44AF-A4AF-C94F0C80F661}"/>
                    </a:ext>
                  </a:extLst>
                </p14:cNvPr>
                <p14:cNvContentPartPr/>
                <p14:nvPr/>
              </p14:nvContentPartPr>
              <p14:xfrm>
                <a:off x="9338673" y="4038868"/>
                <a:ext cx="96840" cy="2700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F9B9B285-34E7-44AF-A4AF-C94F0C80F66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21033" y="4021228"/>
                  <a:ext cx="132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C82FF512-1BAF-4ECE-9D9C-A12FFC0B0026}"/>
                    </a:ext>
                  </a:extLst>
                </p14:cNvPr>
                <p14:cNvContentPartPr/>
                <p14:nvPr/>
              </p14:nvContentPartPr>
              <p14:xfrm>
                <a:off x="9479793" y="4092148"/>
                <a:ext cx="63720" cy="9936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C82FF512-1BAF-4ECE-9D9C-A12FFC0B00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462153" y="4074508"/>
                  <a:ext cx="99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89924940-83F2-4F37-B3DC-CD9A3F467A25}"/>
                    </a:ext>
                  </a:extLst>
                </p14:cNvPr>
                <p14:cNvContentPartPr/>
                <p14:nvPr/>
              </p14:nvContentPartPr>
              <p14:xfrm>
                <a:off x="9596433" y="3968308"/>
                <a:ext cx="5760" cy="1080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89924940-83F2-4F37-B3DC-CD9A3F467A2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78433" y="3950308"/>
                  <a:ext cx="414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0969D83C-7E3A-481E-BF46-5E6548652971}"/>
              </a:ext>
            </a:extLst>
          </p:cNvPr>
          <p:cNvGrpSpPr/>
          <p:nvPr/>
        </p:nvGrpSpPr>
        <p:grpSpPr>
          <a:xfrm>
            <a:off x="10199793" y="4408228"/>
            <a:ext cx="377640" cy="349920"/>
            <a:chOff x="10199793" y="4408228"/>
            <a:chExt cx="37764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73A92D58-E47F-45B3-8313-D73A7097473D}"/>
                    </a:ext>
                  </a:extLst>
                </p14:cNvPr>
                <p14:cNvContentPartPr/>
                <p14:nvPr/>
              </p14:nvContentPartPr>
              <p14:xfrm>
                <a:off x="10199793" y="4544668"/>
                <a:ext cx="192600" cy="8604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73A92D58-E47F-45B3-8313-D73A7097473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82153" y="4526668"/>
                  <a:ext cx="228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8E339445-E5D6-4856-9F40-CC39F5AF1CA7}"/>
                    </a:ext>
                  </a:extLst>
                </p14:cNvPr>
                <p14:cNvContentPartPr/>
                <p14:nvPr/>
              </p14:nvContentPartPr>
              <p14:xfrm>
                <a:off x="10306353" y="4512628"/>
                <a:ext cx="82440" cy="2376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8E339445-E5D6-4856-9F40-CC39F5AF1CA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88713" y="4494628"/>
                  <a:ext cx="118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A807F9B0-F69F-4291-AB80-C66389DBBDE1}"/>
                    </a:ext>
                  </a:extLst>
                </p14:cNvPr>
                <p14:cNvContentPartPr/>
                <p14:nvPr/>
              </p14:nvContentPartPr>
              <p14:xfrm>
                <a:off x="10386633" y="4408228"/>
                <a:ext cx="190800" cy="11052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A807F9B0-F69F-4291-AB80-C66389DBBDE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68633" y="4390228"/>
                  <a:ext cx="226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8A668A15-5254-4824-B3CF-C52732B622F3}"/>
                    </a:ext>
                  </a:extLst>
                </p14:cNvPr>
                <p14:cNvContentPartPr/>
                <p14:nvPr/>
              </p14:nvContentPartPr>
              <p14:xfrm>
                <a:off x="10371153" y="4624948"/>
                <a:ext cx="121680" cy="13320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8A668A15-5254-4824-B3CF-C52732B622F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353513" y="4606948"/>
                  <a:ext cx="157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F4E46594-ADD4-4458-8CC6-11CFCA27F98B}"/>
                    </a:ext>
                  </a:extLst>
                </p14:cNvPr>
                <p14:cNvContentPartPr/>
                <p14:nvPr/>
              </p14:nvContentPartPr>
              <p14:xfrm>
                <a:off x="10449633" y="4580668"/>
                <a:ext cx="26280" cy="720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F4E46594-ADD4-4458-8CC6-11CFCA27F98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431633" y="4562668"/>
                  <a:ext cx="61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52C56ACE-35DA-4B1C-94E3-4454743262A0}"/>
                    </a:ext>
                  </a:extLst>
                </p14:cNvPr>
                <p14:cNvContentPartPr/>
                <p14:nvPr/>
              </p14:nvContentPartPr>
              <p14:xfrm>
                <a:off x="10417953" y="4563028"/>
                <a:ext cx="57960" cy="3060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52C56ACE-35DA-4B1C-94E3-4454743262A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00313" y="4545028"/>
                  <a:ext cx="936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8C6F68A4-00A2-4730-B7BE-4F49C2FAB4B1}"/>
              </a:ext>
            </a:extLst>
          </p:cNvPr>
          <p:cNvGrpSpPr/>
          <p:nvPr/>
        </p:nvGrpSpPr>
        <p:grpSpPr>
          <a:xfrm>
            <a:off x="7092993" y="3923308"/>
            <a:ext cx="809640" cy="257760"/>
            <a:chOff x="7092993" y="3923308"/>
            <a:chExt cx="80964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F7B81208-DA17-48FB-9401-720722A5DBC7}"/>
                    </a:ext>
                  </a:extLst>
                </p14:cNvPr>
                <p14:cNvContentPartPr/>
                <p14:nvPr/>
              </p14:nvContentPartPr>
              <p14:xfrm>
                <a:off x="7306473" y="3923308"/>
                <a:ext cx="123840" cy="12564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F7B81208-DA17-48FB-9401-720722A5DBC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88833" y="3905668"/>
                  <a:ext cx="159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4237E081-72C9-4432-B7D7-2CA82CAB9E3F}"/>
                    </a:ext>
                  </a:extLst>
                </p14:cNvPr>
                <p14:cNvContentPartPr/>
                <p14:nvPr/>
              </p14:nvContentPartPr>
              <p14:xfrm>
                <a:off x="7305753" y="3968308"/>
                <a:ext cx="79200" cy="36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4237E081-72C9-4432-B7D7-2CA82CAB9E3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88113" y="3950308"/>
                  <a:ext cx="114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1A1031D0-3740-44E4-81C5-8702B025A8AB}"/>
                    </a:ext>
                  </a:extLst>
                </p14:cNvPr>
                <p14:cNvContentPartPr/>
                <p14:nvPr/>
              </p14:nvContentPartPr>
              <p14:xfrm>
                <a:off x="7450833" y="4012228"/>
                <a:ext cx="69120" cy="16884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1A1031D0-3740-44E4-81C5-8702B025A8A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32833" y="3994228"/>
                  <a:ext cx="104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2CFB1696-9708-4449-B721-4D3D2DFC9520}"/>
                    </a:ext>
                  </a:extLst>
                </p14:cNvPr>
                <p14:cNvContentPartPr/>
                <p14:nvPr/>
              </p14:nvContentPartPr>
              <p14:xfrm>
                <a:off x="7527873" y="3941308"/>
                <a:ext cx="360" cy="36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2CFB1696-9708-4449-B721-4D3D2DFC952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09873" y="392330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7FFAC66E-7110-47BB-A9E5-32D613DFC5FC}"/>
                    </a:ext>
                  </a:extLst>
                </p14:cNvPr>
                <p14:cNvContentPartPr/>
                <p14:nvPr/>
              </p14:nvContentPartPr>
              <p14:xfrm>
                <a:off x="7092993" y="3985588"/>
                <a:ext cx="106200" cy="36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7FFAC66E-7110-47BB-A9E5-32D613DFC5F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74993" y="3967948"/>
                  <a:ext cx="141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4C3D846F-688E-40D4-9B6C-26C1B6BC2E7D}"/>
                    </a:ext>
                  </a:extLst>
                </p14:cNvPr>
                <p14:cNvContentPartPr/>
                <p14:nvPr/>
              </p14:nvContentPartPr>
              <p14:xfrm>
                <a:off x="7748553" y="3968308"/>
                <a:ext cx="154080" cy="10836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4C3D846F-688E-40D4-9B6C-26C1B6BC2E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30553" y="3950308"/>
                  <a:ext cx="18972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5013B772-A75E-4F60-99DF-56FB069FAF04}"/>
                  </a:ext>
                </a:extLst>
              </p14:cNvPr>
              <p14:cNvContentPartPr/>
              <p14:nvPr/>
            </p14:nvContentPartPr>
            <p14:xfrm>
              <a:off x="7678713" y="1934308"/>
              <a:ext cx="2200680" cy="152640"/>
            </p14:xfrm>
          </p:contentPart>
        </mc:Choice>
        <mc:Fallback xmlns=""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5013B772-A75E-4F60-99DF-56FB069FAF0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661073" y="1916308"/>
                <a:ext cx="22363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BC69C1EC-F6E5-40C8-9FAA-9420449DBF48}"/>
                  </a:ext>
                </a:extLst>
              </p14:cNvPr>
              <p14:cNvContentPartPr/>
              <p14:nvPr/>
            </p14:nvContentPartPr>
            <p14:xfrm>
              <a:off x="9445593" y="1936828"/>
              <a:ext cx="190440" cy="114120"/>
            </p14:xfrm>
          </p:contentPart>
        </mc:Choice>
        <mc:Fallback xmlns=""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BC69C1EC-F6E5-40C8-9FAA-9420449DBF4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427593" y="1919188"/>
                <a:ext cx="226080" cy="14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9C2B3436-CDA0-4ECB-90CD-B8949E5099E4}"/>
              </a:ext>
            </a:extLst>
          </p:cNvPr>
          <p:cNvGrpSpPr/>
          <p:nvPr/>
        </p:nvGrpSpPr>
        <p:grpSpPr>
          <a:xfrm>
            <a:off x="7119633" y="1198468"/>
            <a:ext cx="712440" cy="301680"/>
            <a:chOff x="7119633" y="1198468"/>
            <a:chExt cx="71244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766E3157-CD9B-4452-B7B3-DA068428CA6F}"/>
                    </a:ext>
                  </a:extLst>
                </p14:cNvPr>
                <p14:cNvContentPartPr/>
                <p14:nvPr/>
              </p14:nvContentPartPr>
              <p14:xfrm>
                <a:off x="7119633" y="1216828"/>
                <a:ext cx="213840" cy="28332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766E3157-CD9B-4452-B7B3-DA068428CA6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01993" y="1198828"/>
                  <a:ext cx="2494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ADDE94DC-275A-4B46-868A-AC3B428D001A}"/>
                    </a:ext>
                  </a:extLst>
                </p14:cNvPr>
                <p14:cNvContentPartPr/>
                <p14:nvPr/>
              </p14:nvContentPartPr>
              <p14:xfrm>
                <a:off x="7395753" y="1374868"/>
                <a:ext cx="133200" cy="7344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ADDE94DC-275A-4B46-868A-AC3B428D001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78113" y="1356868"/>
                  <a:ext cx="16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15C24A4A-5B4E-4432-B638-8C5AD3FC873B}"/>
                    </a:ext>
                  </a:extLst>
                </p14:cNvPr>
                <p14:cNvContentPartPr/>
                <p14:nvPr/>
              </p14:nvContentPartPr>
              <p14:xfrm>
                <a:off x="7376673" y="1198468"/>
                <a:ext cx="23040" cy="18648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15C24A4A-5B4E-4432-B638-8C5AD3FC873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59033" y="1180468"/>
                  <a:ext cx="58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53775658-BB39-4549-8389-BE3C640B00F9}"/>
                    </a:ext>
                  </a:extLst>
                </p14:cNvPr>
                <p14:cNvContentPartPr/>
                <p14:nvPr/>
              </p14:nvContentPartPr>
              <p14:xfrm>
                <a:off x="7582593" y="1331308"/>
                <a:ext cx="121320" cy="14328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53775658-BB39-4549-8389-BE3C640B00F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564953" y="1313308"/>
                  <a:ext cx="156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B0370F93-1405-46DD-856C-88A7CE7C44BD}"/>
                    </a:ext>
                  </a:extLst>
                </p14:cNvPr>
                <p14:cNvContentPartPr/>
                <p14:nvPr/>
              </p14:nvContentPartPr>
              <p14:xfrm>
                <a:off x="7812273" y="1375588"/>
                <a:ext cx="5760" cy="396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B0370F93-1405-46DD-856C-88A7CE7C44B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794273" y="1357948"/>
                  <a:ext cx="41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BA948820-FA87-47E5-81CD-FF1799E9BE12}"/>
                    </a:ext>
                  </a:extLst>
                </p14:cNvPr>
                <p14:cNvContentPartPr/>
                <p14:nvPr/>
              </p14:nvContentPartPr>
              <p14:xfrm>
                <a:off x="7821993" y="1446508"/>
                <a:ext cx="10080" cy="36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BA948820-FA87-47E5-81CD-FF1799E9BE1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04353" y="1428868"/>
                  <a:ext cx="457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Agrupar 195">
            <a:extLst>
              <a:ext uri="{FF2B5EF4-FFF2-40B4-BE49-F238E27FC236}">
                <a16:creationId xmlns:a16="http://schemas.microsoft.com/office/drawing/2014/main" id="{B13F1A5D-1E5B-4A05-AED2-78B39972BF0F}"/>
              </a:ext>
            </a:extLst>
          </p:cNvPr>
          <p:cNvGrpSpPr/>
          <p:nvPr/>
        </p:nvGrpSpPr>
        <p:grpSpPr>
          <a:xfrm>
            <a:off x="1747713" y="5898988"/>
            <a:ext cx="801000" cy="316440"/>
            <a:chOff x="1747713" y="5898988"/>
            <a:chExt cx="80100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B3415C47-CAC1-4A38-9EAA-B9D519B41E8F}"/>
                    </a:ext>
                  </a:extLst>
                </p14:cNvPr>
                <p14:cNvContentPartPr/>
                <p14:nvPr/>
              </p14:nvContentPartPr>
              <p14:xfrm>
                <a:off x="1747713" y="5898988"/>
                <a:ext cx="172080" cy="31644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B3415C47-CAC1-4A38-9EAA-B9D519B41E8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730073" y="5881348"/>
                  <a:ext cx="2077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13EFA808-2975-4D9D-9BBC-7DBCD0776846}"/>
                    </a:ext>
                  </a:extLst>
                </p14:cNvPr>
                <p14:cNvContentPartPr/>
                <p14:nvPr/>
              </p14:nvContentPartPr>
              <p14:xfrm>
                <a:off x="1987833" y="6062068"/>
                <a:ext cx="115920" cy="9936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13EFA808-2975-4D9D-9BBC-7DBCD077684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70193" y="6044068"/>
                  <a:ext cx="151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2585EBE2-B3BD-4C6E-9964-5209A91DE08D}"/>
                    </a:ext>
                  </a:extLst>
                </p14:cNvPr>
                <p14:cNvContentPartPr/>
                <p14:nvPr/>
              </p14:nvContentPartPr>
              <p14:xfrm>
                <a:off x="1979193" y="5903308"/>
                <a:ext cx="34560" cy="14112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2585EBE2-B3BD-4C6E-9964-5209A91DE08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61553" y="5885668"/>
                  <a:ext cx="70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52BD322F-279A-41B3-8C1D-68D3A74DB855}"/>
                    </a:ext>
                  </a:extLst>
                </p14:cNvPr>
                <p14:cNvContentPartPr/>
                <p14:nvPr/>
              </p14:nvContentPartPr>
              <p14:xfrm>
                <a:off x="2164593" y="5982868"/>
                <a:ext cx="153360" cy="22356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52BD322F-279A-41B3-8C1D-68D3A74DB85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46953" y="5965228"/>
                  <a:ext cx="189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A9BD70C5-829E-40BD-ACAD-49CA9B19385C}"/>
                    </a:ext>
                  </a:extLst>
                </p14:cNvPr>
                <p14:cNvContentPartPr/>
                <p14:nvPr/>
              </p14:nvContentPartPr>
              <p14:xfrm>
                <a:off x="2470233" y="6026788"/>
                <a:ext cx="68040" cy="4500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A9BD70C5-829E-40BD-ACAD-49CA9B19385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52593" y="6009148"/>
                  <a:ext cx="1036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87879696-C0DF-44D9-B647-F3D6DF34A59A}"/>
                    </a:ext>
                  </a:extLst>
                </p14:cNvPr>
                <p14:cNvContentPartPr/>
                <p14:nvPr/>
              </p14:nvContentPartPr>
              <p14:xfrm>
                <a:off x="2490753" y="6142348"/>
                <a:ext cx="57960" cy="4536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87879696-C0DF-44D9-B647-F3D6DF34A59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73113" y="6124348"/>
                  <a:ext cx="9360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Agrupar 199">
            <a:extLst>
              <a:ext uri="{FF2B5EF4-FFF2-40B4-BE49-F238E27FC236}">
                <a16:creationId xmlns:a16="http://schemas.microsoft.com/office/drawing/2014/main" id="{D48222B7-DC0F-4B92-99E1-B353750F78DF}"/>
              </a:ext>
            </a:extLst>
          </p:cNvPr>
          <p:cNvGrpSpPr/>
          <p:nvPr/>
        </p:nvGrpSpPr>
        <p:grpSpPr>
          <a:xfrm>
            <a:off x="3000153" y="5743468"/>
            <a:ext cx="4132440" cy="735840"/>
            <a:chOff x="3000153" y="5743468"/>
            <a:chExt cx="4132440" cy="73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538C9D46-FDAD-4495-9F93-299952B1A1B5}"/>
                    </a:ext>
                  </a:extLst>
                </p14:cNvPr>
                <p14:cNvContentPartPr/>
                <p14:nvPr/>
              </p14:nvContentPartPr>
              <p14:xfrm>
                <a:off x="5148993" y="5928148"/>
                <a:ext cx="110880" cy="13536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538C9D46-FDAD-4495-9F93-299952B1A1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30993" y="5910508"/>
                  <a:ext cx="146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5BEC489E-541E-4E0C-83AC-840DDC7D0A06}"/>
                    </a:ext>
                  </a:extLst>
                </p14:cNvPr>
                <p14:cNvContentPartPr/>
                <p14:nvPr/>
              </p14:nvContentPartPr>
              <p14:xfrm>
                <a:off x="5290473" y="5798188"/>
                <a:ext cx="45000" cy="3456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5BEC489E-541E-4E0C-83AC-840DDC7D0A0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72833" y="5780188"/>
                  <a:ext cx="80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6C357E9F-349C-4BBD-B507-D9E5DE398858}"/>
                    </a:ext>
                  </a:extLst>
                </p14:cNvPr>
                <p14:cNvContentPartPr/>
                <p14:nvPr/>
              </p14:nvContentPartPr>
              <p14:xfrm>
                <a:off x="5574513" y="5947228"/>
                <a:ext cx="39600" cy="9288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6C357E9F-349C-4BBD-B507-D9E5DE39885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56513" y="5929228"/>
                  <a:ext cx="752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4C773449-6E19-4BD6-922F-1E42628D2B98}"/>
                    </a:ext>
                  </a:extLst>
                </p14:cNvPr>
                <p14:cNvContentPartPr/>
                <p14:nvPr/>
              </p14:nvContentPartPr>
              <p14:xfrm>
                <a:off x="5738673" y="5942908"/>
                <a:ext cx="74880" cy="6732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4C773449-6E19-4BD6-922F-1E42628D2B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721033" y="5925268"/>
                  <a:ext cx="1105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52D0CB6C-BD4A-41D3-A622-3313697854AC}"/>
                    </a:ext>
                  </a:extLst>
                </p14:cNvPr>
                <p14:cNvContentPartPr/>
                <p14:nvPr/>
              </p14:nvContentPartPr>
              <p14:xfrm>
                <a:off x="5894553" y="5850028"/>
                <a:ext cx="57600" cy="33408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52D0CB6C-BD4A-41D3-A622-3313697854A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876913" y="5832388"/>
                  <a:ext cx="932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FEFD603D-6D2E-44E0-AFDC-5F18FA039370}"/>
                    </a:ext>
                  </a:extLst>
                </p14:cNvPr>
                <p14:cNvContentPartPr/>
                <p14:nvPr/>
              </p14:nvContentPartPr>
              <p14:xfrm>
                <a:off x="5938473" y="5906548"/>
                <a:ext cx="186480" cy="11232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FEFD603D-6D2E-44E0-AFDC-5F18FA03937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20833" y="5888548"/>
                  <a:ext cx="222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59A5FB66-2FBC-43AE-85BF-F9BD5C5F9F02}"/>
                    </a:ext>
                  </a:extLst>
                </p14:cNvPr>
                <p14:cNvContentPartPr/>
                <p14:nvPr/>
              </p14:nvContentPartPr>
              <p14:xfrm>
                <a:off x="6214233" y="5895388"/>
                <a:ext cx="9360" cy="8640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59A5FB66-2FBC-43AE-85BF-F9BD5C5F9F0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96233" y="5877748"/>
                  <a:ext cx="45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707E6C4C-9043-4F81-8D55-651233149B24}"/>
                    </a:ext>
                  </a:extLst>
                </p14:cNvPr>
                <p14:cNvContentPartPr/>
                <p14:nvPr/>
              </p14:nvContentPartPr>
              <p14:xfrm>
                <a:off x="6336633" y="5870908"/>
                <a:ext cx="59400" cy="10440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707E6C4C-9043-4F81-8D55-651233149B2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18993" y="5853268"/>
                  <a:ext cx="95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69350A98-2593-435B-BAA8-913FA2FCC29D}"/>
                    </a:ext>
                  </a:extLst>
                </p14:cNvPr>
                <p14:cNvContentPartPr/>
                <p14:nvPr/>
              </p14:nvContentPartPr>
              <p14:xfrm>
                <a:off x="6382713" y="5788108"/>
                <a:ext cx="60480" cy="576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69350A98-2593-435B-BAA8-913FA2FCC29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65073" y="5770108"/>
                  <a:ext cx="96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31EC2FEA-64F8-4099-BD65-C575A5A89B40}"/>
                    </a:ext>
                  </a:extLst>
                </p14:cNvPr>
                <p14:cNvContentPartPr/>
                <p14:nvPr/>
              </p14:nvContentPartPr>
              <p14:xfrm>
                <a:off x="6524553" y="5867668"/>
                <a:ext cx="113400" cy="5724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31EC2FEA-64F8-4099-BD65-C575A5A89B4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06913" y="5850028"/>
                  <a:ext cx="149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F37BE214-B3F0-48D7-9179-4E8F1878DB58}"/>
                    </a:ext>
                  </a:extLst>
                </p14:cNvPr>
                <p14:cNvContentPartPr/>
                <p14:nvPr/>
              </p14:nvContentPartPr>
              <p14:xfrm>
                <a:off x="6764313" y="5841388"/>
                <a:ext cx="28800" cy="7560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F37BE214-B3F0-48D7-9179-4E8F1878DB5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46673" y="5823388"/>
                  <a:ext cx="64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F8B77C62-30E4-4C24-83A8-58CDD9321D35}"/>
                    </a:ext>
                  </a:extLst>
                </p14:cNvPr>
                <p14:cNvContentPartPr/>
                <p14:nvPr/>
              </p14:nvContentPartPr>
              <p14:xfrm>
                <a:off x="6862233" y="5867668"/>
                <a:ext cx="35640" cy="7956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F8B77C62-30E4-4C24-83A8-58CDD9321D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44233" y="5850028"/>
                  <a:ext cx="71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89762188-9B69-4519-99F6-4AA93A9631BA}"/>
                    </a:ext>
                  </a:extLst>
                </p14:cNvPr>
                <p14:cNvContentPartPr/>
                <p14:nvPr/>
              </p14:nvContentPartPr>
              <p14:xfrm>
                <a:off x="6764313" y="5823388"/>
                <a:ext cx="43200" cy="7272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89762188-9B69-4519-99F6-4AA93A9631B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46673" y="5805388"/>
                  <a:ext cx="78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CF745AC6-E1AB-4F42-8FE0-A6012A314620}"/>
                    </a:ext>
                  </a:extLst>
                </p14:cNvPr>
                <p14:cNvContentPartPr/>
                <p14:nvPr/>
              </p14:nvContentPartPr>
              <p14:xfrm>
                <a:off x="6870873" y="5743468"/>
                <a:ext cx="360" cy="1620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CF745AC6-E1AB-4F42-8FE0-A6012A31462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853233" y="5725828"/>
                  <a:ext cx="36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1D0D074D-6FCE-4746-AA56-AA936E0CB6FD}"/>
                    </a:ext>
                  </a:extLst>
                </p14:cNvPr>
                <p14:cNvContentPartPr/>
                <p14:nvPr/>
              </p14:nvContentPartPr>
              <p14:xfrm>
                <a:off x="6951873" y="5823388"/>
                <a:ext cx="180720" cy="7308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1D0D074D-6FCE-4746-AA56-AA936E0CB6F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34233" y="5805388"/>
                  <a:ext cx="216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EECE14ED-4070-40F1-AC50-955070157492}"/>
                    </a:ext>
                  </a:extLst>
                </p14:cNvPr>
                <p14:cNvContentPartPr/>
                <p14:nvPr/>
              </p14:nvContentPartPr>
              <p14:xfrm>
                <a:off x="5601513" y="5902588"/>
                <a:ext cx="72000" cy="1872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EECE14ED-4070-40F1-AC50-95507015749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83513" y="5884948"/>
                  <a:ext cx="107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ED4E30B5-CDDF-45A9-A95B-DA1B83E2CEE3}"/>
                    </a:ext>
                  </a:extLst>
                </p14:cNvPr>
                <p14:cNvContentPartPr/>
                <p14:nvPr/>
              </p14:nvContentPartPr>
              <p14:xfrm>
                <a:off x="3000153" y="6000508"/>
                <a:ext cx="702720" cy="5436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ED4E30B5-CDDF-45A9-A95B-DA1B83E2CEE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82513" y="5982868"/>
                  <a:ext cx="738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BCAA1E72-4B88-4EB5-AFFE-558BE29287C4}"/>
                    </a:ext>
                  </a:extLst>
                </p14:cNvPr>
                <p14:cNvContentPartPr/>
                <p14:nvPr/>
              </p14:nvContentPartPr>
              <p14:xfrm>
                <a:off x="3585153" y="5956588"/>
                <a:ext cx="178200" cy="11664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BCAA1E72-4B88-4EB5-AFFE-558BE29287C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67513" y="5938948"/>
                  <a:ext cx="213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7A24B2DB-D583-45D9-B5C3-8ED0A92F57EB}"/>
                    </a:ext>
                  </a:extLst>
                </p14:cNvPr>
                <p14:cNvContentPartPr/>
                <p14:nvPr/>
              </p14:nvContentPartPr>
              <p14:xfrm>
                <a:off x="3914553" y="5937508"/>
                <a:ext cx="114480" cy="13068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7A24B2DB-D583-45D9-B5C3-8ED0A92F57E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96553" y="5919868"/>
                  <a:ext cx="1501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174C76E1-F6D7-474F-B645-2A86FDABBBB3}"/>
                    </a:ext>
                  </a:extLst>
                </p14:cNvPr>
                <p14:cNvContentPartPr/>
                <p14:nvPr/>
              </p14:nvContentPartPr>
              <p14:xfrm>
                <a:off x="4081593" y="5938228"/>
                <a:ext cx="71640" cy="8244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174C76E1-F6D7-474F-B645-2A86FDABBBB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63593" y="5920228"/>
                  <a:ext cx="107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D5D93BBA-E8DD-4F87-AF4A-A65D27053F04}"/>
                    </a:ext>
                  </a:extLst>
                </p14:cNvPr>
                <p14:cNvContentPartPr/>
                <p14:nvPr/>
              </p14:nvContentPartPr>
              <p14:xfrm>
                <a:off x="4270233" y="5939308"/>
                <a:ext cx="123120" cy="9432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D5D93BBA-E8DD-4F87-AF4A-A65D27053F0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252233" y="5921308"/>
                  <a:ext cx="158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E6ACF97A-D04B-41CF-802C-7758C36A11E6}"/>
                    </a:ext>
                  </a:extLst>
                </p14:cNvPr>
                <p14:cNvContentPartPr/>
                <p14:nvPr/>
              </p14:nvContentPartPr>
              <p14:xfrm>
                <a:off x="4420713" y="5832388"/>
                <a:ext cx="99720" cy="22968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E6ACF97A-D04B-41CF-802C-7758C36A11E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403073" y="5814748"/>
                  <a:ext cx="1353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5CA244ED-F409-467D-8A9D-856BC2DD1A29}"/>
                    </a:ext>
                  </a:extLst>
                </p14:cNvPr>
                <p14:cNvContentPartPr/>
                <p14:nvPr/>
              </p14:nvContentPartPr>
              <p14:xfrm>
                <a:off x="4687113" y="5876668"/>
                <a:ext cx="36360" cy="12384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5CA244ED-F409-467D-8A9D-856BC2DD1A2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669113" y="5858668"/>
                  <a:ext cx="72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7CDFC172-D0A9-498E-A777-2EA386F28D01}"/>
                    </a:ext>
                  </a:extLst>
                </p14:cNvPr>
                <p14:cNvContentPartPr/>
                <p14:nvPr/>
              </p14:nvContentPartPr>
              <p14:xfrm>
                <a:off x="4651473" y="5938948"/>
                <a:ext cx="150480" cy="36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7CDFC172-D0A9-498E-A777-2EA386F28D0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633473" y="5921308"/>
                  <a:ext cx="186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C73770F2-1E3B-4231-94B8-1A1DE39651BF}"/>
                    </a:ext>
                  </a:extLst>
                </p14:cNvPr>
                <p14:cNvContentPartPr/>
                <p14:nvPr/>
              </p14:nvContentPartPr>
              <p14:xfrm>
                <a:off x="3888273" y="6205708"/>
                <a:ext cx="115920" cy="15984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C73770F2-1E3B-4231-94B8-1A1DE39651B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870273" y="6188068"/>
                  <a:ext cx="151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C7F9762A-9BB1-4596-947A-9390F8787191}"/>
                    </a:ext>
                  </a:extLst>
                </p14:cNvPr>
                <p14:cNvContentPartPr/>
                <p14:nvPr/>
              </p14:nvContentPartPr>
              <p14:xfrm>
                <a:off x="3923913" y="6286348"/>
                <a:ext cx="44280" cy="1656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C7F9762A-9BB1-4596-947A-9390F878719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05913" y="6268708"/>
                  <a:ext cx="79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D4F1A2B1-CC36-4729-AF9A-D1B87E6CDC2D}"/>
                    </a:ext>
                  </a:extLst>
                </p14:cNvPr>
                <p14:cNvContentPartPr/>
                <p14:nvPr/>
              </p14:nvContentPartPr>
              <p14:xfrm>
                <a:off x="4083393" y="6254668"/>
                <a:ext cx="81360" cy="4608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D4F1A2B1-CC36-4729-AF9A-D1B87E6CDC2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065753" y="6237028"/>
                  <a:ext cx="117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C0B6C763-0073-43FE-925C-35FAEA913AE6}"/>
                    </a:ext>
                  </a:extLst>
                </p14:cNvPr>
                <p14:cNvContentPartPr/>
                <p14:nvPr/>
              </p14:nvContentPartPr>
              <p14:xfrm>
                <a:off x="4278513" y="6142708"/>
                <a:ext cx="36360" cy="17712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C0B6C763-0073-43FE-925C-35FAEA913AE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60873" y="6125068"/>
                  <a:ext cx="72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85292021-04CC-48DD-85C6-3DDE9A6FD964}"/>
                    </a:ext>
                  </a:extLst>
                </p14:cNvPr>
                <p14:cNvContentPartPr/>
                <p14:nvPr/>
              </p14:nvContentPartPr>
              <p14:xfrm>
                <a:off x="4243233" y="6195628"/>
                <a:ext cx="106200" cy="1008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85292021-04CC-48DD-85C6-3DDE9A6FD96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25593" y="6177988"/>
                  <a:ext cx="141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40C50D31-03F1-410B-A0C6-6F1BA12E4443}"/>
                    </a:ext>
                  </a:extLst>
                </p14:cNvPr>
                <p14:cNvContentPartPr/>
                <p14:nvPr/>
              </p14:nvContentPartPr>
              <p14:xfrm>
                <a:off x="4438353" y="6240628"/>
                <a:ext cx="360" cy="7920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40C50D31-03F1-410B-A0C6-6F1BA12E444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20713" y="6222628"/>
                  <a:ext cx="36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A080BDC2-F0A1-410F-A4D2-E2778B62EE55}"/>
                    </a:ext>
                  </a:extLst>
                </p14:cNvPr>
                <p14:cNvContentPartPr/>
                <p14:nvPr/>
              </p14:nvContentPartPr>
              <p14:xfrm>
                <a:off x="4456353" y="6168268"/>
                <a:ext cx="360" cy="360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A080BDC2-F0A1-410F-A4D2-E2778B62EE5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38713" y="6150268"/>
                  <a:ext cx="36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758576C3-52FC-45A9-8C41-4E1D0B6F8E3A}"/>
                    </a:ext>
                  </a:extLst>
                </p14:cNvPr>
                <p14:cNvContentPartPr/>
                <p14:nvPr/>
              </p14:nvContentPartPr>
              <p14:xfrm>
                <a:off x="4660113" y="6125068"/>
                <a:ext cx="117720" cy="14616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758576C3-52FC-45A9-8C41-4E1D0B6F8E3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42473" y="6107428"/>
                  <a:ext cx="1533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350E81EF-6777-493E-97D9-2EB40951B8D0}"/>
                    </a:ext>
                  </a:extLst>
                </p14:cNvPr>
                <p14:cNvContentPartPr/>
                <p14:nvPr/>
              </p14:nvContentPartPr>
              <p14:xfrm>
                <a:off x="4855593" y="6213628"/>
                <a:ext cx="51480" cy="6084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350E81EF-6777-493E-97D9-2EB40951B8D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837953" y="6195628"/>
                  <a:ext cx="87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BE3A7CCF-A4DA-4626-9CB2-C6FD17E2C009}"/>
                    </a:ext>
                  </a:extLst>
                </p14:cNvPr>
                <p14:cNvContentPartPr/>
                <p14:nvPr/>
              </p14:nvContentPartPr>
              <p14:xfrm>
                <a:off x="4947393" y="6187708"/>
                <a:ext cx="50760" cy="7128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BE3A7CCF-A4DA-4626-9CB2-C6FD17E2C00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29393" y="6170068"/>
                  <a:ext cx="86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56A3A9D4-8AD6-47B0-84C0-11A0ABAFF08B}"/>
                    </a:ext>
                  </a:extLst>
                </p14:cNvPr>
                <p14:cNvContentPartPr/>
                <p14:nvPr/>
              </p14:nvContentPartPr>
              <p14:xfrm>
                <a:off x="5069073" y="6213268"/>
                <a:ext cx="121680" cy="4680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56A3A9D4-8AD6-47B0-84C0-11A0ABAFF08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51433" y="6195628"/>
                  <a:ext cx="157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64364068-10FB-47F6-A2C5-6A53B0D7B196}"/>
                    </a:ext>
                  </a:extLst>
                </p14:cNvPr>
                <p14:cNvContentPartPr/>
                <p14:nvPr/>
              </p14:nvContentPartPr>
              <p14:xfrm>
                <a:off x="5148993" y="6124708"/>
                <a:ext cx="5760" cy="2772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64364068-10FB-47F6-A2C5-6A53B0D7B19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130993" y="6106708"/>
                  <a:ext cx="41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C5192584-5F90-4585-9AF3-B4E3A1D38E55}"/>
                    </a:ext>
                  </a:extLst>
                </p14:cNvPr>
                <p14:cNvContentPartPr/>
                <p14:nvPr/>
              </p14:nvContentPartPr>
              <p14:xfrm>
                <a:off x="5264193" y="6165388"/>
                <a:ext cx="47520" cy="8424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C5192584-5F90-4585-9AF3-B4E3A1D38E5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246193" y="6147388"/>
                  <a:ext cx="83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315EDE20-3A78-4A73-9F85-DE7364DF0E41}"/>
                    </a:ext>
                  </a:extLst>
                </p14:cNvPr>
                <p14:cNvContentPartPr/>
                <p14:nvPr/>
              </p14:nvContentPartPr>
              <p14:xfrm>
                <a:off x="5388393" y="6205348"/>
                <a:ext cx="16920" cy="2412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315EDE20-3A78-4A73-9F85-DE7364DF0E4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370393" y="6187348"/>
                  <a:ext cx="52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24BDBED7-3C72-4A08-8187-93A12E0C5056}"/>
                    </a:ext>
                  </a:extLst>
                </p14:cNvPr>
                <p14:cNvContentPartPr/>
                <p14:nvPr/>
              </p14:nvContentPartPr>
              <p14:xfrm>
                <a:off x="5406033" y="6139468"/>
                <a:ext cx="360" cy="396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24BDBED7-3C72-4A08-8187-93A12E0C505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88033" y="6121468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D59AD767-F40E-43FE-A6DB-564C69A50344}"/>
                    </a:ext>
                  </a:extLst>
                </p14:cNvPr>
                <p14:cNvContentPartPr/>
                <p14:nvPr/>
              </p14:nvContentPartPr>
              <p14:xfrm>
                <a:off x="5521593" y="6204628"/>
                <a:ext cx="89280" cy="6984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D59AD767-F40E-43FE-A6DB-564C69A5034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03953" y="6186988"/>
                  <a:ext cx="124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97027E3F-AFD9-46F9-9265-C48C74B7DA64}"/>
                    </a:ext>
                  </a:extLst>
                </p14:cNvPr>
                <p14:cNvContentPartPr/>
                <p14:nvPr/>
              </p14:nvContentPartPr>
              <p14:xfrm>
                <a:off x="5947833" y="6197068"/>
                <a:ext cx="110880" cy="5472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97027E3F-AFD9-46F9-9265-C48C74B7DA6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930193" y="6179428"/>
                  <a:ext cx="146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E5E22A60-D389-4C00-8D3B-F846031CBB82}"/>
                    </a:ext>
                  </a:extLst>
                </p14:cNvPr>
                <p14:cNvContentPartPr/>
                <p14:nvPr/>
              </p14:nvContentPartPr>
              <p14:xfrm>
                <a:off x="6133953" y="6060268"/>
                <a:ext cx="23040" cy="6552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E5E22A60-D389-4C00-8D3B-F846031CBB8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116313" y="6042268"/>
                  <a:ext cx="58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E71593A8-D5AD-48EC-8362-9D00B77A4534}"/>
                    </a:ext>
                  </a:extLst>
                </p14:cNvPr>
                <p14:cNvContentPartPr/>
                <p14:nvPr/>
              </p14:nvContentPartPr>
              <p14:xfrm>
                <a:off x="6444993" y="6125068"/>
                <a:ext cx="47160" cy="11268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E71593A8-D5AD-48EC-8362-9D00B77A453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426993" y="6107428"/>
                  <a:ext cx="828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1C2A68F4-B01B-4D04-902F-1F0224F885C3}"/>
                    </a:ext>
                  </a:extLst>
                </p14:cNvPr>
                <p14:cNvContentPartPr/>
                <p14:nvPr/>
              </p14:nvContentPartPr>
              <p14:xfrm>
                <a:off x="6409353" y="6178348"/>
                <a:ext cx="114840" cy="36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1C2A68F4-B01B-4D04-902F-1F0224F885C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391353" y="6160708"/>
                  <a:ext cx="150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5B7500B5-D793-48D0-AE4C-F88D4EC3140D}"/>
                    </a:ext>
                  </a:extLst>
                </p14:cNvPr>
                <p14:cNvContentPartPr/>
                <p14:nvPr/>
              </p14:nvContentPartPr>
              <p14:xfrm>
                <a:off x="6293073" y="6035068"/>
                <a:ext cx="331560" cy="25092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5B7500B5-D793-48D0-AE4C-F88D4EC3140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75073" y="6017428"/>
                  <a:ext cx="3672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F438ED51-0ACB-4B37-AEAC-E2B49DE81B82}"/>
                    </a:ext>
                  </a:extLst>
                </p14:cNvPr>
                <p14:cNvContentPartPr/>
                <p14:nvPr/>
              </p14:nvContentPartPr>
              <p14:xfrm>
                <a:off x="3037233" y="6142708"/>
                <a:ext cx="477720" cy="33660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F438ED51-0ACB-4B37-AEAC-E2B49DE81B8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019233" y="6125068"/>
                  <a:ext cx="5133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7EFF5F37-021D-4424-BADA-DFA86958E3B2}"/>
                    </a:ext>
                  </a:extLst>
                </p14:cNvPr>
                <p14:cNvContentPartPr/>
                <p14:nvPr/>
              </p14:nvContentPartPr>
              <p14:xfrm>
                <a:off x="3523953" y="6187348"/>
                <a:ext cx="48600" cy="183960"/>
              </p14:xfrm>
            </p:contentPart>
          </mc:Choice>
          <mc:Fallback xmlns=""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7EFF5F37-021D-4424-BADA-DFA86958E3B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06313" y="6169348"/>
                  <a:ext cx="84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738563AF-783F-4732-9F32-7742C2472FE8}"/>
                    </a:ext>
                  </a:extLst>
                </p14:cNvPr>
                <p14:cNvContentPartPr/>
                <p14:nvPr/>
              </p14:nvContentPartPr>
              <p14:xfrm>
                <a:off x="3499113" y="6151708"/>
                <a:ext cx="103680" cy="8964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738563AF-783F-4732-9F32-7742C2472FE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81473" y="6134068"/>
                  <a:ext cx="139320" cy="12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33177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F5BF5-C4A8-481B-81EC-4F6B90127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404"/>
          </a:xfrm>
        </p:spPr>
        <p:txBody>
          <a:bodyPr>
            <a:normAutofit/>
          </a:bodyPr>
          <a:lstStyle/>
          <a:p>
            <a:r>
              <a:rPr lang="pt-BR" sz="3600" dirty="0"/>
              <a:t>K em zero e K no infinito – </a:t>
            </a:r>
            <a:r>
              <a:rPr lang="pt-BR" sz="3600" dirty="0" err="1"/>
              <a:t>Assintotas</a:t>
            </a:r>
            <a:r>
              <a:rPr lang="pt-BR" sz="3600" dirty="0"/>
              <a:t> = zeros no infinito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CEABAED-77EF-4CD8-AA71-100448B3D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9482" y="1717964"/>
            <a:ext cx="9655903" cy="43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4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17FC9-59B5-471F-97B7-228DF79E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sz="3600" dirty="0"/>
              <a:t>G1H1=F(S)=Q(S)/P(S)</a:t>
            </a:r>
            <a:br>
              <a:rPr lang="pt-BR" sz="3600" dirty="0"/>
            </a:br>
            <a:r>
              <a:rPr lang="pt-BR" sz="3600" dirty="0"/>
              <a:t>Q(S)=0 fornece os m zeros de F, P(S)=0 fornece as n polos de F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ED4E3A-15D2-4E22-B7C8-28EDDEFF1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Observamos que n é a ordem do sistema, o que significa que o LGR tem n caminhos, começando nos zeros de F, para K = -∞ , passando pelos polos de F, para K = 0 e terminando nos zeros de F, para K= +∞.</a:t>
            </a:r>
          </a:p>
          <a:p>
            <a:pPr marL="0" indent="0">
              <a:buNone/>
            </a:pPr>
            <a:r>
              <a:rPr lang="pt-BR" dirty="0"/>
              <a:t>1+KF(S)=0 =&gt; 1+KQ/P=0 =&gt; </a:t>
            </a:r>
          </a:p>
          <a:p>
            <a:pPr marL="0" indent="0">
              <a:buNone/>
            </a:pPr>
            <a:r>
              <a:rPr lang="pt-BR" dirty="0"/>
              <a:t>- P(S)+KQ(S)=0 =&gt; para K=0, os polos de malha fechada são os polos de F. O LGR passa pelos polos de F para K=0.</a:t>
            </a:r>
          </a:p>
          <a:p>
            <a:pPr>
              <a:buFontTx/>
              <a:buChar char="-"/>
            </a:pPr>
            <a:r>
              <a:rPr lang="pt-BR" dirty="0"/>
              <a:t>Q(S)+[P(S)/K]=0 =&gt; para K=±∞, os polos de malha fechada são os zeros de F. O LGR inicia e termina nos zeros de F.</a:t>
            </a:r>
          </a:p>
          <a:p>
            <a:pPr marL="0" indent="0">
              <a:buNone/>
            </a:pPr>
            <a:r>
              <a:rPr lang="pt-BR" dirty="0"/>
              <a:t>“m” caminhos começam e terminam nos zeros finitos e (</a:t>
            </a:r>
            <a:r>
              <a:rPr lang="pt-BR" dirty="0" err="1"/>
              <a:t>n-m</a:t>
            </a:r>
            <a:r>
              <a:rPr lang="pt-BR" dirty="0"/>
              <a:t>) começam e terminam nas  “assíntotas”, respectivamente, negativas e positivas.</a:t>
            </a:r>
          </a:p>
          <a:p>
            <a:pPr>
              <a:buFontTx/>
              <a:buChar char="-"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417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ACD56-7FD4-44A4-BE0F-89A8DC30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Obtenção das assíntotas: centro.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9565DF3-A2DD-4F6C-922F-06B7E2862C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dirty="0"/>
                  <a:t>O centro das assíntotas, ou a intercessão das assíntotas, ou o </a:t>
                </a:r>
                <a:r>
                  <a:rPr lang="pt-BR" dirty="0" err="1"/>
                  <a:t>centróide</a:t>
                </a:r>
                <a:r>
                  <a:rPr lang="pt-BR" dirty="0"/>
                  <a:t> é obtido pela expressão:</a:t>
                </a:r>
              </a:p>
              <a:p>
                <a:pPr marL="0" indent="0">
                  <a:buNone/>
                </a:pPr>
                <a:endParaRPr lang="pt-BR" b="0" dirty="0"/>
              </a:p>
              <a:p>
                <a:pPr marL="0" indent="0">
                  <a:buNone/>
                </a:pPr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𝑅𝑒𝑎𝑙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𝑝𝑜𝑙𝑜𝑠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𝑅𝑒𝑎𝑙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𝑧𝑒𝑟𝑜𝑠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𝑑𝑒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9565DF3-A2DD-4F6C-922F-06B7E2862C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71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3C11B-DE65-4CF3-9B39-5947B1A4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270"/>
            <a:ext cx="10515600" cy="881785"/>
          </a:xfrm>
        </p:spPr>
        <p:txBody>
          <a:bodyPr>
            <a:normAutofit/>
          </a:bodyPr>
          <a:lstStyle/>
          <a:p>
            <a:r>
              <a:rPr lang="pt-BR" sz="3600" dirty="0"/>
              <a:t>Obtenção das assíntotas: ângulos.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1176AED-356B-483B-9E4E-545C3CE23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361" y="1343889"/>
            <a:ext cx="8339894" cy="487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94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412BE-0DB1-4576-BAF8-E733DD2A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para os ângulos das assíntotas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04CF36-6CA9-47FA-921A-FE1BA19A8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.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BED23C52-B4FB-4FD3-8FD0-BE756A46C040}"/>
              </a:ext>
            </a:extLst>
          </p:cNvPr>
          <p:cNvGrpSpPr/>
          <p:nvPr/>
        </p:nvGrpSpPr>
        <p:grpSpPr>
          <a:xfrm>
            <a:off x="1593142" y="2118644"/>
            <a:ext cx="874080" cy="381600"/>
            <a:chOff x="1593142" y="2118644"/>
            <a:chExt cx="87408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D4F09D31-8494-4A58-A9A5-756245034E7E}"/>
                    </a:ext>
                  </a:extLst>
                </p14:cNvPr>
                <p14:cNvContentPartPr/>
                <p14:nvPr/>
              </p14:nvContentPartPr>
              <p14:xfrm>
                <a:off x="1645702" y="2118644"/>
                <a:ext cx="19080" cy="38160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D4F09D31-8494-4A58-A9A5-756245034E7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36702" y="2110004"/>
                  <a:ext cx="367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5B634F19-1ED6-41D1-9622-3E76B53A7992}"/>
                    </a:ext>
                  </a:extLst>
                </p14:cNvPr>
                <p14:cNvContentPartPr/>
                <p14:nvPr/>
              </p14:nvContentPartPr>
              <p14:xfrm>
                <a:off x="1593142" y="2131604"/>
                <a:ext cx="232560" cy="15840"/>
              </p14:xfrm>
            </p:contentPart>
          </mc:Choice>
          <mc:Fallback xmlns=""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5B634F19-1ED6-41D1-9622-3E76B53A79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4142" y="2122964"/>
                  <a:ext cx="250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EE8A3F61-C0E4-41FD-AB63-EF65BA6ED714}"/>
                    </a:ext>
                  </a:extLst>
                </p14:cNvPr>
                <p14:cNvContentPartPr/>
                <p14:nvPr/>
              </p14:nvContentPartPr>
              <p14:xfrm>
                <a:off x="1689982" y="2257604"/>
                <a:ext cx="165600" cy="1548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EE8A3F61-C0E4-41FD-AB63-EF65BA6ED71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80982" y="2248604"/>
                  <a:ext cx="183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69619962-5909-447C-B4FC-18E6BCC00C4A}"/>
                    </a:ext>
                  </a:extLst>
                </p14:cNvPr>
                <p14:cNvContentPartPr/>
                <p14:nvPr/>
              </p14:nvContentPartPr>
              <p14:xfrm>
                <a:off x="1992382" y="2188844"/>
                <a:ext cx="68400" cy="23760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69619962-5909-447C-B4FC-18E6BCC00C4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83382" y="2179844"/>
                  <a:ext cx="860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F7EC2264-99A3-4818-A60C-6C8A88B1450C}"/>
                    </a:ext>
                  </a:extLst>
                </p14:cNvPr>
                <p14:cNvContentPartPr/>
                <p14:nvPr/>
              </p14:nvContentPartPr>
              <p14:xfrm>
                <a:off x="2186782" y="2160404"/>
                <a:ext cx="164520" cy="27684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F7EC2264-99A3-4818-A60C-6C8A88B145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77782" y="2151764"/>
                  <a:ext cx="182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A90D1EB8-E892-4606-9408-B57575161B11}"/>
                    </a:ext>
                  </a:extLst>
                </p14:cNvPr>
                <p14:cNvContentPartPr/>
                <p14:nvPr/>
              </p14:nvContentPartPr>
              <p14:xfrm>
                <a:off x="2382262" y="2133044"/>
                <a:ext cx="84960" cy="32832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A90D1EB8-E892-4606-9408-B57575161B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73622" y="2124404"/>
                  <a:ext cx="10260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649C1D19-A80C-406C-86FD-F22D15C41413}"/>
              </a:ext>
            </a:extLst>
          </p:cNvPr>
          <p:cNvGrpSpPr/>
          <p:nvPr/>
        </p:nvGrpSpPr>
        <p:grpSpPr>
          <a:xfrm>
            <a:off x="2756662" y="2290364"/>
            <a:ext cx="270000" cy="106560"/>
            <a:chOff x="2756662" y="2290364"/>
            <a:chExt cx="270000" cy="10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685C33C0-8128-4BA4-A7E5-B14BE70947D8}"/>
                    </a:ext>
                  </a:extLst>
                </p14:cNvPr>
                <p14:cNvContentPartPr/>
                <p14:nvPr/>
              </p14:nvContentPartPr>
              <p14:xfrm>
                <a:off x="2756662" y="2290364"/>
                <a:ext cx="270000" cy="3816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685C33C0-8128-4BA4-A7E5-B14BE70947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48022" y="2281724"/>
                  <a:ext cx="287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DED7229F-21DD-4AD7-9310-37164E956F5F}"/>
                    </a:ext>
                  </a:extLst>
                </p14:cNvPr>
                <p14:cNvContentPartPr/>
                <p14:nvPr/>
              </p14:nvContentPartPr>
              <p14:xfrm>
                <a:off x="2839822" y="2382164"/>
                <a:ext cx="145440" cy="1476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DED7229F-21DD-4AD7-9310-37164E956F5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31182" y="2373164"/>
                  <a:ext cx="16308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3" name="Tinta 342">
                <a:extLst>
                  <a:ext uri="{FF2B5EF4-FFF2-40B4-BE49-F238E27FC236}">
                    <a16:creationId xmlns:a16="http://schemas.microsoft.com/office/drawing/2014/main" id="{CB8BF199-D429-457C-AF02-03572B7C3676}"/>
                  </a:ext>
                </a:extLst>
              </p14:cNvPr>
              <p14:cNvContentPartPr/>
              <p14:nvPr/>
            </p14:nvContentPartPr>
            <p14:xfrm>
              <a:off x="3727582" y="2116124"/>
              <a:ext cx="249120" cy="153720"/>
            </p14:xfrm>
          </p:contentPart>
        </mc:Choice>
        <mc:Fallback xmlns="">
          <p:pic>
            <p:nvPicPr>
              <p:cNvPr id="343" name="Tinta 342">
                <a:extLst>
                  <a:ext uri="{FF2B5EF4-FFF2-40B4-BE49-F238E27FC236}">
                    <a16:creationId xmlns:a16="http://schemas.microsoft.com/office/drawing/2014/main" id="{CB8BF199-D429-457C-AF02-03572B7C367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18582" y="2107484"/>
                <a:ext cx="266760" cy="17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Agrupar 32">
            <a:extLst>
              <a:ext uri="{FF2B5EF4-FFF2-40B4-BE49-F238E27FC236}">
                <a16:creationId xmlns:a16="http://schemas.microsoft.com/office/drawing/2014/main" id="{DF9540BC-FA04-4D54-8BF3-3C4B33C71468}"/>
              </a:ext>
            </a:extLst>
          </p:cNvPr>
          <p:cNvGrpSpPr/>
          <p:nvPr/>
        </p:nvGrpSpPr>
        <p:grpSpPr>
          <a:xfrm>
            <a:off x="4168582" y="2147084"/>
            <a:ext cx="568800" cy="231840"/>
            <a:chOff x="4168582" y="2147084"/>
            <a:chExt cx="56880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CC8EA625-C735-487F-8935-5E002A14C27A}"/>
                    </a:ext>
                  </a:extLst>
                </p14:cNvPr>
                <p14:cNvContentPartPr/>
                <p14:nvPr/>
              </p14:nvContentPartPr>
              <p14:xfrm>
                <a:off x="4168582" y="2147084"/>
                <a:ext cx="137880" cy="2318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CC8EA625-C735-487F-8935-5E002A14C2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59582" y="2138084"/>
                  <a:ext cx="1555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1A4B3691-24E4-4BF0-ABB5-1ECD059FF9C3}"/>
                    </a:ext>
                  </a:extLst>
                </p14:cNvPr>
                <p14:cNvContentPartPr/>
                <p14:nvPr/>
              </p14:nvContentPartPr>
              <p14:xfrm>
                <a:off x="4423462" y="2188844"/>
                <a:ext cx="147240" cy="16884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1A4B3691-24E4-4BF0-ABB5-1ECD059FF9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4462" y="2179844"/>
                  <a:ext cx="164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9C5E3737-9E3B-40CD-9DCE-44CDF7DC00B4}"/>
                    </a:ext>
                  </a:extLst>
                </p14:cNvPr>
                <p14:cNvContentPartPr/>
                <p14:nvPr/>
              </p14:nvContentPartPr>
              <p14:xfrm>
                <a:off x="4613182" y="2272004"/>
                <a:ext cx="124200" cy="36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9C5E3737-9E3B-40CD-9DCE-44CDF7DC00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04182" y="2263004"/>
                  <a:ext cx="14184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C13DAA11-0A43-486F-BB3B-C41453F80DE0}"/>
              </a:ext>
            </a:extLst>
          </p:cNvPr>
          <p:cNvGrpSpPr/>
          <p:nvPr/>
        </p:nvGrpSpPr>
        <p:grpSpPr>
          <a:xfrm>
            <a:off x="4928542" y="2133044"/>
            <a:ext cx="355320" cy="240120"/>
            <a:chOff x="4928542" y="2133044"/>
            <a:chExt cx="35532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6BD44019-492F-4850-B2C2-2390705124E0}"/>
                    </a:ext>
                  </a:extLst>
                </p14:cNvPr>
                <p14:cNvContentPartPr/>
                <p14:nvPr/>
              </p14:nvContentPartPr>
              <p14:xfrm>
                <a:off x="4973182" y="2173724"/>
                <a:ext cx="163080" cy="18108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6BD44019-492F-4850-B2C2-2390705124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64182" y="2165084"/>
                  <a:ext cx="180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3B08D4A4-1146-45CE-9ACE-FC5639942A52}"/>
                    </a:ext>
                  </a:extLst>
                </p14:cNvPr>
                <p14:cNvContentPartPr/>
                <p14:nvPr/>
              </p14:nvContentPartPr>
              <p14:xfrm>
                <a:off x="4928542" y="2260124"/>
                <a:ext cx="115200" cy="2448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3B08D4A4-1146-45CE-9ACE-FC5639942A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19902" y="2251484"/>
                  <a:ext cx="132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AA6B2390-0D08-4354-B0C5-5DCC6CE75273}"/>
                    </a:ext>
                  </a:extLst>
                </p14:cNvPr>
                <p14:cNvContentPartPr/>
                <p14:nvPr/>
              </p14:nvContentPartPr>
              <p14:xfrm>
                <a:off x="5278102" y="2243924"/>
                <a:ext cx="5760" cy="12924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AA6B2390-0D08-4354-B0C5-5DCC6CE7527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69102" y="2234924"/>
                  <a:ext cx="23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F8023E14-3760-4A30-B9AB-EDAC18B3A4A7}"/>
                    </a:ext>
                  </a:extLst>
                </p14:cNvPr>
                <p14:cNvContentPartPr/>
                <p14:nvPr/>
              </p14:nvContentPartPr>
              <p14:xfrm>
                <a:off x="5264422" y="2133044"/>
                <a:ext cx="360" cy="576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F8023E14-3760-4A30-B9AB-EDAC18B3A4A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55422" y="2124404"/>
                  <a:ext cx="18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BFCB0C41-98B5-4077-913E-87C760AC9C63}"/>
              </a:ext>
            </a:extLst>
          </p:cNvPr>
          <p:cNvGrpSpPr/>
          <p:nvPr/>
        </p:nvGrpSpPr>
        <p:grpSpPr>
          <a:xfrm>
            <a:off x="5456302" y="1953044"/>
            <a:ext cx="931320" cy="564120"/>
            <a:chOff x="5456302" y="1953044"/>
            <a:chExt cx="931320" cy="56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19E21EBD-F963-42F6-8A13-360A39900BCA}"/>
                    </a:ext>
                  </a:extLst>
                </p14:cNvPr>
                <p14:cNvContentPartPr/>
                <p14:nvPr/>
              </p14:nvContentPartPr>
              <p14:xfrm>
                <a:off x="5456302" y="1980764"/>
                <a:ext cx="58320" cy="35280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19E21EBD-F963-42F6-8A13-360A39900BC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47662" y="1971764"/>
                  <a:ext cx="759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0AD8E8C4-F90B-41C5-9D2D-3574D2D4B164}"/>
                    </a:ext>
                  </a:extLst>
                </p14:cNvPr>
                <p14:cNvContentPartPr/>
                <p14:nvPr/>
              </p14:nvContentPartPr>
              <p14:xfrm>
                <a:off x="5588062" y="1953044"/>
                <a:ext cx="341640" cy="47844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0AD8E8C4-F90B-41C5-9D2D-3574D2D4B16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79062" y="1944404"/>
                  <a:ext cx="3592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EE341463-DDFF-4A46-B85E-4D9EB11CB0E6}"/>
                    </a:ext>
                  </a:extLst>
                </p14:cNvPr>
                <p14:cNvContentPartPr/>
                <p14:nvPr/>
              </p14:nvContentPartPr>
              <p14:xfrm>
                <a:off x="5998822" y="2188844"/>
                <a:ext cx="84600" cy="20556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EE341463-DDFF-4A46-B85E-4D9EB11CB0E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89822" y="2179844"/>
                  <a:ext cx="1022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C441FE9B-39D4-41D5-804D-804DBCAB3F2E}"/>
                    </a:ext>
                  </a:extLst>
                </p14:cNvPr>
                <p14:cNvContentPartPr/>
                <p14:nvPr/>
              </p14:nvContentPartPr>
              <p14:xfrm>
                <a:off x="6178822" y="2174444"/>
                <a:ext cx="25920" cy="23112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C441FE9B-39D4-41D5-804D-804DBCAB3F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69822" y="2165444"/>
                  <a:ext cx="43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EF27648A-A473-489B-9C30-DE855B8D3DC3}"/>
                    </a:ext>
                  </a:extLst>
                </p14:cNvPr>
                <p14:cNvContentPartPr/>
                <p14:nvPr/>
              </p14:nvContentPartPr>
              <p14:xfrm>
                <a:off x="6012502" y="2044484"/>
                <a:ext cx="356400" cy="15264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EF27648A-A473-489B-9C30-DE855B8D3DC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03502" y="2035484"/>
                  <a:ext cx="374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C2F89EF0-CC64-4D53-AF51-3A0BDD74D5CD}"/>
                    </a:ext>
                  </a:extLst>
                </p14:cNvPr>
                <p14:cNvContentPartPr/>
                <p14:nvPr/>
              </p14:nvContentPartPr>
              <p14:xfrm>
                <a:off x="6281422" y="2396204"/>
                <a:ext cx="106200" cy="1209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C2F89EF0-CC64-4D53-AF51-3A0BDD74D5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72782" y="2387564"/>
                  <a:ext cx="123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559A897D-6BE3-4FBB-BBF0-B27C7FF817AF}"/>
                    </a:ext>
                  </a:extLst>
                </p14:cNvPr>
                <p14:cNvContentPartPr/>
                <p14:nvPr/>
              </p14:nvContentPartPr>
              <p14:xfrm>
                <a:off x="6339382" y="2285684"/>
                <a:ext cx="5760" cy="1944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559A897D-6BE3-4FBB-BBF0-B27C7FF817A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30742" y="2277044"/>
                  <a:ext cx="2340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247993BA-B4D1-47FA-B093-7C660E3B84B4}"/>
                  </a:ext>
                </a:extLst>
              </p14:cNvPr>
              <p14:cNvContentPartPr/>
              <p14:nvPr/>
            </p14:nvContentPartPr>
            <p14:xfrm>
              <a:off x="6178822" y="1845044"/>
              <a:ext cx="98280" cy="83160"/>
            </p14:xfrm>
          </p:contentPart>
        </mc:Choice>
        <mc:Fallback xmlns=""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247993BA-B4D1-47FA-B093-7C660E3B84B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169822" y="1836044"/>
                <a:ext cx="115920" cy="1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Agrupar 55">
            <a:extLst>
              <a:ext uri="{FF2B5EF4-FFF2-40B4-BE49-F238E27FC236}">
                <a16:creationId xmlns:a16="http://schemas.microsoft.com/office/drawing/2014/main" id="{7ADEB09E-5755-4E77-BABE-163577B03AA1}"/>
              </a:ext>
            </a:extLst>
          </p:cNvPr>
          <p:cNvGrpSpPr/>
          <p:nvPr/>
        </p:nvGrpSpPr>
        <p:grpSpPr>
          <a:xfrm>
            <a:off x="6542422" y="2119364"/>
            <a:ext cx="561600" cy="214920"/>
            <a:chOff x="6542422" y="2119364"/>
            <a:chExt cx="56160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3B0C1144-123B-4DDD-B881-F12542EC02C4}"/>
                    </a:ext>
                  </a:extLst>
                </p14:cNvPr>
                <p14:cNvContentPartPr/>
                <p14:nvPr/>
              </p14:nvContentPartPr>
              <p14:xfrm>
                <a:off x="6542422" y="2119364"/>
                <a:ext cx="88920" cy="21492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3B0C1144-123B-4DDD-B881-F12542EC02C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33422" y="2110724"/>
                  <a:ext cx="1065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B402D2A3-FC7A-4F37-AE58-37BC2AA30198}"/>
                    </a:ext>
                  </a:extLst>
                </p14:cNvPr>
                <p14:cNvContentPartPr/>
                <p14:nvPr/>
              </p14:nvContentPartPr>
              <p14:xfrm>
                <a:off x="6732142" y="2133044"/>
                <a:ext cx="152640" cy="15516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B402D2A3-FC7A-4F37-AE58-37BC2AA3019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23502" y="2124404"/>
                  <a:ext cx="1702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1EE02857-422A-4176-92AA-93B14A6CD11E}"/>
                    </a:ext>
                  </a:extLst>
                </p14:cNvPr>
                <p14:cNvContentPartPr/>
                <p14:nvPr/>
              </p14:nvContentPartPr>
              <p14:xfrm>
                <a:off x="7023742" y="2216204"/>
                <a:ext cx="80280" cy="36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1EE02857-422A-4176-92AA-93B14A6CD11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15102" y="2207564"/>
                  <a:ext cx="979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93B1FDE9-7BE3-4191-A7AB-8C92A9031F70}"/>
              </a:ext>
            </a:extLst>
          </p:cNvPr>
          <p:cNvGrpSpPr/>
          <p:nvPr/>
        </p:nvGrpSpPr>
        <p:grpSpPr>
          <a:xfrm>
            <a:off x="7344862" y="1980764"/>
            <a:ext cx="622440" cy="441000"/>
            <a:chOff x="7344862" y="1980764"/>
            <a:chExt cx="622440" cy="44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9508B06B-B741-4B8E-8E1C-ED08EB9C2D62}"/>
                    </a:ext>
                  </a:extLst>
                </p14:cNvPr>
                <p14:cNvContentPartPr/>
                <p14:nvPr/>
              </p14:nvContentPartPr>
              <p14:xfrm>
                <a:off x="7344862" y="2131244"/>
                <a:ext cx="191880" cy="29052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9508B06B-B741-4B8E-8E1C-ED08EB9C2D6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35862" y="2122604"/>
                  <a:ext cx="2095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583C40AA-D925-442F-8662-A4C5CC12B52A}"/>
                    </a:ext>
                  </a:extLst>
                </p14:cNvPr>
                <p14:cNvContentPartPr/>
                <p14:nvPr/>
              </p14:nvContentPartPr>
              <p14:xfrm>
                <a:off x="7667782" y="2202524"/>
                <a:ext cx="79560" cy="20412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583C40AA-D925-442F-8662-A4C5CC12B5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59142" y="2193884"/>
                  <a:ext cx="972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484A741F-63E9-4E6A-82BB-65D31423CAEA}"/>
                    </a:ext>
                  </a:extLst>
                </p14:cNvPr>
                <p14:cNvContentPartPr/>
                <p14:nvPr/>
              </p14:nvContentPartPr>
              <p14:xfrm>
                <a:off x="7727542" y="2058524"/>
                <a:ext cx="9360" cy="1008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484A741F-63E9-4E6A-82BB-65D31423CAE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18902" y="2049524"/>
                  <a:ext cx="27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FFC5518F-5CAC-4F86-8B7A-981EDEC3BF49}"/>
                    </a:ext>
                  </a:extLst>
                </p14:cNvPr>
                <p14:cNvContentPartPr/>
                <p14:nvPr/>
              </p14:nvContentPartPr>
              <p14:xfrm>
                <a:off x="7882342" y="1980764"/>
                <a:ext cx="84960" cy="35136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FFC5518F-5CAC-4F86-8B7A-981EDEC3BF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73702" y="1971764"/>
                  <a:ext cx="10260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09B593E8-EFBA-44D8-8B04-5A7B8AAD20C9}"/>
              </a:ext>
            </a:extLst>
          </p:cNvPr>
          <p:cNvGrpSpPr/>
          <p:nvPr/>
        </p:nvGrpSpPr>
        <p:grpSpPr>
          <a:xfrm>
            <a:off x="8131822" y="2105684"/>
            <a:ext cx="456840" cy="212760"/>
            <a:chOff x="8131822" y="2105684"/>
            <a:chExt cx="45684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9BB30D4B-363A-47DB-AE40-20AD490403C4}"/>
                    </a:ext>
                  </a:extLst>
                </p14:cNvPr>
                <p14:cNvContentPartPr/>
                <p14:nvPr/>
              </p14:nvContentPartPr>
              <p14:xfrm>
                <a:off x="8146222" y="2188124"/>
                <a:ext cx="212040" cy="1584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9BB30D4B-363A-47DB-AE40-20AD490403C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37582" y="2179484"/>
                  <a:ext cx="229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8D1DCECE-9B39-4F68-BF2B-F09FBB2F73B2}"/>
                    </a:ext>
                  </a:extLst>
                </p14:cNvPr>
                <p14:cNvContentPartPr/>
                <p14:nvPr/>
              </p14:nvContentPartPr>
              <p14:xfrm>
                <a:off x="8131822" y="2257604"/>
                <a:ext cx="262440" cy="36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8D1DCECE-9B39-4F68-BF2B-F09FBB2F73B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23182" y="2248604"/>
                  <a:ext cx="280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D18A50F4-A8D3-42DB-B505-07B94360BA79}"/>
                    </a:ext>
                  </a:extLst>
                </p14:cNvPr>
                <p14:cNvContentPartPr/>
                <p14:nvPr/>
              </p14:nvContentPartPr>
              <p14:xfrm>
                <a:off x="8403982" y="2105684"/>
                <a:ext cx="184680" cy="21276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D18A50F4-A8D3-42DB-B505-07B94360BA7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95342" y="2096684"/>
                  <a:ext cx="20232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9C913181-4A77-4F35-BE9D-2A07DCD2E6BB}"/>
              </a:ext>
            </a:extLst>
          </p:cNvPr>
          <p:cNvGrpSpPr/>
          <p:nvPr/>
        </p:nvGrpSpPr>
        <p:grpSpPr>
          <a:xfrm>
            <a:off x="1209022" y="2770604"/>
            <a:ext cx="562680" cy="362880"/>
            <a:chOff x="1209022" y="2770604"/>
            <a:chExt cx="562680" cy="36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58798074-4D5C-444B-A52F-4CA92A974020}"/>
                    </a:ext>
                  </a:extLst>
                </p14:cNvPr>
                <p14:cNvContentPartPr/>
                <p14:nvPr/>
              </p14:nvContentPartPr>
              <p14:xfrm>
                <a:off x="1209022" y="2770604"/>
                <a:ext cx="562680" cy="36288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58798074-4D5C-444B-A52F-4CA92A97402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00022" y="2761964"/>
                  <a:ext cx="5803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7C1B8B10-C7E2-4327-A7DB-86881EE6D57C}"/>
                    </a:ext>
                  </a:extLst>
                </p14:cNvPr>
                <p14:cNvContentPartPr/>
                <p14:nvPr/>
              </p14:nvContentPartPr>
              <p14:xfrm>
                <a:off x="1504582" y="2839364"/>
                <a:ext cx="5760" cy="12420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7C1B8B10-C7E2-4327-A7DB-86881EE6D57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95582" y="2830724"/>
                  <a:ext cx="23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C538D553-2FD6-4CF8-9743-C86EE71B710B}"/>
                    </a:ext>
                  </a:extLst>
                </p14:cNvPr>
                <p14:cNvContentPartPr/>
                <p14:nvPr/>
              </p14:nvContentPartPr>
              <p14:xfrm>
                <a:off x="1537342" y="2784644"/>
                <a:ext cx="137160" cy="1152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C538D553-2FD6-4CF8-9743-C86EE71B710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28702" y="2775644"/>
                  <a:ext cx="154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467173DF-BC32-4196-A7C0-A026E8177092}"/>
                    </a:ext>
                  </a:extLst>
                </p14:cNvPr>
                <p14:cNvContentPartPr/>
                <p14:nvPr/>
              </p14:nvContentPartPr>
              <p14:xfrm>
                <a:off x="1551022" y="2854484"/>
                <a:ext cx="110520" cy="2736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467173DF-BC32-4196-A7C0-A026E817709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42382" y="2845844"/>
                  <a:ext cx="12816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C63905B5-0EEB-4A92-8B2A-5A004B01DE2C}"/>
              </a:ext>
            </a:extLst>
          </p:cNvPr>
          <p:cNvGrpSpPr/>
          <p:nvPr/>
        </p:nvGrpSpPr>
        <p:grpSpPr>
          <a:xfrm>
            <a:off x="2136382" y="2936924"/>
            <a:ext cx="78120" cy="51120"/>
            <a:chOff x="2136382" y="2936924"/>
            <a:chExt cx="78120" cy="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D53494C5-2605-4E4D-AA1E-3C0F21BB3873}"/>
                    </a:ext>
                  </a:extLst>
                </p14:cNvPr>
                <p14:cNvContentPartPr/>
                <p14:nvPr/>
              </p14:nvContentPartPr>
              <p14:xfrm>
                <a:off x="2136382" y="2936924"/>
                <a:ext cx="23400" cy="360"/>
              </p14:xfrm>
            </p:contentPart>
          </mc:Choice>
          <mc:Fallback xmlns=""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D53494C5-2605-4E4D-AA1E-3C0F21BB387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27742" y="2928284"/>
                  <a:ext cx="41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3078FF4E-1AD2-4924-9D5B-668A81EC76F1}"/>
                    </a:ext>
                  </a:extLst>
                </p14:cNvPr>
                <p14:cNvContentPartPr/>
                <p14:nvPr/>
              </p14:nvContentPartPr>
              <p14:xfrm>
                <a:off x="2136742" y="2977604"/>
                <a:ext cx="77760" cy="10440"/>
              </p14:xfrm>
            </p:contentPart>
          </mc:Choice>
          <mc:Fallback xmlns=""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3078FF4E-1AD2-4924-9D5B-668A81EC76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27742" y="2968604"/>
                  <a:ext cx="9540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AFDE62FB-7B3E-4F5E-8595-1918E1F93EFA}"/>
              </a:ext>
            </a:extLst>
          </p:cNvPr>
          <p:cNvGrpSpPr/>
          <p:nvPr/>
        </p:nvGrpSpPr>
        <p:grpSpPr>
          <a:xfrm>
            <a:off x="3762862" y="2645684"/>
            <a:ext cx="1267560" cy="584280"/>
            <a:chOff x="3762862" y="2645684"/>
            <a:chExt cx="1267560" cy="5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3F0B20EF-B8CC-4E36-9651-002B8C69157B}"/>
                    </a:ext>
                  </a:extLst>
                </p14:cNvPr>
                <p14:cNvContentPartPr/>
                <p14:nvPr/>
              </p14:nvContentPartPr>
              <p14:xfrm>
                <a:off x="3762862" y="2645684"/>
                <a:ext cx="1267560" cy="58428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3F0B20EF-B8CC-4E36-9651-002B8C69157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53862" y="2637044"/>
                  <a:ext cx="128520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7D8EEC1E-5928-486B-B5FA-F1FB6D470455}"/>
                    </a:ext>
                  </a:extLst>
                </p14:cNvPr>
                <p14:cNvContentPartPr/>
                <p14:nvPr/>
              </p14:nvContentPartPr>
              <p14:xfrm>
                <a:off x="3955822" y="2825684"/>
                <a:ext cx="228240" cy="25128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7D8EEC1E-5928-486B-B5FA-F1FB6D47045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47182" y="2817044"/>
                  <a:ext cx="2458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2D692A59-ED44-4128-81CA-D49C90CD7240}"/>
                    </a:ext>
                  </a:extLst>
                </p14:cNvPr>
                <p14:cNvContentPartPr/>
                <p14:nvPr/>
              </p14:nvContentPartPr>
              <p14:xfrm>
                <a:off x="4294222" y="2937644"/>
                <a:ext cx="92520" cy="2772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2D692A59-ED44-4128-81CA-D49C90CD724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85582" y="2928644"/>
                  <a:ext cx="110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F2146DED-F01E-4449-B4F1-FDA59D29A7DB}"/>
                    </a:ext>
                  </a:extLst>
                </p14:cNvPr>
                <p14:cNvContentPartPr/>
                <p14:nvPr/>
              </p14:nvContentPartPr>
              <p14:xfrm>
                <a:off x="4543702" y="2894804"/>
                <a:ext cx="178920" cy="1972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F2146DED-F01E-4449-B4F1-FDA59D29A7D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34702" y="2885804"/>
                  <a:ext cx="196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50B2F419-4654-4DDD-8BDF-847408FA0B1D}"/>
                    </a:ext>
                  </a:extLst>
                </p14:cNvPr>
                <p14:cNvContentPartPr/>
                <p14:nvPr/>
              </p14:nvContentPartPr>
              <p14:xfrm>
                <a:off x="4557382" y="2964644"/>
                <a:ext cx="109440" cy="36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50B2F419-4654-4DDD-8BDF-847408FA0B1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48742" y="2955644"/>
                  <a:ext cx="127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3D2F5626-2D69-432A-A0E0-990A2FAA2164}"/>
                    </a:ext>
                  </a:extLst>
                </p14:cNvPr>
                <p14:cNvContentPartPr/>
                <p14:nvPr/>
              </p14:nvContentPartPr>
              <p14:xfrm>
                <a:off x="4848622" y="2964644"/>
                <a:ext cx="38880" cy="8352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3D2F5626-2D69-432A-A0E0-990A2FAA216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39982" y="2955644"/>
                  <a:ext cx="565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D84D60EF-81CF-4BCE-BBD3-BEB4EB488773}"/>
                    </a:ext>
                  </a:extLst>
                </p14:cNvPr>
                <p14:cNvContentPartPr/>
                <p14:nvPr/>
              </p14:nvContentPartPr>
              <p14:xfrm>
                <a:off x="4876342" y="2781404"/>
                <a:ext cx="360" cy="360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D84D60EF-81CF-4BCE-BBD3-BEB4EB48877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67342" y="2772404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D7E88024-D011-4762-B006-6E932DD27EEC}"/>
                  </a:ext>
                </a:extLst>
              </p14:cNvPr>
              <p14:cNvContentPartPr/>
              <p14:nvPr/>
            </p14:nvContentPartPr>
            <p14:xfrm>
              <a:off x="5458102" y="2908124"/>
              <a:ext cx="189360" cy="44280"/>
            </p14:xfrm>
          </p:contentPart>
        </mc:Choice>
        <mc:Fallback xmlns=""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D7E88024-D011-4762-B006-6E932DD27EEC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449102" y="2899484"/>
                <a:ext cx="20700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Agrupar 97">
            <a:extLst>
              <a:ext uri="{FF2B5EF4-FFF2-40B4-BE49-F238E27FC236}">
                <a16:creationId xmlns:a16="http://schemas.microsoft.com/office/drawing/2014/main" id="{32CEEE8E-26EB-4193-8059-4A627B43961D}"/>
              </a:ext>
            </a:extLst>
          </p:cNvPr>
          <p:cNvGrpSpPr/>
          <p:nvPr/>
        </p:nvGrpSpPr>
        <p:grpSpPr>
          <a:xfrm>
            <a:off x="5956162" y="2631245"/>
            <a:ext cx="707400" cy="583560"/>
            <a:chOff x="5972902" y="2618324"/>
            <a:chExt cx="707400" cy="58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C56BAA08-035C-4683-8234-F7DDC43E32FE}"/>
                    </a:ext>
                  </a:extLst>
                </p14:cNvPr>
                <p14:cNvContentPartPr/>
                <p14:nvPr/>
              </p14:nvContentPartPr>
              <p14:xfrm>
                <a:off x="6026182" y="2770604"/>
                <a:ext cx="417600" cy="1440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C56BAA08-035C-4683-8234-F7DDC43E32F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017542" y="2761964"/>
                  <a:ext cx="435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64" name="Tinta 363">
                  <a:extLst>
                    <a:ext uri="{FF2B5EF4-FFF2-40B4-BE49-F238E27FC236}">
                      <a16:creationId xmlns:a16="http://schemas.microsoft.com/office/drawing/2014/main" id="{0D463118-91E8-4173-B1A6-19CC3AA829CD}"/>
                    </a:ext>
                  </a:extLst>
                </p14:cNvPr>
                <p14:cNvContentPartPr/>
                <p14:nvPr/>
              </p14:nvContentPartPr>
              <p14:xfrm>
                <a:off x="5972902" y="2784644"/>
                <a:ext cx="496800" cy="417240"/>
              </p14:xfrm>
            </p:contentPart>
          </mc:Choice>
          <mc:Fallback xmlns="">
            <p:pic>
              <p:nvPicPr>
                <p:cNvPr id="364" name="Tinta 363">
                  <a:extLst>
                    <a:ext uri="{FF2B5EF4-FFF2-40B4-BE49-F238E27FC236}">
                      <a16:creationId xmlns:a16="http://schemas.microsoft.com/office/drawing/2014/main" id="{0D463118-91E8-4173-B1A6-19CC3AA829C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963902" y="2775644"/>
                  <a:ext cx="51444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8800662A-E9A2-430B-8E3D-248852BAF076}"/>
                    </a:ext>
                  </a:extLst>
                </p14:cNvPr>
                <p14:cNvContentPartPr/>
                <p14:nvPr/>
              </p14:nvContentPartPr>
              <p14:xfrm>
                <a:off x="6552502" y="2618324"/>
                <a:ext cx="127800" cy="17316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8800662A-E9A2-430B-8E3D-248852BAF07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543502" y="2609324"/>
                  <a:ext cx="14544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FB0AD197-AD11-4779-AC55-9337AF84804E}"/>
              </a:ext>
            </a:extLst>
          </p:cNvPr>
          <p:cNvGrpSpPr/>
          <p:nvPr/>
        </p:nvGrpSpPr>
        <p:grpSpPr>
          <a:xfrm>
            <a:off x="6846622" y="2728844"/>
            <a:ext cx="1378440" cy="472320"/>
            <a:chOff x="6846622" y="2728844"/>
            <a:chExt cx="1378440" cy="4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BE057964-27C9-4F0D-A734-5A648A284A1A}"/>
                    </a:ext>
                  </a:extLst>
                </p14:cNvPr>
                <p14:cNvContentPartPr/>
                <p14:nvPr/>
              </p14:nvContentPartPr>
              <p14:xfrm>
                <a:off x="6846622" y="2728844"/>
                <a:ext cx="1378440" cy="47232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BE057964-27C9-4F0D-A734-5A648A284A1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837622" y="2719844"/>
                  <a:ext cx="13960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343B1DE8-705A-4196-8A3F-F01DE47B60AE}"/>
                    </a:ext>
                  </a:extLst>
                </p14:cNvPr>
                <p14:cNvContentPartPr/>
                <p14:nvPr/>
              </p14:nvContentPartPr>
              <p14:xfrm>
                <a:off x="7150462" y="2825684"/>
                <a:ext cx="106200" cy="19512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343B1DE8-705A-4196-8A3F-F01DE47B60A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141822" y="2817044"/>
                  <a:ext cx="123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484FCC9A-5A4D-41E8-8938-7299E2825F80}"/>
                    </a:ext>
                  </a:extLst>
                </p14:cNvPr>
                <p14:cNvContentPartPr/>
                <p14:nvPr/>
              </p14:nvContentPartPr>
              <p14:xfrm>
                <a:off x="7324702" y="2812004"/>
                <a:ext cx="154440" cy="18360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484FCC9A-5A4D-41E8-8938-7299E2825F8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16062" y="2803004"/>
                  <a:ext cx="1720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08C733FF-B7A3-42BD-9E4C-BA7708BC9B63}"/>
                    </a:ext>
                  </a:extLst>
                </p14:cNvPr>
                <p14:cNvContentPartPr/>
                <p14:nvPr/>
              </p14:nvContentPartPr>
              <p14:xfrm>
                <a:off x="7619542" y="2908844"/>
                <a:ext cx="112320" cy="1764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08C733FF-B7A3-42BD-9E4C-BA7708BC9B6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10542" y="2899844"/>
                  <a:ext cx="12996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3B039CFF-F7A6-4E00-9979-D15A03DBAF89}"/>
              </a:ext>
            </a:extLst>
          </p:cNvPr>
          <p:cNvGrpSpPr/>
          <p:nvPr/>
        </p:nvGrpSpPr>
        <p:grpSpPr>
          <a:xfrm>
            <a:off x="7910782" y="2728844"/>
            <a:ext cx="277200" cy="335520"/>
            <a:chOff x="7910782" y="2728844"/>
            <a:chExt cx="27720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DA93979E-58DC-4741-A0A1-B813B8E6E303}"/>
                    </a:ext>
                  </a:extLst>
                </p14:cNvPr>
                <p14:cNvContentPartPr/>
                <p14:nvPr/>
              </p14:nvContentPartPr>
              <p14:xfrm>
                <a:off x="7910782" y="2798324"/>
                <a:ext cx="140040" cy="22392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DA93979E-58DC-4741-A0A1-B813B8E6E30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901782" y="2789324"/>
                  <a:ext cx="157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538ABB32-DB2F-4882-BD8E-70D7AFFEB237}"/>
                    </a:ext>
                  </a:extLst>
                </p14:cNvPr>
                <p14:cNvContentPartPr/>
                <p14:nvPr/>
              </p14:nvContentPartPr>
              <p14:xfrm>
                <a:off x="8069902" y="2908844"/>
                <a:ext cx="105840" cy="15552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538ABB32-DB2F-4882-BD8E-70D7AFFEB23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61262" y="2899844"/>
                  <a:ext cx="123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0BDA43A2-0EEC-42A3-B1C1-BABA095EBA19}"/>
                    </a:ext>
                  </a:extLst>
                </p14:cNvPr>
                <p14:cNvContentPartPr/>
                <p14:nvPr/>
              </p14:nvContentPartPr>
              <p14:xfrm>
                <a:off x="8182222" y="2728844"/>
                <a:ext cx="5760" cy="3240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0BDA43A2-0EEC-42A3-B1C1-BABA095EBA1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173222" y="2719844"/>
                  <a:ext cx="2340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10393BA8-3CD2-43C5-9E32-8CA828A1B9A5}"/>
                  </a:ext>
                </a:extLst>
              </p14:cNvPr>
              <p14:cNvContentPartPr/>
              <p14:nvPr/>
            </p14:nvContentPartPr>
            <p14:xfrm>
              <a:off x="8713942" y="3130604"/>
              <a:ext cx="82800" cy="19764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10393BA8-3CD2-43C5-9E32-8CA828A1B9A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704942" y="3121964"/>
                <a:ext cx="10044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93D0B3F5-F195-410F-95D6-2FC7FB496FE0}"/>
                  </a:ext>
                </a:extLst>
              </p14:cNvPr>
              <p14:cNvContentPartPr/>
              <p14:nvPr/>
            </p14:nvContentPartPr>
            <p14:xfrm>
              <a:off x="9141262" y="2825684"/>
              <a:ext cx="382320" cy="274320"/>
            </p14:xfrm>
          </p:contentPart>
        </mc:Choice>
        <mc:Fallback xmlns=""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93D0B3F5-F195-410F-95D6-2FC7FB496FE0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132622" y="2817044"/>
                <a:ext cx="399960" cy="29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F0E4D3E7-87DE-4A13-9939-9E6320C90B61}"/>
              </a:ext>
            </a:extLst>
          </p:cNvPr>
          <p:cNvGrpSpPr/>
          <p:nvPr/>
        </p:nvGrpSpPr>
        <p:grpSpPr>
          <a:xfrm>
            <a:off x="9789982" y="2825684"/>
            <a:ext cx="1288800" cy="236160"/>
            <a:chOff x="9789982" y="2825684"/>
            <a:chExt cx="128880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67F8352D-BDA0-4C1B-AB45-070EE0DB4768}"/>
                    </a:ext>
                  </a:extLst>
                </p14:cNvPr>
                <p14:cNvContentPartPr/>
                <p14:nvPr/>
              </p14:nvContentPartPr>
              <p14:xfrm>
                <a:off x="9789982" y="2825684"/>
                <a:ext cx="197640" cy="23616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67F8352D-BDA0-4C1B-AB45-070EE0DB476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781342" y="2817044"/>
                  <a:ext cx="2152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3E03E6DA-C4CD-48A5-A420-D6EC1C74E576}"/>
                    </a:ext>
                  </a:extLst>
                </p14:cNvPr>
                <p14:cNvContentPartPr/>
                <p14:nvPr/>
              </p14:nvContentPartPr>
              <p14:xfrm>
                <a:off x="10126942" y="2893724"/>
                <a:ext cx="468000" cy="11160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3E03E6DA-C4CD-48A5-A420-D6EC1C74E57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118302" y="2885084"/>
                  <a:ext cx="485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35BB7449-3435-4BA7-A63B-6C929A7BD873}"/>
                    </a:ext>
                  </a:extLst>
                </p14:cNvPr>
                <p14:cNvContentPartPr/>
                <p14:nvPr/>
              </p14:nvContentPartPr>
              <p14:xfrm>
                <a:off x="10765222" y="2864924"/>
                <a:ext cx="139680" cy="13032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35BB7449-3435-4BA7-A63B-6C929A7BD87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756222" y="2855924"/>
                  <a:ext cx="157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B42E27C3-D29B-4169-AC91-B308A8F5A3DC}"/>
                    </a:ext>
                  </a:extLst>
                </p14:cNvPr>
                <p14:cNvContentPartPr/>
                <p14:nvPr/>
              </p14:nvContentPartPr>
              <p14:xfrm>
                <a:off x="10863142" y="2837924"/>
                <a:ext cx="215640" cy="14292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B42E27C3-D29B-4169-AC91-B308A8F5A3D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854142" y="2828924"/>
                  <a:ext cx="233280" cy="16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4F93595D-7CD5-4387-A9D6-E3CCEA58E8E1}"/>
                  </a:ext>
                </a:extLst>
              </p14:cNvPr>
              <p14:cNvContentPartPr/>
              <p14:nvPr/>
            </p14:nvContentPartPr>
            <p14:xfrm>
              <a:off x="4313302" y="2673044"/>
              <a:ext cx="493560" cy="709200"/>
            </p14:xfrm>
          </p:contentPart>
        </mc:Choice>
        <mc:Fallback xmlns=""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4F93595D-7CD5-4387-A9D6-E3CCEA58E8E1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295662" y="2655404"/>
                <a:ext cx="529200" cy="74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BDE761A2-AEBF-41FF-89A7-8120FDB2C1CA}"/>
                  </a:ext>
                </a:extLst>
              </p14:cNvPr>
              <p14:cNvContentPartPr/>
              <p14:nvPr/>
            </p14:nvContentPartPr>
            <p14:xfrm>
              <a:off x="7715662" y="2535164"/>
              <a:ext cx="406080" cy="784080"/>
            </p14:xfrm>
          </p:contentPart>
        </mc:Choice>
        <mc:Fallback xmlns=""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BDE761A2-AEBF-41FF-89A7-8120FDB2C1CA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697662" y="2517164"/>
                <a:ext cx="441720" cy="81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7E6C1F33-FE25-493D-923C-B9EA91C3B8C1}"/>
              </a:ext>
            </a:extLst>
          </p:cNvPr>
          <p:cNvGrpSpPr/>
          <p:nvPr/>
        </p:nvGrpSpPr>
        <p:grpSpPr>
          <a:xfrm>
            <a:off x="1248622" y="3951764"/>
            <a:ext cx="797760" cy="567720"/>
            <a:chOff x="1248622" y="3951764"/>
            <a:chExt cx="79776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9BBBB868-76E8-4433-B19C-C9A2F3FEFFBE}"/>
                    </a:ext>
                  </a:extLst>
                </p14:cNvPr>
                <p14:cNvContentPartPr/>
                <p14:nvPr/>
              </p14:nvContentPartPr>
              <p14:xfrm>
                <a:off x="1248622" y="4100804"/>
                <a:ext cx="797760" cy="41868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9BBBB868-76E8-4433-B19C-C9A2F3FEFFB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230622" y="4082804"/>
                  <a:ext cx="83340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078EEF20-D6FD-4177-ABBA-034FD51082AF}"/>
                    </a:ext>
                  </a:extLst>
                </p14:cNvPr>
                <p14:cNvContentPartPr/>
                <p14:nvPr/>
              </p14:nvContentPartPr>
              <p14:xfrm>
                <a:off x="1634182" y="4059044"/>
                <a:ext cx="42840" cy="19224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078EEF20-D6FD-4177-ABBA-034FD51082A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616542" y="4041044"/>
                  <a:ext cx="784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7BD50051-45C2-4409-BF40-075E00DD1592}"/>
                    </a:ext>
                  </a:extLst>
                </p14:cNvPr>
                <p14:cNvContentPartPr/>
                <p14:nvPr/>
              </p14:nvContentPartPr>
              <p14:xfrm>
                <a:off x="1593142" y="3951764"/>
                <a:ext cx="281160" cy="2448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7BD50051-45C2-4409-BF40-075E00DD159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575142" y="3933764"/>
                  <a:ext cx="316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E13C3B53-62DA-4719-B45B-1813C22B5531}"/>
                    </a:ext>
                  </a:extLst>
                </p14:cNvPr>
                <p14:cNvContentPartPr/>
                <p14:nvPr/>
              </p14:nvContentPartPr>
              <p14:xfrm>
                <a:off x="1675942" y="4087484"/>
                <a:ext cx="192240" cy="2808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E13C3B53-62DA-4719-B45B-1813C22B553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658302" y="4069484"/>
                  <a:ext cx="22788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54" name="Tinta 153">
                <a:extLst>
                  <a:ext uri="{FF2B5EF4-FFF2-40B4-BE49-F238E27FC236}">
                    <a16:creationId xmlns:a16="http://schemas.microsoft.com/office/drawing/2014/main" id="{D6F74BD3-C999-4E4A-9DA7-B1A66BD2445F}"/>
                  </a:ext>
                </a:extLst>
              </p14:cNvPr>
              <p14:cNvContentPartPr/>
              <p14:nvPr/>
            </p14:nvContentPartPr>
            <p14:xfrm>
              <a:off x="2543902" y="4270364"/>
              <a:ext cx="283680" cy="12960"/>
            </p14:xfrm>
          </p:contentPart>
        </mc:Choice>
        <mc:Fallback xmlns="">
          <p:pic>
            <p:nvPicPr>
              <p:cNvPr id="154" name="Tinta 153">
                <a:extLst>
                  <a:ext uri="{FF2B5EF4-FFF2-40B4-BE49-F238E27FC236}">
                    <a16:creationId xmlns:a16="http://schemas.microsoft.com/office/drawing/2014/main" id="{D6F74BD3-C999-4E4A-9DA7-B1A66BD2445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2525902" y="4252364"/>
                <a:ext cx="31932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D9BAE984-5296-4EA1-B7D0-4CE2DF7826E3}"/>
              </a:ext>
            </a:extLst>
          </p:cNvPr>
          <p:cNvGrpSpPr/>
          <p:nvPr/>
        </p:nvGrpSpPr>
        <p:grpSpPr>
          <a:xfrm>
            <a:off x="3218902" y="3851324"/>
            <a:ext cx="2974320" cy="512640"/>
            <a:chOff x="3218902" y="3851324"/>
            <a:chExt cx="2974320" cy="51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8F008F9B-2C1D-470C-898F-DE754ECC895B}"/>
                    </a:ext>
                  </a:extLst>
                </p14:cNvPr>
                <p14:cNvContentPartPr/>
                <p14:nvPr/>
              </p14:nvContentPartPr>
              <p14:xfrm>
                <a:off x="3218902" y="4126724"/>
                <a:ext cx="170640" cy="4536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8F008F9B-2C1D-470C-898F-DE754ECC895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200902" y="4109084"/>
                  <a:ext cx="206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DC64AD65-9E55-40BD-ADD8-041B2C153C0B}"/>
                    </a:ext>
                  </a:extLst>
                </p14:cNvPr>
                <p14:cNvContentPartPr/>
                <p14:nvPr/>
              </p14:nvContentPartPr>
              <p14:xfrm>
                <a:off x="3517702" y="3920084"/>
                <a:ext cx="117360" cy="44388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DC64AD65-9E55-40BD-ADD8-041B2C153C0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500062" y="3902444"/>
                  <a:ext cx="1530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5432FE02-63C9-41D0-9762-57EA4672F56E}"/>
                    </a:ext>
                  </a:extLst>
                </p14:cNvPr>
                <p14:cNvContentPartPr/>
                <p14:nvPr/>
              </p14:nvContentPartPr>
              <p14:xfrm>
                <a:off x="3753862" y="4072724"/>
                <a:ext cx="181080" cy="15408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5432FE02-63C9-41D0-9762-57EA4672F56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735862" y="4054724"/>
                  <a:ext cx="216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CBA359C2-2817-4740-9A64-8C321A847F8C}"/>
                    </a:ext>
                  </a:extLst>
                </p14:cNvPr>
                <p14:cNvContentPartPr/>
                <p14:nvPr/>
              </p14:nvContentPartPr>
              <p14:xfrm>
                <a:off x="4148062" y="4128164"/>
                <a:ext cx="137160" cy="3888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CBA359C2-2817-4740-9A64-8C321A847F8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130062" y="4110524"/>
                  <a:ext cx="1728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5E956395-E923-4A7B-9864-E99A16A5AABD}"/>
                    </a:ext>
                  </a:extLst>
                </p14:cNvPr>
                <p14:cNvContentPartPr/>
                <p14:nvPr/>
              </p14:nvContentPartPr>
              <p14:xfrm>
                <a:off x="4658182" y="4057244"/>
                <a:ext cx="274320" cy="13644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5E956395-E923-4A7B-9864-E99A16A5AAB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640158" y="4039196"/>
                  <a:ext cx="310007" cy="1721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D74ACDED-FDF0-469B-AC3F-38AD398135C3}"/>
                    </a:ext>
                  </a:extLst>
                </p14:cNvPr>
                <p14:cNvContentPartPr/>
                <p14:nvPr/>
              </p14:nvContentPartPr>
              <p14:xfrm>
                <a:off x="5090542" y="3851324"/>
                <a:ext cx="148320" cy="43812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D74ACDED-FDF0-469B-AC3F-38AD398135C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072542" y="3833684"/>
                  <a:ext cx="1839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721C3792-E463-4A04-9F93-E1746FAA93CC}"/>
                    </a:ext>
                  </a:extLst>
                </p14:cNvPr>
                <p14:cNvContentPartPr/>
                <p14:nvPr/>
              </p14:nvContentPartPr>
              <p14:xfrm>
                <a:off x="5390422" y="3920084"/>
                <a:ext cx="802800" cy="37584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721C3792-E463-4A04-9F93-E1746FAA93C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372782" y="3902444"/>
                  <a:ext cx="8384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4321067E-5729-4242-9109-6DA663BDEEAF}"/>
                    </a:ext>
                  </a:extLst>
                </p14:cNvPr>
                <p14:cNvContentPartPr/>
                <p14:nvPr/>
              </p14:nvContentPartPr>
              <p14:xfrm>
                <a:off x="5687422" y="3961844"/>
                <a:ext cx="186840" cy="23148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4321067E-5729-4242-9109-6DA663BDEEA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669422" y="3944204"/>
                  <a:ext cx="222480" cy="26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55" name="Tinta 154">
                <a:extLst>
                  <a:ext uri="{FF2B5EF4-FFF2-40B4-BE49-F238E27FC236}">
                    <a16:creationId xmlns:a16="http://schemas.microsoft.com/office/drawing/2014/main" id="{6DEA1A98-2C8E-4AD8-9733-3C81B9710CF2}"/>
                  </a:ext>
                </a:extLst>
              </p14:cNvPr>
              <p14:cNvContentPartPr/>
              <p14:nvPr/>
            </p14:nvContentPartPr>
            <p14:xfrm>
              <a:off x="2548582" y="4072004"/>
              <a:ext cx="303120" cy="29160"/>
            </p14:xfrm>
          </p:contentPart>
        </mc:Choice>
        <mc:Fallback xmlns="">
          <p:pic>
            <p:nvPicPr>
              <p:cNvPr id="155" name="Tinta 154">
                <a:extLst>
                  <a:ext uri="{FF2B5EF4-FFF2-40B4-BE49-F238E27FC236}">
                    <a16:creationId xmlns:a16="http://schemas.microsoft.com/office/drawing/2014/main" id="{6DEA1A98-2C8E-4AD8-9733-3C81B9710CF2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530942" y="4054004"/>
                <a:ext cx="33876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425E1E5F-857B-4F93-B93A-72E1EDD8CCF8}"/>
              </a:ext>
            </a:extLst>
          </p:cNvPr>
          <p:cNvGrpSpPr/>
          <p:nvPr/>
        </p:nvGrpSpPr>
        <p:grpSpPr>
          <a:xfrm>
            <a:off x="6511102" y="4127804"/>
            <a:ext cx="220680" cy="114120"/>
            <a:chOff x="6511102" y="4127804"/>
            <a:chExt cx="22068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23217198-DCE5-4E2E-A028-F2F7396D0321}"/>
                    </a:ext>
                  </a:extLst>
                </p14:cNvPr>
                <p14:cNvContentPartPr/>
                <p14:nvPr/>
              </p14:nvContentPartPr>
              <p14:xfrm>
                <a:off x="6511102" y="4127804"/>
                <a:ext cx="194760" cy="1584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23217198-DCE5-4E2E-A028-F2F7396D032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493462" y="4109804"/>
                  <a:ext cx="230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4FA75398-E546-4DFC-B708-6254AA305317}"/>
                    </a:ext>
                  </a:extLst>
                </p14:cNvPr>
                <p14:cNvContentPartPr/>
                <p14:nvPr/>
              </p14:nvContentPartPr>
              <p14:xfrm>
                <a:off x="6511102" y="4211324"/>
                <a:ext cx="220680" cy="3060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4FA75398-E546-4DFC-B708-6254AA30531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493462" y="4193684"/>
                  <a:ext cx="25632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Agrupar 174">
            <a:extLst>
              <a:ext uri="{FF2B5EF4-FFF2-40B4-BE49-F238E27FC236}">
                <a16:creationId xmlns:a16="http://schemas.microsoft.com/office/drawing/2014/main" id="{C0663691-0A11-48EB-95B3-48A472ECC0AB}"/>
              </a:ext>
            </a:extLst>
          </p:cNvPr>
          <p:cNvGrpSpPr/>
          <p:nvPr/>
        </p:nvGrpSpPr>
        <p:grpSpPr>
          <a:xfrm>
            <a:off x="9769102" y="3712724"/>
            <a:ext cx="413640" cy="429120"/>
            <a:chOff x="9769102" y="3712724"/>
            <a:chExt cx="41364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E1836349-C0FE-4CF0-AEDC-1F22E8735826}"/>
                    </a:ext>
                  </a:extLst>
                </p14:cNvPr>
                <p14:cNvContentPartPr/>
                <p14:nvPr/>
              </p14:nvContentPartPr>
              <p14:xfrm>
                <a:off x="9769102" y="3961844"/>
                <a:ext cx="173160" cy="12636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E1836349-C0FE-4CF0-AEDC-1F22E873582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751462" y="3944204"/>
                  <a:ext cx="208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04D61BAC-5B4E-498C-BC2F-313E4DAA32CB}"/>
                    </a:ext>
                  </a:extLst>
                </p14:cNvPr>
                <p14:cNvContentPartPr/>
                <p14:nvPr/>
              </p14:nvContentPartPr>
              <p14:xfrm>
                <a:off x="9847942" y="3712724"/>
                <a:ext cx="334800" cy="42912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04D61BAC-5B4E-498C-BC2F-313E4DAA32C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829942" y="3694724"/>
                  <a:ext cx="370440" cy="46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Agrupar 184">
            <a:extLst>
              <a:ext uri="{FF2B5EF4-FFF2-40B4-BE49-F238E27FC236}">
                <a16:creationId xmlns:a16="http://schemas.microsoft.com/office/drawing/2014/main" id="{CE4E59B4-9BFA-4821-B9D5-E8C3B40F98F0}"/>
              </a:ext>
            </a:extLst>
          </p:cNvPr>
          <p:cNvGrpSpPr/>
          <p:nvPr/>
        </p:nvGrpSpPr>
        <p:grpSpPr>
          <a:xfrm>
            <a:off x="7052902" y="4321844"/>
            <a:ext cx="1510200" cy="595440"/>
            <a:chOff x="7052902" y="4321844"/>
            <a:chExt cx="1510200" cy="59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95E6481D-EB3F-41F8-9441-DBD47DBEE159}"/>
                    </a:ext>
                  </a:extLst>
                </p14:cNvPr>
                <p14:cNvContentPartPr/>
                <p14:nvPr/>
              </p14:nvContentPartPr>
              <p14:xfrm>
                <a:off x="7052902" y="4519844"/>
                <a:ext cx="165600" cy="27324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95E6481D-EB3F-41F8-9441-DBD47DBEE15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034902" y="4502204"/>
                  <a:ext cx="2012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6CEB9E2C-8F08-4CC4-86F0-177EA78FE822}"/>
                    </a:ext>
                  </a:extLst>
                </p14:cNvPr>
                <p14:cNvContentPartPr/>
                <p14:nvPr/>
              </p14:nvContentPartPr>
              <p14:xfrm>
                <a:off x="7065502" y="4653764"/>
                <a:ext cx="122760" cy="1476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6CEB9E2C-8F08-4CC4-86F0-177EA78FE82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047862" y="4636124"/>
                  <a:ext cx="158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179255BE-260B-4FE6-BC78-E3A46B01A1D6}"/>
                    </a:ext>
                  </a:extLst>
                </p14:cNvPr>
                <p14:cNvContentPartPr/>
                <p14:nvPr/>
              </p14:nvContentPartPr>
              <p14:xfrm>
                <a:off x="7398142" y="4571324"/>
                <a:ext cx="126000" cy="11448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179255BE-260B-4FE6-BC78-E3A46B01A1D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380142" y="4553684"/>
                  <a:ext cx="161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889B791A-2FA8-4934-8F3F-1E238D000EE7}"/>
                    </a:ext>
                  </a:extLst>
                </p14:cNvPr>
                <p14:cNvContentPartPr/>
                <p14:nvPr/>
              </p14:nvContentPartPr>
              <p14:xfrm>
                <a:off x="7658062" y="4487084"/>
                <a:ext cx="159120" cy="19836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889B791A-2FA8-4934-8F3F-1E238D000EE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640062" y="4469444"/>
                  <a:ext cx="1947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A08079F8-2A00-4C49-9D9E-5BBCEFAA65D7}"/>
                    </a:ext>
                  </a:extLst>
                </p14:cNvPr>
                <p14:cNvContentPartPr/>
                <p14:nvPr/>
              </p14:nvContentPartPr>
              <p14:xfrm>
                <a:off x="7686502" y="4599404"/>
                <a:ext cx="143280" cy="31788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A08079F8-2A00-4C49-9D9E-5BBCEFAA65D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668862" y="4581764"/>
                  <a:ext cx="1789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F83F6C75-D57E-4E3C-B7F4-F647138213C1}"/>
                    </a:ext>
                  </a:extLst>
                </p14:cNvPr>
                <p14:cNvContentPartPr/>
                <p14:nvPr/>
              </p14:nvContentPartPr>
              <p14:xfrm>
                <a:off x="7993942" y="4513724"/>
                <a:ext cx="113760" cy="16200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F83F6C75-D57E-4E3C-B7F4-F647138213C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975942" y="4496084"/>
                  <a:ext cx="149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9E950A84-DB67-4B6D-9DF1-8F752146E085}"/>
                    </a:ext>
                  </a:extLst>
                </p14:cNvPr>
                <p14:cNvContentPartPr/>
                <p14:nvPr/>
              </p14:nvContentPartPr>
              <p14:xfrm>
                <a:off x="8187622" y="4321844"/>
                <a:ext cx="63720" cy="35928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9E950A84-DB67-4B6D-9DF1-8F752146E08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169622" y="4304204"/>
                  <a:ext cx="993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B40A7CAB-12B0-4790-A921-8B259ADB5E9C}"/>
                    </a:ext>
                  </a:extLst>
                </p14:cNvPr>
                <p14:cNvContentPartPr/>
                <p14:nvPr/>
              </p14:nvContentPartPr>
              <p14:xfrm>
                <a:off x="8339902" y="4582844"/>
                <a:ext cx="223200" cy="14256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B40A7CAB-12B0-4790-A921-8B259ADB5E9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322262" y="4565204"/>
                  <a:ext cx="25884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61BA8D7B-E29A-47EF-B8C9-13BEC9A0BBFD}"/>
              </a:ext>
            </a:extLst>
          </p:cNvPr>
          <p:cNvGrpSpPr/>
          <p:nvPr/>
        </p:nvGrpSpPr>
        <p:grpSpPr>
          <a:xfrm>
            <a:off x="1298662" y="4890284"/>
            <a:ext cx="2745360" cy="764640"/>
            <a:chOff x="1298662" y="4890284"/>
            <a:chExt cx="2745360" cy="76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1FCCC1A1-6733-4722-8DB8-4020BCF9DC9F}"/>
                    </a:ext>
                  </a:extLst>
                </p14:cNvPr>
                <p14:cNvContentPartPr/>
                <p14:nvPr/>
              </p14:nvContentPartPr>
              <p14:xfrm>
                <a:off x="1298662" y="5042564"/>
                <a:ext cx="543600" cy="30816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1FCCC1A1-6733-4722-8DB8-4020BCF9DC9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281022" y="5024924"/>
                  <a:ext cx="5792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2F764046-D3B3-48E3-9100-431D7C5395E7}"/>
                    </a:ext>
                  </a:extLst>
                </p14:cNvPr>
                <p14:cNvContentPartPr/>
                <p14:nvPr/>
              </p14:nvContentPartPr>
              <p14:xfrm>
                <a:off x="1556062" y="4903964"/>
                <a:ext cx="167040" cy="24876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2F764046-D3B3-48E3-9100-431D7C5395E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538062" y="4885964"/>
                  <a:ext cx="2026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4EF7ABF2-8006-48A0-90B9-BFFC52551C75}"/>
                    </a:ext>
                  </a:extLst>
                </p14:cNvPr>
                <p14:cNvContentPartPr/>
                <p14:nvPr/>
              </p14:nvContentPartPr>
              <p14:xfrm>
                <a:off x="2035942" y="5139044"/>
                <a:ext cx="181440" cy="2808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4EF7ABF2-8006-48A0-90B9-BFFC52551C7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018302" y="5121404"/>
                  <a:ext cx="217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848ADE56-E978-4228-BA7E-479D8E16E2A9}"/>
                    </a:ext>
                  </a:extLst>
                </p14:cNvPr>
                <p14:cNvContentPartPr/>
                <p14:nvPr/>
              </p14:nvContentPartPr>
              <p14:xfrm>
                <a:off x="2078062" y="5250284"/>
                <a:ext cx="147600" cy="36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848ADE56-E978-4228-BA7E-479D8E16E2A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060062" y="5232284"/>
                  <a:ext cx="183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82FE1399-367B-4AF0-82EA-6391D4C15BEA}"/>
                    </a:ext>
                  </a:extLst>
                </p14:cNvPr>
                <p14:cNvContentPartPr/>
                <p14:nvPr/>
              </p14:nvContentPartPr>
              <p14:xfrm>
                <a:off x="2799502" y="4930964"/>
                <a:ext cx="180000" cy="24012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82FE1399-367B-4AF0-82EA-6391D4C15BE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781862" y="4912964"/>
                  <a:ext cx="215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367F2653-FA74-48DF-99FF-F23129E6FCA7}"/>
                    </a:ext>
                  </a:extLst>
                </p14:cNvPr>
                <p14:cNvContentPartPr/>
                <p14:nvPr/>
              </p14:nvContentPartPr>
              <p14:xfrm>
                <a:off x="3102982" y="4890284"/>
                <a:ext cx="140040" cy="23616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367F2653-FA74-48DF-99FF-F23129E6FCA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084982" y="4872284"/>
                  <a:ext cx="1756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12B1991B-C023-4B29-956E-EB90EE671A8B}"/>
                    </a:ext>
                  </a:extLst>
                </p14:cNvPr>
                <p14:cNvContentPartPr/>
                <p14:nvPr/>
              </p14:nvContentPartPr>
              <p14:xfrm>
                <a:off x="3351742" y="4916564"/>
                <a:ext cx="179280" cy="18360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12B1991B-C023-4B29-956E-EB90EE671A8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334102" y="4898924"/>
                  <a:ext cx="214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66D3FE0D-EAFA-483C-B331-933783B6C02F}"/>
                    </a:ext>
                  </a:extLst>
                </p14:cNvPr>
                <p14:cNvContentPartPr/>
                <p14:nvPr/>
              </p14:nvContentPartPr>
              <p14:xfrm>
                <a:off x="3711022" y="4903964"/>
                <a:ext cx="257040" cy="18000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66D3FE0D-EAFA-483C-B331-933783B6C02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693022" y="4885964"/>
                  <a:ext cx="292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C9CA4AF3-3041-432D-9FE2-D0663497C2F9}"/>
                    </a:ext>
                  </a:extLst>
                </p14:cNvPr>
                <p14:cNvContentPartPr/>
                <p14:nvPr/>
              </p14:nvContentPartPr>
              <p14:xfrm>
                <a:off x="2465422" y="4890284"/>
                <a:ext cx="11160" cy="18432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C9CA4AF3-3041-432D-9FE2-D0663497C2F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447782" y="4872284"/>
                  <a:ext cx="468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CBBBC52A-4D01-4B1E-9762-90A83EB98AF3}"/>
                    </a:ext>
                  </a:extLst>
                </p14:cNvPr>
                <p14:cNvContentPartPr/>
                <p14:nvPr/>
              </p14:nvContentPartPr>
              <p14:xfrm>
                <a:off x="2368582" y="4958684"/>
                <a:ext cx="151200" cy="2844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CBBBC52A-4D01-4B1E-9762-90A83EB98AF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350942" y="4941044"/>
                  <a:ext cx="186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F2BE608B-61C6-48F4-B537-B0D5155E2FB8}"/>
                    </a:ext>
                  </a:extLst>
                </p14:cNvPr>
                <p14:cNvContentPartPr/>
                <p14:nvPr/>
              </p14:nvContentPartPr>
              <p14:xfrm>
                <a:off x="2456422" y="5194844"/>
                <a:ext cx="90360" cy="28080"/>
              </p14:xfrm>
            </p:contentPart>
          </mc:Choice>
          <mc:Fallback xmlns=""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F2BE608B-61C6-48F4-B537-B0D5155E2FB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438782" y="5176844"/>
                  <a:ext cx="126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DBA5FC9D-E24B-4A8D-92E8-C2F62CE2F7FD}"/>
                    </a:ext>
                  </a:extLst>
                </p14:cNvPr>
                <p14:cNvContentPartPr/>
                <p14:nvPr/>
              </p14:nvContentPartPr>
              <p14:xfrm>
                <a:off x="2701222" y="5221124"/>
                <a:ext cx="1342800" cy="11016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DBA5FC9D-E24B-4A8D-92E8-C2F62CE2F7F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683222" y="5203124"/>
                  <a:ext cx="1378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C2210FB8-3026-4180-8D2C-62FF13701E47}"/>
                    </a:ext>
                  </a:extLst>
                </p14:cNvPr>
                <p14:cNvContentPartPr/>
                <p14:nvPr/>
              </p14:nvContentPartPr>
              <p14:xfrm>
                <a:off x="2867542" y="5519924"/>
                <a:ext cx="250560" cy="135000"/>
              </p14:xfrm>
            </p:contentPart>
          </mc:Choice>
          <mc:Fallback xmlns=""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C2210FB8-3026-4180-8D2C-62FF13701E4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849542" y="5502284"/>
                  <a:ext cx="286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3AAD9543-913D-47A6-8492-C9C9A6B736AD}"/>
                    </a:ext>
                  </a:extLst>
                </p14:cNvPr>
                <p14:cNvContentPartPr/>
                <p14:nvPr/>
              </p14:nvContentPartPr>
              <p14:xfrm>
                <a:off x="3269302" y="5513444"/>
                <a:ext cx="122760" cy="1476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3AAD9543-913D-47A6-8492-C9C9A6B736A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251302" y="5495444"/>
                  <a:ext cx="158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D42B8C3D-3CB9-4C29-84F2-CFF2111AF079}"/>
                    </a:ext>
                  </a:extLst>
                </p14:cNvPr>
                <p14:cNvContentPartPr/>
                <p14:nvPr/>
              </p14:nvContentPartPr>
              <p14:xfrm>
                <a:off x="3530662" y="5407604"/>
                <a:ext cx="322920" cy="175680"/>
              </p14:xfrm>
            </p:contentPart>
          </mc:Choice>
          <mc:Fallback xmlns=""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D42B8C3D-3CB9-4C29-84F2-CFF2111AF07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513022" y="5389604"/>
                  <a:ext cx="35856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Agrupar 227">
            <a:extLst>
              <a:ext uri="{FF2B5EF4-FFF2-40B4-BE49-F238E27FC236}">
                <a16:creationId xmlns:a16="http://schemas.microsoft.com/office/drawing/2014/main" id="{F3F30AB6-8015-4CB1-AB44-907FD2F7FFC1}"/>
              </a:ext>
            </a:extLst>
          </p:cNvPr>
          <p:cNvGrpSpPr/>
          <p:nvPr/>
        </p:nvGrpSpPr>
        <p:grpSpPr>
          <a:xfrm>
            <a:off x="4488622" y="5083964"/>
            <a:ext cx="457560" cy="450360"/>
            <a:chOff x="4488622" y="5083964"/>
            <a:chExt cx="45756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9A883030-84F9-4216-AE08-F7584246F57C}"/>
                    </a:ext>
                  </a:extLst>
                </p14:cNvPr>
                <p14:cNvContentPartPr/>
                <p14:nvPr/>
              </p14:nvContentPartPr>
              <p14:xfrm>
                <a:off x="4502302" y="5469524"/>
                <a:ext cx="360" cy="5040"/>
              </p14:xfrm>
            </p:contentPart>
          </mc:Choice>
          <mc:Fallback xmlns=""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9A883030-84F9-4216-AE08-F7584246F57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484662" y="5451884"/>
                  <a:ext cx="36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C1B6DC20-12DA-41D0-9E0A-25E5865A16BB}"/>
                    </a:ext>
                  </a:extLst>
                </p14:cNvPr>
                <p14:cNvContentPartPr/>
                <p14:nvPr/>
              </p14:nvContentPartPr>
              <p14:xfrm>
                <a:off x="4488622" y="5192324"/>
                <a:ext cx="168840" cy="34200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C1B6DC20-12DA-41D0-9E0A-25E5865A16B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470982" y="5174684"/>
                  <a:ext cx="2044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5D7539DA-51A1-426E-A296-082ED80EDFC8}"/>
                    </a:ext>
                  </a:extLst>
                </p14:cNvPr>
                <p14:cNvContentPartPr/>
                <p14:nvPr/>
              </p14:nvContentPartPr>
              <p14:xfrm>
                <a:off x="4756822" y="5083964"/>
                <a:ext cx="189360" cy="345240"/>
              </p14:xfrm>
            </p:contentPart>
          </mc:Choice>
          <mc:Fallback xmlns=""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5D7539DA-51A1-426E-A296-082ED80EDFC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738822" y="5065964"/>
                  <a:ext cx="225000" cy="38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Agrupar 226">
            <a:extLst>
              <a:ext uri="{FF2B5EF4-FFF2-40B4-BE49-F238E27FC236}">
                <a16:creationId xmlns:a16="http://schemas.microsoft.com/office/drawing/2014/main" id="{06940EA5-0830-420E-B470-34275C926C50}"/>
              </a:ext>
            </a:extLst>
          </p:cNvPr>
          <p:cNvGrpSpPr/>
          <p:nvPr/>
        </p:nvGrpSpPr>
        <p:grpSpPr>
          <a:xfrm>
            <a:off x="5486182" y="5153444"/>
            <a:ext cx="1023480" cy="204480"/>
            <a:chOff x="5486182" y="5153444"/>
            <a:chExt cx="102348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642E9920-E1CE-47DC-88E5-EB1FA9E987E7}"/>
                    </a:ext>
                  </a:extLst>
                </p14:cNvPr>
                <p14:cNvContentPartPr/>
                <p14:nvPr/>
              </p14:nvContentPartPr>
              <p14:xfrm>
                <a:off x="5486182" y="5153444"/>
                <a:ext cx="69840" cy="204480"/>
              </p14:xfrm>
            </p:contentPart>
          </mc:Choice>
          <mc:Fallback xmlns=""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642E9920-E1CE-47DC-88E5-EB1FA9E987E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468542" y="5135444"/>
                  <a:ext cx="1054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AA6EB0E2-CF9D-44EF-8446-13D06343FACB}"/>
                    </a:ext>
                  </a:extLst>
                </p14:cNvPr>
                <p14:cNvContentPartPr/>
                <p14:nvPr/>
              </p14:nvContentPartPr>
              <p14:xfrm>
                <a:off x="5522182" y="5181164"/>
                <a:ext cx="186840" cy="147600"/>
              </p14:xfrm>
            </p:contentPart>
          </mc:Choice>
          <mc:Fallback xmlns=""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AA6EB0E2-CF9D-44EF-8446-13D06343FAC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504182" y="5163524"/>
                  <a:ext cx="2224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B8CAF07D-D86F-45C3-BDFE-047152CB88D6}"/>
                    </a:ext>
                  </a:extLst>
                </p14:cNvPr>
                <p14:cNvContentPartPr/>
                <p14:nvPr/>
              </p14:nvContentPartPr>
              <p14:xfrm>
                <a:off x="5938702" y="5181524"/>
                <a:ext cx="159480" cy="137880"/>
              </p14:xfrm>
            </p:contentPart>
          </mc:Choice>
          <mc:Fallback xmlns=""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B8CAF07D-D86F-45C3-BDFE-047152CB88D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921062" y="5163524"/>
                  <a:ext cx="195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D1922195-8D80-433F-BC8E-39BB8DD55308}"/>
                    </a:ext>
                  </a:extLst>
                </p14:cNvPr>
                <p14:cNvContentPartPr/>
                <p14:nvPr/>
              </p14:nvContentPartPr>
              <p14:xfrm>
                <a:off x="6303022" y="5181164"/>
                <a:ext cx="206640" cy="16920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D1922195-8D80-433F-BC8E-39BB8DD5530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285382" y="5163524"/>
                  <a:ext cx="24228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Agrupar 230">
            <a:extLst>
              <a:ext uri="{FF2B5EF4-FFF2-40B4-BE49-F238E27FC236}">
                <a16:creationId xmlns:a16="http://schemas.microsoft.com/office/drawing/2014/main" id="{B5A1E36C-CDC1-4364-AC86-9B7620B3099F}"/>
              </a:ext>
            </a:extLst>
          </p:cNvPr>
          <p:cNvGrpSpPr/>
          <p:nvPr/>
        </p:nvGrpSpPr>
        <p:grpSpPr>
          <a:xfrm>
            <a:off x="938302" y="5873804"/>
            <a:ext cx="396000" cy="307440"/>
            <a:chOff x="938302" y="5873804"/>
            <a:chExt cx="39600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EF04C5BE-E0AC-463E-BCCC-19E311630C85}"/>
                    </a:ext>
                  </a:extLst>
                </p14:cNvPr>
                <p14:cNvContentPartPr/>
                <p14:nvPr/>
              </p14:nvContentPartPr>
              <p14:xfrm>
                <a:off x="938302" y="5873804"/>
                <a:ext cx="210600" cy="30744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EF04C5BE-E0AC-463E-BCCC-19E311630C8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20302" y="5855804"/>
                  <a:ext cx="2462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0800131C-D46E-4B1C-8B68-1FD820A50CEA}"/>
                    </a:ext>
                  </a:extLst>
                </p14:cNvPr>
                <p14:cNvContentPartPr/>
                <p14:nvPr/>
              </p14:nvContentPartPr>
              <p14:xfrm>
                <a:off x="1189222" y="5997284"/>
                <a:ext cx="145080" cy="15444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0800131C-D46E-4B1C-8B68-1FD820A50CE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71222" y="5979284"/>
                  <a:ext cx="18072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Agrupar 236">
            <a:extLst>
              <a:ext uri="{FF2B5EF4-FFF2-40B4-BE49-F238E27FC236}">
                <a16:creationId xmlns:a16="http://schemas.microsoft.com/office/drawing/2014/main" id="{6BECEDD1-61EC-4DDA-BA1E-35076D8B58A2}"/>
              </a:ext>
            </a:extLst>
          </p:cNvPr>
          <p:cNvGrpSpPr/>
          <p:nvPr/>
        </p:nvGrpSpPr>
        <p:grpSpPr>
          <a:xfrm>
            <a:off x="1635262" y="5956244"/>
            <a:ext cx="1495080" cy="181080"/>
            <a:chOff x="1635262" y="5956244"/>
            <a:chExt cx="149508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2A563844-8DDC-494A-83B2-2427F56535C2}"/>
                    </a:ext>
                  </a:extLst>
                </p14:cNvPr>
                <p14:cNvContentPartPr/>
                <p14:nvPr/>
              </p14:nvContentPartPr>
              <p14:xfrm>
                <a:off x="1635262" y="5984324"/>
                <a:ext cx="128520" cy="12168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2A563844-8DDC-494A-83B2-2427F56535C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617262" y="5966684"/>
                  <a:ext cx="164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B9A82064-241E-4B4B-B2CF-BEDD6BAE542A}"/>
                    </a:ext>
                  </a:extLst>
                </p14:cNvPr>
                <p14:cNvContentPartPr/>
                <p14:nvPr/>
              </p14:nvContentPartPr>
              <p14:xfrm>
                <a:off x="1933342" y="6039764"/>
                <a:ext cx="115920" cy="1440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B9A82064-241E-4B4B-B2CF-BEDD6BAE542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915342" y="6021764"/>
                  <a:ext cx="151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A2FA8F0B-4F8D-402A-9A21-9B2EE773009A}"/>
                    </a:ext>
                  </a:extLst>
                </p14:cNvPr>
                <p14:cNvContentPartPr/>
                <p14:nvPr/>
              </p14:nvContentPartPr>
              <p14:xfrm>
                <a:off x="2243302" y="5957324"/>
                <a:ext cx="294840" cy="18000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A2FA8F0B-4F8D-402A-9A21-9B2EE773009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225302" y="5939684"/>
                  <a:ext cx="3304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30C0D7B3-A36E-4DCB-A78E-E7BBF8253448}"/>
                    </a:ext>
                  </a:extLst>
                </p14:cNvPr>
                <p14:cNvContentPartPr/>
                <p14:nvPr/>
              </p14:nvContentPartPr>
              <p14:xfrm>
                <a:off x="2717062" y="5970644"/>
                <a:ext cx="116640" cy="151920"/>
              </p14:xfrm>
            </p:contentPart>
          </mc:Choice>
          <mc:Fallback xmlns=""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30C0D7B3-A36E-4DCB-A78E-E7BBF825344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699422" y="5953004"/>
                  <a:ext cx="152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53618F9C-DD44-4742-AC0A-0C4B37EA2E68}"/>
                    </a:ext>
                  </a:extLst>
                </p14:cNvPr>
                <p14:cNvContentPartPr/>
                <p14:nvPr/>
              </p14:nvContentPartPr>
              <p14:xfrm>
                <a:off x="2964382" y="5956244"/>
                <a:ext cx="165960" cy="11376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53618F9C-DD44-4742-AC0A-0C4B37EA2E6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946382" y="5938244"/>
                  <a:ext cx="20160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5E678E80-A197-48A0-81FE-1318D5D3BD31}"/>
              </a:ext>
            </a:extLst>
          </p:cNvPr>
          <p:cNvGrpSpPr/>
          <p:nvPr/>
        </p:nvGrpSpPr>
        <p:grpSpPr>
          <a:xfrm>
            <a:off x="3546142" y="5913044"/>
            <a:ext cx="434160" cy="219600"/>
            <a:chOff x="3546142" y="5913044"/>
            <a:chExt cx="43416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F9D91910-D6DA-4E0A-A296-FABCE2153D92}"/>
                    </a:ext>
                  </a:extLst>
                </p14:cNvPr>
                <p14:cNvContentPartPr/>
                <p14:nvPr/>
              </p14:nvContentPartPr>
              <p14:xfrm>
                <a:off x="3546142" y="5970644"/>
                <a:ext cx="179640" cy="36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F9D91910-D6DA-4E0A-A296-FABCE2153D9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528502" y="5953004"/>
                  <a:ext cx="215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090DBE7D-0739-424A-9A83-EA1E0A21A7D3}"/>
                    </a:ext>
                  </a:extLst>
                </p14:cNvPr>
                <p14:cNvContentPartPr/>
                <p14:nvPr/>
              </p14:nvContentPartPr>
              <p14:xfrm>
                <a:off x="3578182" y="6039764"/>
                <a:ext cx="136080" cy="14760"/>
              </p14:xfrm>
            </p:contentPart>
          </mc:Choice>
          <mc:Fallback xmlns=""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090DBE7D-0739-424A-9A83-EA1E0A21A7D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560182" y="6021764"/>
                  <a:ext cx="171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BC1939E5-4E71-4CB3-BFA3-0272F7742001}"/>
                    </a:ext>
                  </a:extLst>
                </p14:cNvPr>
                <p14:cNvContentPartPr/>
                <p14:nvPr/>
              </p14:nvContentPartPr>
              <p14:xfrm>
                <a:off x="3823702" y="5913044"/>
                <a:ext cx="156600" cy="219600"/>
              </p14:xfrm>
            </p:contentPart>
          </mc:Choice>
          <mc:Fallback xmlns=""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BC1939E5-4E71-4CB3-BFA3-0272F774200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805702" y="5895404"/>
                  <a:ext cx="192240" cy="25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242" name="Tinta 241">
                <a:extLst>
                  <a:ext uri="{FF2B5EF4-FFF2-40B4-BE49-F238E27FC236}">
                    <a16:creationId xmlns:a16="http://schemas.microsoft.com/office/drawing/2014/main" id="{DEB65D12-1340-4064-963B-53F5445E2BE4}"/>
                  </a:ext>
                </a:extLst>
              </p14:cNvPr>
              <p14:cNvContentPartPr/>
              <p14:nvPr/>
            </p14:nvContentPartPr>
            <p14:xfrm>
              <a:off x="4335262" y="5874884"/>
              <a:ext cx="150840" cy="141120"/>
            </p14:xfrm>
          </p:contentPart>
        </mc:Choice>
        <mc:Fallback xmlns="">
          <p:pic>
            <p:nvPicPr>
              <p:cNvPr id="242" name="Tinta 241">
                <a:extLst>
                  <a:ext uri="{FF2B5EF4-FFF2-40B4-BE49-F238E27FC236}">
                    <a16:creationId xmlns:a16="http://schemas.microsoft.com/office/drawing/2014/main" id="{DEB65D12-1340-4064-963B-53F5445E2BE4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4317262" y="5857244"/>
                <a:ext cx="186480" cy="17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Agrupar 248">
            <a:extLst>
              <a:ext uri="{FF2B5EF4-FFF2-40B4-BE49-F238E27FC236}">
                <a16:creationId xmlns:a16="http://schemas.microsoft.com/office/drawing/2014/main" id="{3E8D7DCA-0228-4507-8379-E4B0B088557E}"/>
              </a:ext>
            </a:extLst>
          </p:cNvPr>
          <p:cNvGrpSpPr/>
          <p:nvPr/>
        </p:nvGrpSpPr>
        <p:grpSpPr>
          <a:xfrm>
            <a:off x="4864822" y="5701724"/>
            <a:ext cx="1038960" cy="284040"/>
            <a:chOff x="4864822" y="5701724"/>
            <a:chExt cx="103896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CD0E2A0F-836D-47BD-9A7B-CC12E3C9BE38}"/>
                    </a:ext>
                  </a:extLst>
                </p14:cNvPr>
                <p14:cNvContentPartPr/>
                <p14:nvPr/>
              </p14:nvContentPartPr>
              <p14:xfrm>
                <a:off x="4864822" y="5846444"/>
                <a:ext cx="81000" cy="13716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CD0E2A0F-836D-47BD-9A7B-CC12E3C9BE3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846822" y="5828804"/>
                  <a:ext cx="116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51A67AB8-B7C8-48CB-9734-93E43B03E119}"/>
                    </a:ext>
                  </a:extLst>
                </p14:cNvPr>
                <p14:cNvContentPartPr/>
                <p14:nvPr/>
              </p14:nvContentPartPr>
              <p14:xfrm>
                <a:off x="5098102" y="5818364"/>
                <a:ext cx="14040" cy="118080"/>
              </p14:xfrm>
            </p:contentPart>
          </mc:Choice>
          <mc:Fallback xmlns=""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51A67AB8-B7C8-48CB-9734-93E43B03E11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080102" y="5800364"/>
                  <a:ext cx="49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1DE4388F-8A93-42B0-A073-3E186757A9A4}"/>
                    </a:ext>
                  </a:extLst>
                </p14:cNvPr>
                <p14:cNvContentPartPr/>
                <p14:nvPr/>
              </p14:nvContentPartPr>
              <p14:xfrm>
                <a:off x="5101342" y="5701724"/>
                <a:ext cx="24840" cy="7920"/>
              </p14:xfrm>
            </p:contentPart>
          </mc:Choice>
          <mc:Fallback xmlns=""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1DE4388F-8A93-42B0-A073-3E186757A9A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083342" y="5683724"/>
                  <a:ext cx="604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2B584900-B345-4DB8-B25A-3F659B018622}"/>
                    </a:ext>
                  </a:extLst>
                </p14:cNvPr>
                <p14:cNvContentPartPr/>
                <p14:nvPr/>
              </p14:nvContentPartPr>
              <p14:xfrm>
                <a:off x="5291782" y="5832044"/>
                <a:ext cx="164520" cy="87480"/>
              </p14:xfrm>
            </p:contentPart>
          </mc:Choice>
          <mc:Fallback xmlns=""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2B584900-B345-4DB8-B25A-3F659B01862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274142" y="5814044"/>
                  <a:ext cx="200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A6304C8C-F7E1-498C-AD0B-FE7928B45FEC}"/>
                    </a:ext>
                  </a:extLst>
                </p14:cNvPr>
                <p14:cNvContentPartPr/>
                <p14:nvPr/>
              </p14:nvContentPartPr>
              <p14:xfrm>
                <a:off x="5288182" y="5790644"/>
                <a:ext cx="183960" cy="175320"/>
              </p14:xfrm>
            </p:contentPart>
          </mc:Choice>
          <mc:Fallback xmlns=""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A6304C8C-F7E1-498C-AD0B-FE7928B45FEC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270542" y="5773004"/>
                  <a:ext cx="2196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9D5075B5-294D-416A-AA8A-548667AB74DB}"/>
                    </a:ext>
                  </a:extLst>
                </p14:cNvPr>
                <p14:cNvContentPartPr/>
                <p14:nvPr/>
              </p14:nvContentPartPr>
              <p14:xfrm>
                <a:off x="5693542" y="5833124"/>
                <a:ext cx="210240" cy="152640"/>
              </p14:xfrm>
            </p:contentPart>
          </mc:Choice>
          <mc:Fallback xmlns=""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9D5075B5-294D-416A-AA8A-548667AB74D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675902" y="5815124"/>
                  <a:ext cx="2458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Agrupar 255">
            <a:extLst>
              <a:ext uri="{FF2B5EF4-FFF2-40B4-BE49-F238E27FC236}">
                <a16:creationId xmlns:a16="http://schemas.microsoft.com/office/drawing/2014/main" id="{1BEC3D96-3D6B-4322-A429-C111C84AC5A8}"/>
              </a:ext>
            </a:extLst>
          </p:cNvPr>
          <p:cNvGrpSpPr/>
          <p:nvPr/>
        </p:nvGrpSpPr>
        <p:grpSpPr>
          <a:xfrm>
            <a:off x="6303022" y="5735204"/>
            <a:ext cx="1290600" cy="334800"/>
            <a:chOff x="6303022" y="5735204"/>
            <a:chExt cx="129060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C98661B6-9223-46A7-8B71-F5DD256DA11C}"/>
                    </a:ext>
                  </a:extLst>
                </p14:cNvPr>
                <p14:cNvContentPartPr/>
                <p14:nvPr/>
              </p14:nvContentPartPr>
              <p14:xfrm>
                <a:off x="6303022" y="5858684"/>
                <a:ext cx="150840" cy="19548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C98661B6-9223-46A7-8B71-F5DD256DA11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285382" y="5840684"/>
                  <a:ext cx="186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BDBAFA1F-B673-4487-94A3-827FA04093A6}"/>
                    </a:ext>
                  </a:extLst>
                </p14:cNvPr>
                <p14:cNvContentPartPr/>
                <p14:nvPr/>
              </p14:nvContentPartPr>
              <p14:xfrm>
                <a:off x="6564382" y="5914124"/>
                <a:ext cx="110880" cy="141840"/>
              </p14:xfrm>
            </p:contentPart>
          </mc:Choice>
          <mc:Fallback xmlns=""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BDBAFA1F-B673-4487-94A3-827FA04093A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546742" y="5896484"/>
                  <a:ext cx="146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D651E933-30BD-48AA-B860-4B09767FDF88}"/>
                    </a:ext>
                  </a:extLst>
                </p14:cNvPr>
                <p14:cNvContentPartPr/>
                <p14:nvPr/>
              </p14:nvContentPartPr>
              <p14:xfrm>
                <a:off x="6818902" y="5945084"/>
                <a:ext cx="189720" cy="124920"/>
              </p14:xfrm>
            </p:contentPart>
          </mc:Choice>
          <mc:Fallback xmlns=""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D651E933-30BD-48AA-B860-4B09767FDF8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801262" y="5927084"/>
                  <a:ext cx="225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52D95770-3828-4D00-BEDD-05827AEC6748}"/>
                    </a:ext>
                  </a:extLst>
                </p14:cNvPr>
                <p14:cNvContentPartPr/>
                <p14:nvPr/>
              </p14:nvContentPartPr>
              <p14:xfrm>
                <a:off x="7120582" y="5735204"/>
                <a:ext cx="30960" cy="317520"/>
              </p14:xfrm>
            </p:contentPart>
          </mc:Choice>
          <mc:Fallback xmlns=""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52D95770-3828-4D00-BEDD-05827AEC674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102942" y="5717204"/>
                  <a:ext cx="666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6B539773-E6CD-4099-A2D6-9DE51A6179A7}"/>
                    </a:ext>
                  </a:extLst>
                </p14:cNvPr>
                <p14:cNvContentPartPr/>
                <p14:nvPr/>
              </p14:nvContentPartPr>
              <p14:xfrm>
                <a:off x="7453222" y="5887844"/>
                <a:ext cx="29520" cy="17892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6B539773-E6CD-4099-A2D6-9DE51A6179A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435222" y="5869844"/>
                  <a:ext cx="651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6D67157C-42C1-4BA4-A167-6F5FECEECA67}"/>
                    </a:ext>
                  </a:extLst>
                </p14:cNvPr>
                <p14:cNvContentPartPr/>
                <p14:nvPr/>
              </p14:nvContentPartPr>
              <p14:xfrm>
                <a:off x="7370062" y="5970284"/>
                <a:ext cx="223560" cy="14760"/>
              </p14:xfrm>
            </p:contentPart>
          </mc:Choice>
          <mc:Fallback xmlns=""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6D67157C-42C1-4BA4-A167-6F5FECEECA6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352062" y="5952284"/>
                  <a:ext cx="2592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Agrupar 270">
            <a:extLst>
              <a:ext uri="{FF2B5EF4-FFF2-40B4-BE49-F238E27FC236}">
                <a16:creationId xmlns:a16="http://schemas.microsoft.com/office/drawing/2014/main" id="{BD8D70EA-0A7F-401D-924E-F5CB2E0EF453}"/>
              </a:ext>
            </a:extLst>
          </p:cNvPr>
          <p:cNvGrpSpPr/>
          <p:nvPr/>
        </p:nvGrpSpPr>
        <p:grpSpPr>
          <a:xfrm>
            <a:off x="8007262" y="5527844"/>
            <a:ext cx="2732400" cy="599400"/>
            <a:chOff x="8007262" y="5527844"/>
            <a:chExt cx="2732400" cy="59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D78D9630-623C-40AB-980A-471D214AD3F1}"/>
                    </a:ext>
                  </a:extLst>
                </p14:cNvPr>
                <p14:cNvContentPartPr/>
                <p14:nvPr/>
              </p14:nvContentPartPr>
              <p14:xfrm>
                <a:off x="10030102" y="5788484"/>
                <a:ext cx="8640" cy="16560"/>
              </p14:xfrm>
            </p:contentPart>
          </mc:Choice>
          <mc:Fallback xmlns=""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D78D9630-623C-40AB-980A-471D214AD3F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012102" y="5770484"/>
                  <a:ext cx="44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9C4F1BBF-978E-4039-A1EC-B640F84FF426}"/>
                    </a:ext>
                  </a:extLst>
                </p14:cNvPr>
                <p14:cNvContentPartPr/>
                <p14:nvPr/>
              </p14:nvContentPartPr>
              <p14:xfrm>
                <a:off x="8007262" y="5929604"/>
                <a:ext cx="123480" cy="19764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9C4F1BBF-978E-4039-A1EC-B640F84FF42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989262" y="5911964"/>
                  <a:ext cx="159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98C7C9FF-3422-4146-AEE3-87562518643C}"/>
                    </a:ext>
                  </a:extLst>
                </p14:cNvPr>
                <p14:cNvContentPartPr/>
                <p14:nvPr/>
              </p14:nvContentPartPr>
              <p14:xfrm>
                <a:off x="8131822" y="5881724"/>
                <a:ext cx="170280" cy="48240"/>
              </p14:xfrm>
            </p:contentPart>
          </mc:Choice>
          <mc:Fallback xmlns=""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98C7C9FF-3422-4146-AEE3-87562518643C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114182" y="5864084"/>
                  <a:ext cx="205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3546AC25-E8DD-4DE7-BD5B-1C01089697E5}"/>
                    </a:ext>
                  </a:extLst>
                </p14:cNvPr>
                <p14:cNvContentPartPr/>
                <p14:nvPr/>
              </p14:nvContentPartPr>
              <p14:xfrm>
                <a:off x="8436742" y="5983244"/>
                <a:ext cx="233640" cy="127440"/>
              </p14:xfrm>
            </p:contentPart>
          </mc:Choice>
          <mc:Fallback xmlns=""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3546AC25-E8DD-4DE7-BD5B-1C01089697E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418742" y="5965604"/>
                  <a:ext cx="269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3AEF1D79-A4EF-4074-ADDB-47FF545CA92F}"/>
                    </a:ext>
                  </a:extLst>
                </p14:cNvPr>
                <p14:cNvContentPartPr/>
                <p14:nvPr/>
              </p14:nvContentPartPr>
              <p14:xfrm>
                <a:off x="8691262" y="5929604"/>
                <a:ext cx="147600" cy="15048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3AEF1D79-A4EF-4074-ADDB-47FF545CA92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673622" y="5911604"/>
                  <a:ext cx="183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59F66053-BC26-45F2-921B-0208C01A9E01}"/>
                    </a:ext>
                  </a:extLst>
                </p14:cNvPr>
                <p14:cNvContentPartPr/>
                <p14:nvPr/>
              </p14:nvContentPartPr>
              <p14:xfrm>
                <a:off x="8871622" y="5929604"/>
                <a:ext cx="147600" cy="17640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59F66053-BC26-45F2-921B-0208C01A9E0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853982" y="5911604"/>
                  <a:ext cx="183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808C48AB-29CE-4EB4-A838-90E1F506898E}"/>
                    </a:ext>
                  </a:extLst>
                </p14:cNvPr>
                <p14:cNvContentPartPr/>
                <p14:nvPr/>
              </p14:nvContentPartPr>
              <p14:xfrm>
                <a:off x="9129382" y="5943284"/>
                <a:ext cx="48240" cy="117360"/>
              </p14:xfrm>
            </p:contentPart>
          </mc:Choice>
          <mc:Fallback xmlns=""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808C48AB-29CE-4EB4-A838-90E1F506898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111742" y="5925644"/>
                  <a:ext cx="83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C6DAE587-3E7A-4C44-B52C-4F734E2BD032}"/>
                    </a:ext>
                  </a:extLst>
                </p14:cNvPr>
                <p14:cNvContentPartPr/>
                <p14:nvPr/>
              </p14:nvContentPartPr>
              <p14:xfrm>
                <a:off x="9194902" y="5836004"/>
                <a:ext cx="32400" cy="79560"/>
              </p14:xfrm>
            </p:contentPart>
          </mc:Choice>
          <mc:Fallback xmlns=""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C6DAE587-3E7A-4C44-B52C-4F734E2BD03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176902" y="5818004"/>
                  <a:ext cx="68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BBBF00BB-2509-4267-BD58-5B33072DCC38}"/>
                    </a:ext>
                  </a:extLst>
                </p14:cNvPr>
                <p14:cNvContentPartPr/>
                <p14:nvPr/>
              </p14:nvContentPartPr>
              <p14:xfrm>
                <a:off x="9268342" y="5984684"/>
                <a:ext cx="181800" cy="65160"/>
              </p14:xfrm>
            </p:contentPart>
          </mc:Choice>
          <mc:Fallback xmlns=""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BBBF00BB-2509-4267-BD58-5B33072DCC3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250342" y="5966684"/>
                  <a:ext cx="217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0F88FC64-9FE0-4428-9761-698E66458E13}"/>
                    </a:ext>
                  </a:extLst>
                </p14:cNvPr>
                <p14:cNvContentPartPr/>
                <p14:nvPr/>
              </p14:nvContentPartPr>
              <p14:xfrm>
                <a:off x="9653182" y="5707844"/>
                <a:ext cx="45360" cy="340200"/>
              </p14:xfrm>
            </p:contentPart>
          </mc:Choice>
          <mc:Fallback xmlns=""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0F88FC64-9FE0-4428-9761-698E66458E1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635182" y="5689844"/>
                  <a:ext cx="810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5DC6BF67-6F87-4F88-9F87-AEB02B39C021}"/>
                    </a:ext>
                  </a:extLst>
                </p14:cNvPr>
                <p14:cNvContentPartPr/>
                <p14:nvPr/>
              </p14:nvContentPartPr>
              <p14:xfrm>
                <a:off x="9586942" y="5845724"/>
                <a:ext cx="285480" cy="14760"/>
              </p14:xfrm>
            </p:contentPart>
          </mc:Choice>
          <mc:Fallback xmlns=""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5DC6BF67-6F87-4F88-9F87-AEB02B39C02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569302" y="5828084"/>
                  <a:ext cx="321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05BDF839-9BAD-4269-B282-54B1BB572304}"/>
                    </a:ext>
                  </a:extLst>
                </p14:cNvPr>
                <p14:cNvContentPartPr/>
                <p14:nvPr/>
              </p14:nvContentPartPr>
              <p14:xfrm>
                <a:off x="9846142" y="5954444"/>
                <a:ext cx="184320" cy="113760"/>
              </p14:xfrm>
            </p:contentPart>
          </mc:Choice>
          <mc:Fallback xmlns=""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05BDF839-9BAD-4269-B282-54B1BB57230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828502" y="5936444"/>
                  <a:ext cx="219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00327756-88E3-4B9B-BEAF-E2B725F9A833}"/>
                    </a:ext>
                  </a:extLst>
                </p14:cNvPr>
                <p14:cNvContentPartPr/>
                <p14:nvPr/>
              </p14:nvContentPartPr>
              <p14:xfrm>
                <a:off x="10196422" y="5527844"/>
                <a:ext cx="57240" cy="527760"/>
              </p14:xfrm>
            </p:contentPart>
          </mc:Choice>
          <mc:Fallback xmlns=""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00327756-88E3-4B9B-BEAF-E2B725F9A83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178422" y="5509844"/>
                  <a:ext cx="9288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A23DC2FD-6858-4136-9C6C-F0C9F77F9982}"/>
                    </a:ext>
                  </a:extLst>
                </p14:cNvPr>
                <p14:cNvContentPartPr/>
                <p14:nvPr/>
              </p14:nvContentPartPr>
              <p14:xfrm>
                <a:off x="10126942" y="5762564"/>
                <a:ext cx="271080" cy="30960"/>
              </p14:xfrm>
            </p:contentPart>
          </mc:Choice>
          <mc:Fallback xmlns=""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A23DC2FD-6858-4136-9C6C-F0C9F77F998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109302" y="5744564"/>
                  <a:ext cx="306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434689E7-3821-41C9-9A51-68E55075B39B}"/>
                    </a:ext>
                  </a:extLst>
                </p14:cNvPr>
                <p14:cNvContentPartPr/>
                <p14:nvPr/>
              </p14:nvContentPartPr>
              <p14:xfrm>
                <a:off x="10379662" y="5915204"/>
                <a:ext cx="360000" cy="152280"/>
              </p14:xfrm>
            </p:contentPart>
          </mc:Choice>
          <mc:Fallback xmlns=""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434689E7-3821-41C9-9A51-68E55075B39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362022" y="5897204"/>
                  <a:ext cx="395640" cy="18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303" name="Tinta 302">
                <a:extLst>
                  <a:ext uri="{FF2B5EF4-FFF2-40B4-BE49-F238E27FC236}">
                    <a16:creationId xmlns:a16="http://schemas.microsoft.com/office/drawing/2014/main" id="{462BBF2A-6FEB-46B7-A2BC-8B1EE4C254E1}"/>
                  </a:ext>
                </a:extLst>
              </p14:cNvPr>
              <p14:cNvContentPartPr/>
              <p14:nvPr/>
            </p14:nvContentPartPr>
            <p14:xfrm>
              <a:off x="8742022" y="1204964"/>
              <a:ext cx="360" cy="360"/>
            </p14:xfrm>
          </p:contentPart>
        </mc:Choice>
        <mc:Fallback xmlns="">
          <p:pic>
            <p:nvPicPr>
              <p:cNvPr id="303" name="Tinta 302">
                <a:extLst>
                  <a:ext uri="{FF2B5EF4-FFF2-40B4-BE49-F238E27FC236}">
                    <a16:creationId xmlns:a16="http://schemas.microsoft.com/office/drawing/2014/main" id="{462BBF2A-6FEB-46B7-A2BC-8B1EE4C254E1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8724022" y="11873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308" name="Tinta 307">
                <a:extLst>
                  <a:ext uri="{FF2B5EF4-FFF2-40B4-BE49-F238E27FC236}">
                    <a16:creationId xmlns:a16="http://schemas.microsoft.com/office/drawing/2014/main" id="{6A810418-80E9-447B-B99F-5EC16F128005}"/>
                  </a:ext>
                </a:extLst>
              </p14:cNvPr>
              <p14:cNvContentPartPr/>
              <p14:nvPr/>
            </p14:nvContentPartPr>
            <p14:xfrm>
              <a:off x="5430742" y="872684"/>
              <a:ext cx="360" cy="360"/>
            </p14:xfrm>
          </p:contentPart>
        </mc:Choice>
        <mc:Fallback xmlns="">
          <p:pic>
            <p:nvPicPr>
              <p:cNvPr id="308" name="Tinta 307">
                <a:extLst>
                  <a:ext uri="{FF2B5EF4-FFF2-40B4-BE49-F238E27FC236}">
                    <a16:creationId xmlns:a16="http://schemas.microsoft.com/office/drawing/2014/main" id="{6A810418-80E9-447B-B99F-5EC16F128005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5412742" y="85468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309" name="Tinta 308">
                <a:extLst>
                  <a:ext uri="{FF2B5EF4-FFF2-40B4-BE49-F238E27FC236}">
                    <a16:creationId xmlns:a16="http://schemas.microsoft.com/office/drawing/2014/main" id="{FEDFBE64-709C-4379-A6C1-5DA33CDB2BD7}"/>
                  </a:ext>
                </a:extLst>
              </p14:cNvPr>
              <p14:cNvContentPartPr/>
              <p14:nvPr/>
            </p14:nvContentPartPr>
            <p14:xfrm>
              <a:off x="8533942" y="1010564"/>
              <a:ext cx="360" cy="360"/>
            </p14:xfrm>
          </p:contentPart>
        </mc:Choice>
        <mc:Fallback xmlns="">
          <p:pic>
            <p:nvPicPr>
              <p:cNvPr id="309" name="Tinta 308">
                <a:extLst>
                  <a:ext uri="{FF2B5EF4-FFF2-40B4-BE49-F238E27FC236}">
                    <a16:creationId xmlns:a16="http://schemas.microsoft.com/office/drawing/2014/main" id="{FEDFBE64-709C-4379-A6C1-5DA33CDB2BD7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8515942" y="9929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310" name="Tinta 309">
                <a:extLst>
                  <a:ext uri="{FF2B5EF4-FFF2-40B4-BE49-F238E27FC236}">
                    <a16:creationId xmlns:a16="http://schemas.microsoft.com/office/drawing/2014/main" id="{FC146F7D-28C0-4FCE-A742-59CA577C4AC3}"/>
                  </a:ext>
                </a:extLst>
              </p14:cNvPr>
              <p14:cNvContentPartPr/>
              <p14:nvPr/>
            </p14:nvContentPartPr>
            <p14:xfrm>
              <a:off x="8838862" y="1176884"/>
              <a:ext cx="360" cy="360"/>
            </p14:xfrm>
          </p:contentPart>
        </mc:Choice>
        <mc:Fallback xmlns="">
          <p:pic>
            <p:nvPicPr>
              <p:cNvPr id="310" name="Tinta 309">
                <a:extLst>
                  <a:ext uri="{FF2B5EF4-FFF2-40B4-BE49-F238E27FC236}">
                    <a16:creationId xmlns:a16="http://schemas.microsoft.com/office/drawing/2014/main" id="{FC146F7D-28C0-4FCE-A742-59CA577C4AC3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8820862" y="115924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311" name="Tinta 310">
                <a:extLst>
                  <a:ext uri="{FF2B5EF4-FFF2-40B4-BE49-F238E27FC236}">
                    <a16:creationId xmlns:a16="http://schemas.microsoft.com/office/drawing/2014/main" id="{0886D946-7394-4D74-9369-A9133183822E}"/>
                  </a:ext>
                </a:extLst>
              </p14:cNvPr>
              <p14:cNvContentPartPr/>
              <p14:nvPr/>
            </p14:nvContentPartPr>
            <p14:xfrm>
              <a:off x="-1205858" y="1301804"/>
              <a:ext cx="360" cy="360"/>
            </p14:xfrm>
          </p:contentPart>
        </mc:Choice>
        <mc:Fallback xmlns="">
          <p:pic>
            <p:nvPicPr>
              <p:cNvPr id="311" name="Tinta 310">
                <a:extLst>
                  <a:ext uri="{FF2B5EF4-FFF2-40B4-BE49-F238E27FC236}">
                    <a16:creationId xmlns:a16="http://schemas.microsoft.com/office/drawing/2014/main" id="{0886D946-7394-4D74-9369-A9133183822E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-1223498" y="128416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312" name="Tinta 311">
                <a:extLst>
                  <a:ext uri="{FF2B5EF4-FFF2-40B4-BE49-F238E27FC236}">
                    <a16:creationId xmlns:a16="http://schemas.microsoft.com/office/drawing/2014/main" id="{7DBEA207-7B3F-40F8-8160-92EE3BF9C4F3}"/>
                  </a:ext>
                </a:extLst>
              </p14:cNvPr>
              <p14:cNvContentPartPr/>
              <p14:nvPr/>
            </p14:nvContentPartPr>
            <p14:xfrm>
              <a:off x="-1192178" y="3740084"/>
              <a:ext cx="360" cy="360"/>
            </p14:xfrm>
          </p:contentPart>
        </mc:Choice>
        <mc:Fallback xmlns="">
          <p:pic>
            <p:nvPicPr>
              <p:cNvPr id="312" name="Tinta 311">
                <a:extLst>
                  <a:ext uri="{FF2B5EF4-FFF2-40B4-BE49-F238E27FC236}">
                    <a16:creationId xmlns:a16="http://schemas.microsoft.com/office/drawing/2014/main" id="{7DBEA207-7B3F-40F8-8160-92EE3BF9C4F3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-1209818" y="3722444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4" name="Agrupar 313">
            <a:extLst>
              <a:ext uri="{FF2B5EF4-FFF2-40B4-BE49-F238E27FC236}">
                <a16:creationId xmlns:a16="http://schemas.microsoft.com/office/drawing/2014/main" id="{A36F407D-727C-4D47-BF8A-E934E34941F4}"/>
              </a:ext>
            </a:extLst>
          </p:cNvPr>
          <p:cNvGrpSpPr/>
          <p:nvPr/>
        </p:nvGrpSpPr>
        <p:grpSpPr>
          <a:xfrm>
            <a:off x="8658862" y="969524"/>
            <a:ext cx="207720" cy="83520"/>
            <a:chOff x="8658862" y="969524"/>
            <a:chExt cx="207720" cy="8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E278EFFF-AA9B-4C3C-95D3-70E8CAE03849}"/>
                    </a:ext>
                  </a:extLst>
                </p14:cNvPr>
                <p14:cNvContentPartPr/>
                <p14:nvPr/>
              </p14:nvContentPartPr>
              <p14:xfrm>
                <a:off x="8783062" y="969524"/>
                <a:ext cx="360" cy="360"/>
              </p14:xfrm>
            </p:contentPart>
          </mc:Choice>
          <mc:Fallback xmlns=""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E278EFFF-AA9B-4C3C-95D3-70E8CAE0384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765422" y="9515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F7D6F9B3-A0F9-4DC2-BBBA-BDF042F86E70}"/>
                    </a:ext>
                  </a:extLst>
                </p14:cNvPr>
                <p14:cNvContentPartPr/>
                <p14:nvPr/>
              </p14:nvContentPartPr>
              <p14:xfrm>
                <a:off x="8783062" y="969524"/>
                <a:ext cx="360" cy="360"/>
              </p14:xfrm>
            </p:contentPart>
          </mc:Choice>
          <mc:Fallback xmlns=""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F7D6F9B3-A0F9-4DC2-BBBA-BDF042F86E7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765422" y="9515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D5DDEFD2-4663-4FBE-B36D-1C0AD867927D}"/>
                    </a:ext>
                  </a:extLst>
                </p14:cNvPr>
                <p14:cNvContentPartPr/>
                <p14:nvPr/>
              </p14:nvContentPartPr>
              <p14:xfrm>
                <a:off x="8699902" y="1010564"/>
                <a:ext cx="360" cy="360"/>
              </p14:xfrm>
            </p:contentPart>
          </mc:Choice>
          <mc:Fallback xmlns=""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D5DDEFD2-4663-4FBE-B36D-1C0AD867927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682262" y="9929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7D8F5852-2DC4-4762-9822-17AE8C806CDC}"/>
                    </a:ext>
                  </a:extLst>
                </p14:cNvPr>
                <p14:cNvContentPartPr/>
                <p14:nvPr/>
              </p14:nvContentPartPr>
              <p14:xfrm>
                <a:off x="8866222" y="1052684"/>
                <a:ext cx="360" cy="360"/>
              </p14:xfrm>
            </p:contentPart>
          </mc:Choice>
          <mc:Fallback xmlns=""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7D8F5852-2DC4-4762-9822-17AE8C806CD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848582" y="103468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1E21C44C-DD0A-49B1-BABE-C9B2AC028F3C}"/>
                    </a:ext>
                  </a:extLst>
                </p14:cNvPr>
                <p14:cNvContentPartPr/>
                <p14:nvPr/>
              </p14:nvContentPartPr>
              <p14:xfrm>
                <a:off x="8866222" y="1052684"/>
                <a:ext cx="360" cy="360"/>
              </p14:xfrm>
            </p:contentPart>
          </mc:Choice>
          <mc:Fallback xmlns=""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1E21C44C-DD0A-49B1-BABE-C9B2AC028F3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848582" y="103468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515AD63A-91A9-4400-AAD1-79B916E1DED5}"/>
                    </a:ext>
                  </a:extLst>
                </p14:cNvPr>
                <p14:cNvContentPartPr/>
                <p14:nvPr/>
              </p14:nvContentPartPr>
              <p14:xfrm>
                <a:off x="8866222" y="1052684"/>
                <a:ext cx="360" cy="360"/>
              </p14:xfrm>
            </p:contentPart>
          </mc:Choice>
          <mc:Fallback xmlns=""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515AD63A-91A9-4400-AAD1-79B916E1DED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848582" y="103468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A3C6D129-FCD5-4F47-A06F-8E33AC9B6C49}"/>
                    </a:ext>
                  </a:extLst>
                </p14:cNvPr>
                <p14:cNvContentPartPr/>
                <p14:nvPr/>
              </p14:nvContentPartPr>
              <p14:xfrm>
                <a:off x="8658862" y="983204"/>
                <a:ext cx="360" cy="360"/>
              </p14:xfrm>
            </p:contentPart>
          </mc:Choice>
          <mc:Fallback xmlns=""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A3C6D129-FCD5-4F47-A06F-8E33AC9B6C4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640862" y="96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316" name="Tinta 315">
                <a:extLst>
                  <a:ext uri="{FF2B5EF4-FFF2-40B4-BE49-F238E27FC236}">
                    <a16:creationId xmlns:a16="http://schemas.microsoft.com/office/drawing/2014/main" id="{761CAAB3-0FF0-44A4-B8CB-BE926C90AABE}"/>
                  </a:ext>
                </a:extLst>
              </p14:cNvPr>
              <p14:cNvContentPartPr/>
              <p14:nvPr/>
            </p14:nvContentPartPr>
            <p14:xfrm>
              <a:off x="2022262" y="1980764"/>
              <a:ext cx="360" cy="360"/>
            </p14:xfrm>
          </p:contentPart>
        </mc:Choice>
        <mc:Fallback xmlns="">
          <p:pic>
            <p:nvPicPr>
              <p:cNvPr id="316" name="Tinta 315">
                <a:extLst>
                  <a:ext uri="{FF2B5EF4-FFF2-40B4-BE49-F238E27FC236}">
                    <a16:creationId xmlns:a16="http://schemas.microsoft.com/office/drawing/2014/main" id="{761CAAB3-0FF0-44A4-B8CB-BE926C90AABE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2004622" y="1962764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4" name="Agrupar 323">
            <a:extLst>
              <a:ext uri="{FF2B5EF4-FFF2-40B4-BE49-F238E27FC236}">
                <a16:creationId xmlns:a16="http://schemas.microsoft.com/office/drawing/2014/main" id="{90874BD7-55A9-463D-860F-B7FE6BFF00CC}"/>
              </a:ext>
            </a:extLst>
          </p:cNvPr>
          <p:cNvGrpSpPr/>
          <p:nvPr/>
        </p:nvGrpSpPr>
        <p:grpSpPr>
          <a:xfrm>
            <a:off x="7025542" y="3690404"/>
            <a:ext cx="2159640" cy="621720"/>
            <a:chOff x="7025542" y="3690404"/>
            <a:chExt cx="2159640" cy="62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C69DA7AC-0390-40C2-A0CD-03B320F9CAA3}"/>
                    </a:ext>
                  </a:extLst>
                </p14:cNvPr>
                <p14:cNvContentPartPr/>
                <p14:nvPr/>
              </p14:nvContentPartPr>
              <p14:xfrm>
                <a:off x="7025542" y="4044644"/>
                <a:ext cx="157320" cy="19692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C69DA7AC-0390-40C2-A0CD-03B320F9CAA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007542" y="4027004"/>
                  <a:ext cx="1929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50AEF679-4712-448A-83CD-649CF4AEFCF8}"/>
                    </a:ext>
                  </a:extLst>
                </p14:cNvPr>
                <p14:cNvContentPartPr/>
                <p14:nvPr/>
              </p14:nvContentPartPr>
              <p14:xfrm>
                <a:off x="7302382" y="4058324"/>
                <a:ext cx="177480" cy="15444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50AEF679-4712-448A-83CD-649CF4AEFCF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284382" y="4040324"/>
                  <a:ext cx="213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551F2956-BBA7-42A1-8F66-4CE19DFE0787}"/>
                    </a:ext>
                  </a:extLst>
                </p14:cNvPr>
                <p14:cNvContentPartPr/>
                <p14:nvPr/>
              </p14:nvContentPartPr>
              <p14:xfrm>
                <a:off x="7549342" y="4042484"/>
                <a:ext cx="199080" cy="13140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551F2956-BBA7-42A1-8F66-4CE19DFE078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531702" y="4024484"/>
                  <a:ext cx="234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17FD1F41-1A82-4EA8-B019-EF2A38970289}"/>
                    </a:ext>
                  </a:extLst>
                </p14:cNvPr>
                <p14:cNvContentPartPr/>
                <p14:nvPr/>
              </p14:nvContentPartPr>
              <p14:xfrm>
                <a:off x="7869022" y="4072724"/>
                <a:ext cx="83520" cy="9972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17FD1F41-1A82-4EA8-B019-EF2A3897028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851022" y="4054724"/>
                  <a:ext cx="1191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20E8CD01-AD24-4225-9E16-F0056CA7DD09}"/>
                    </a:ext>
                  </a:extLst>
                </p14:cNvPr>
                <p14:cNvContentPartPr/>
                <p14:nvPr/>
              </p14:nvContentPartPr>
              <p14:xfrm>
                <a:off x="7951822" y="3809564"/>
                <a:ext cx="44640" cy="37044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20E8CD01-AD24-4225-9E16-F0056CA7DD0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934182" y="3791564"/>
                  <a:ext cx="8028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3E36F42A-8989-4A7C-AEAC-173C891876AA}"/>
                    </a:ext>
                  </a:extLst>
                </p14:cNvPr>
                <p14:cNvContentPartPr/>
                <p14:nvPr/>
              </p14:nvContentPartPr>
              <p14:xfrm>
                <a:off x="8173942" y="4045004"/>
                <a:ext cx="28800" cy="10656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3E36F42A-8989-4A7C-AEAC-173C891876A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155942" y="4027364"/>
                  <a:ext cx="64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EF37E322-FFB0-4D1E-8A4E-120B346CC904}"/>
                    </a:ext>
                  </a:extLst>
                </p14:cNvPr>
                <p14:cNvContentPartPr/>
                <p14:nvPr/>
              </p14:nvContentPartPr>
              <p14:xfrm>
                <a:off x="8190502" y="3907844"/>
                <a:ext cx="24840" cy="2700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EF37E322-FFB0-4D1E-8A4E-120B346CC90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172502" y="3889844"/>
                  <a:ext cx="60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71825EFD-6C7D-4C22-B941-01A8159EB436}"/>
                    </a:ext>
                  </a:extLst>
                </p14:cNvPr>
                <p14:cNvContentPartPr/>
                <p14:nvPr/>
              </p14:nvContentPartPr>
              <p14:xfrm>
                <a:off x="8369782" y="4017644"/>
                <a:ext cx="121320" cy="16812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71825EFD-6C7D-4C22-B941-01A8159EB43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352142" y="3999644"/>
                  <a:ext cx="156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CF81908D-2BFB-4F2A-84CA-116EF2D404D6}"/>
                    </a:ext>
                  </a:extLst>
                </p14:cNvPr>
                <p14:cNvContentPartPr/>
                <p14:nvPr/>
              </p14:nvContentPartPr>
              <p14:xfrm>
                <a:off x="8644102" y="4023764"/>
                <a:ext cx="212040" cy="13572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CF81908D-2BFB-4F2A-84CA-116EF2D404D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26462" y="4006124"/>
                  <a:ext cx="247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90DD67D8-1C5F-437E-9068-84E1374AFEBF}"/>
                    </a:ext>
                  </a:extLst>
                </p14:cNvPr>
                <p14:cNvContentPartPr/>
                <p14:nvPr/>
              </p14:nvContentPartPr>
              <p14:xfrm>
                <a:off x="8932822" y="3938444"/>
                <a:ext cx="252360" cy="20556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90DD67D8-1C5F-437E-9068-84E1374AFEB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914822" y="3920804"/>
                  <a:ext cx="288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E310555B-2083-49BA-AA24-7B22969D94E6}"/>
                    </a:ext>
                  </a:extLst>
                </p14:cNvPr>
                <p14:cNvContentPartPr/>
                <p14:nvPr/>
              </p14:nvContentPartPr>
              <p14:xfrm>
                <a:off x="8742022" y="3690404"/>
                <a:ext cx="185400" cy="2268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E310555B-2083-49BA-AA24-7B22969D94E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724022" y="3672404"/>
                  <a:ext cx="2210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2B4DD35E-840F-4868-99AF-343AD14BEABE}"/>
                    </a:ext>
                  </a:extLst>
                </p14:cNvPr>
                <p14:cNvContentPartPr/>
                <p14:nvPr/>
              </p14:nvContentPartPr>
              <p14:xfrm>
                <a:off x="8464462" y="4223204"/>
                <a:ext cx="43200" cy="8892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2B4DD35E-840F-4868-99AF-343AD14BEAB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446462" y="4205564"/>
                  <a:ext cx="78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94AC6C63-84E0-4034-ADD5-7F2FF9945C2C}"/>
                    </a:ext>
                  </a:extLst>
                </p14:cNvPr>
                <p14:cNvContentPartPr/>
                <p14:nvPr/>
              </p14:nvContentPartPr>
              <p14:xfrm>
                <a:off x="8575702" y="4280804"/>
                <a:ext cx="360" cy="360"/>
              </p14:xfrm>
            </p:contentPart>
          </mc:Choice>
          <mc:Fallback xmlns=""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94AC6C63-84E0-4034-ADD5-7F2FF9945C2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557702" y="42628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352" name="Tinta 351">
                <a:extLst>
                  <a:ext uri="{FF2B5EF4-FFF2-40B4-BE49-F238E27FC236}">
                    <a16:creationId xmlns:a16="http://schemas.microsoft.com/office/drawing/2014/main" id="{6FFE1F28-7D73-4B16-A418-DC75622C59DB}"/>
                  </a:ext>
                </a:extLst>
              </p14:cNvPr>
              <p14:cNvContentPartPr/>
              <p14:nvPr/>
            </p14:nvContentPartPr>
            <p14:xfrm>
              <a:off x="2652982" y="2728844"/>
              <a:ext cx="613800" cy="583920"/>
            </p14:xfrm>
          </p:contentPart>
        </mc:Choice>
        <mc:Fallback xmlns="">
          <p:pic>
            <p:nvPicPr>
              <p:cNvPr id="352" name="Tinta 351">
                <a:extLst>
                  <a:ext uri="{FF2B5EF4-FFF2-40B4-BE49-F238E27FC236}">
                    <a16:creationId xmlns:a16="http://schemas.microsoft.com/office/drawing/2014/main" id="{6FFE1F28-7D73-4B16-A418-DC75622C59DB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2644342" y="2719844"/>
                <a:ext cx="631440" cy="60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3" name="Agrupar 362">
            <a:extLst>
              <a:ext uri="{FF2B5EF4-FFF2-40B4-BE49-F238E27FC236}">
                <a16:creationId xmlns:a16="http://schemas.microsoft.com/office/drawing/2014/main" id="{F8C5FA0F-EACE-443D-AF70-3154B224126E}"/>
              </a:ext>
            </a:extLst>
          </p:cNvPr>
          <p:cNvGrpSpPr/>
          <p:nvPr/>
        </p:nvGrpSpPr>
        <p:grpSpPr>
          <a:xfrm>
            <a:off x="2673502" y="3268484"/>
            <a:ext cx="608400" cy="389880"/>
            <a:chOff x="2673502" y="3268484"/>
            <a:chExt cx="60840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7AB1DF0F-1AE5-485A-9E58-35F21660336C}"/>
                    </a:ext>
                  </a:extLst>
                </p14:cNvPr>
                <p14:cNvContentPartPr/>
                <p14:nvPr/>
              </p14:nvContentPartPr>
              <p14:xfrm>
                <a:off x="2673502" y="3268484"/>
                <a:ext cx="258480" cy="26280"/>
              </p14:xfrm>
            </p:contentPart>
          </mc:Choice>
          <mc:Fallback xmlns=""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7AB1DF0F-1AE5-485A-9E58-35F21660336C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664862" y="3259484"/>
                  <a:ext cx="276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B8A4667A-7679-4788-9DEF-B5BACB3EBB7D}"/>
                    </a:ext>
                  </a:extLst>
                </p14:cNvPr>
                <p14:cNvContentPartPr/>
                <p14:nvPr/>
              </p14:nvContentPartPr>
              <p14:xfrm>
                <a:off x="2770342" y="3283244"/>
                <a:ext cx="331200" cy="30600"/>
              </p14:xfrm>
            </p:contentPart>
          </mc:Choice>
          <mc:Fallback xmlns=""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B8A4667A-7679-4788-9DEF-B5BACB3EBB7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761702" y="3274244"/>
                  <a:ext cx="348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DE79CF00-0829-4378-9E87-E7F994B0D1CF}"/>
                    </a:ext>
                  </a:extLst>
                </p14:cNvPr>
                <p14:cNvContentPartPr/>
                <p14:nvPr/>
              </p14:nvContentPartPr>
              <p14:xfrm>
                <a:off x="2742982" y="3504644"/>
                <a:ext cx="56520" cy="123480"/>
              </p14:xfrm>
            </p:contentPart>
          </mc:Choice>
          <mc:Fallback xmlns=""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DE79CF00-0829-4378-9E87-E7F994B0D1C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734342" y="3495644"/>
                  <a:ext cx="74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487FEA68-48B9-4EA2-8FB0-8EA886628449}"/>
                    </a:ext>
                  </a:extLst>
                </p14:cNvPr>
                <p14:cNvContentPartPr/>
                <p14:nvPr/>
              </p14:nvContentPartPr>
              <p14:xfrm>
                <a:off x="2728582" y="3407444"/>
                <a:ext cx="360" cy="27000"/>
              </p14:xfrm>
            </p:contentPart>
          </mc:Choice>
          <mc:Fallback xmlns=""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487FEA68-48B9-4EA2-8FB0-8EA88662844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719942" y="3398804"/>
                  <a:ext cx="18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6E38C90F-B17B-4D2E-8B84-D6C2E11B0DB0}"/>
                    </a:ext>
                  </a:extLst>
                </p14:cNvPr>
                <p14:cNvContentPartPr/>
                <p14:nvPr/>
              </p14:nvContentPartPr>
              <p14:xfrm>
                <a:off x="2909302" y="3490604"/>
                <a:ext cx="109080" cy="29880"/>
              </p14:xfrm>
            </p:contentPart>
          </mc:Choice>
          <mc:Fallback xmlns=""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6E38C90F-B17B-4D2E-8B84-D6C2E11B0DB0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900302" y="3481964"/>
                  <a:ext cx="126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91DFA7D0-6A3C-4B18-8822-E04BB4CA8B6F}"/>
                    </a:ext>
                  </a:extLst>
                </p14:cNvPr>
                <p14:cNvContentPartPr/>
                <p14:nvPr/>
              </p14:nvContentPartPr>
              <p14:xfrm>
                <a:off x="2922982" y="3573764"/>
                <a:ext cx="79920" cy="360"/>
              </p14:xfrm>
            </p:contentPart>
          </mc:Choice>
          <mc:Fallback xmlns=""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91DFA7D0-6A3C-4B18-8822-E04BB4CA8B6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914342" y="3565124"/>
                  <a:ext cx="97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AA41624E-00E6-466B-993B-F728EB06D3DE}"/>
                    </a:ext>
                  </a:extLst>
                </p14:cNvPr>
                <p14:cNvContentPartPr/>
                <p14:nvPr/>
              </p14:nvContentPartPr>
              <p14:xfrm>
                <a:off x="3135382" y="3454964"/>
                <a:ext cx="146520" cy="203400"/>
              </p14:xfrm>
            </p:contentPart>
          </mc:Choice>
          <mc:Fallback xmlns=""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AA41624E-00E6-466B-993B-F728EB06D3D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126742" y="3445964"/>
                  <a:ext cx="16416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362" name="Tinta 361">
                <a:extLst>
                  <a:ext uri="{FF2B5EF4-FFF2-40B4-BE49-F238E27FC236}">
                    <a16:creationId xmlns:a16="http://schemas.microsoft.com/office/drawing/2014/main" id="{90F07ABE-D836-4F91-BE10-61097B8424B9}"/>
                  </a:ext>
                </a:extLst>
              </p14:cNvPr>
              <p14:cNvContentPartPr/>
              <p14:nvPr/>
            </p14:nvContentPartPr>
            <p14:xfrm>
              <a:off x="3131062" y="2782484"/>
              <a:ext cx="248760" cy="127440"/>
            </p14:xfrm>
          </p:contentPart>
        </mc:Choice>
        <mc:Fallback xmlns="">
          <p:pic>
            <p:nvPicPr>
              <p:cNvPr id="362" name="Tinta 361">
                <a:extLst>
                  <a:ext uri="{FF2B5EF4-FFF2-40B4-BE49-F238E27FC236}">
                    <a16:creationId xmlns:a16="http://schemas.microsoft.com/office/drawing/2014/main" id="{90F07ABE-D836-4F91-BE10-61097B8424B9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3122422" y="2773844"/>
                <a:ext cx="266400" cy="14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0" name="Agrupar 369">
            <a:extLst>
              <a:ext uri="{FF2B5EF4-FFF2-40B4-BE49-F238E27FC236}">
                <a16:creationId xmlns:a16="http://schemas.microsoft.com/office/drawing/2014/main" id="{7063F051-1EA0-41BF-AD80-6730404D42E1}"/>
              </a:ext>
            </a:extLst>
          </p:cNvPr>
          <p:cNvGrpSpPr/>
          <p:nvPr/>
        </p:nvGrpSpPr>
        <p:grpSpPr>
          <a:xfrm>
            <a:off x="6003502" y="3255164"/>
            <a:ext cx="589680" cy="260640"/>
            <a:chOff x="6003502" y="3255164"/>
            <a:chExt cx="58968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E2A8EB52-C678-4D97-9A29-D5F49C6249D9}"/>
                    </a:ext>
                  </a:extLst>
                </p14:cNvPr>
                <p14:cNvContentPartPr/>
                <p14:nvPr/>
              </p14:nvContentPartPr>
              <p14:xfrm>
                <a:off x="6003502" y="3352724"/>
                <a:ext cx="94680" cy="163080"/>
              </p14:xfrm>
            </p:contentPart>
          </mc:Choice>
          <mc:Fallback xmlns=""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E2A8EB52-C678-4D97-9A29-D5F49C6249D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994862" y="3343724"/>
                  <a:ext cx="112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8301DF93-85F2-4967-981F-E2D0F677FB30}"/>
                    </a:ext>
                  </a:extLst>
                </p14:cNvPr>
                <p14:cNvContentPartPr/>
                <p14:nvPr/>
              </p14:nvContentPartPr>
              <p14:xfrm>
                <a:off x="6034462" y="3255164"/>
                <a:ext cx="5760" cy="20160"/>
              </p14:xfrm>
            </p:contentPart>
          </mc:Choice>
          <mc:Fallback xmlns=""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8301DF93-85F2-4967-981F-E2D0F677FB3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025822" y="3246164"/>
                  <a:ext cx="234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67" name="Tinta 366">
                  <a:extLst>
                    <a:ext uri="{FF2B5EF4-FFF2-40B4-BE49-F238E27FC236}">
                      <a16:creationId xmlns:a16="http://schemas.microsoft.com/office/drawing/2014/main" id="{97F2D71C-29E1-439F-A221-5CFB6F492B54}"/>
                    </a:ext>
                  </a:extLst>
                </p14:cNvPr>
                <p14:cNvContentPartPr/>
                <p14:nvPr/>
              </p14:nvContentPartPr>
              <p14:xfrm>
                <a:off x="6206182" y="3393764"/>
                <a:ext cx="109080" cy="360"/>
              </p14:xfrm>
            </p:contentPart>
          </mc:Choice>
          <mc:Fallback xmlns="">
            <p:pic>
              <p:nvPicPr>
                <p:cNvPr id="367" name="Tinta 366">
                  <a:extLst>
                    <a:ext uri="{FF2B5EF4-FFF2-40B4-BE49-F238E27FC236}">
                      <a16:creationId xmlns:a16="http://schemas.microsoft.com/office/drawing/2014/main" id="{97F2D71C-29E1-439F-A221-5CFB6F492B5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197542" y="3385124"/>
                  <a:ext cx="126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68" name="Tinta 367">
                  <a:extLst>
                    <a:ext uri="{FF2B5EF4-FFF2-40B4-BE49-F238E27FC236}">
                      <a16:creationId xmlns:a16="http://schemas.microsoft.com/office/drawing/2014/main" id="{11A05348-3156-49BD-B4CA-7FF8C57057C2}"/>
                    </a:ext>
                  </a:extLst>
                </p14:cNvPr>
                <p14:cNvContentPartPr/>
                <p14:nvPr/>
              </p14:nvContentPartPr>
              <p14:xfrm>
                <a:off x="6206182" y="3449564"/>
                <a:ext cx="65880" cy="360"/>
              </p14:xfrm>
            </p:contentPart>
          </mc:Choice>
          <mc:Fallback xmlns="">
            <p:pic>
              <p:nvPicPr>
                <p:cNvPr id="368" name="Tinta 367">
                  <a:extLst>
                    <a:ext uri="{FF2B5EF4-FFF2-40B4-BE49-F238E27FC236}">
                      <a16:creationId xmlns:a16="http://schemas.microsoft.com/office/drawing/2014/main" id="{11A05348-3156-49BD-B4CA-7FF8C57057C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197542" y="3440564"/>
                  <a:ext cx="83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69" name="Tinta 368">
                  <a:extLst>
                    <a:ext uri="{FF2B5EF4-FFF2-40B4-BE49-F238E27FC236}">
                      <a16:creationId xmlns:a16="http://schemas.microsoft.com/office/drawing/2014/main" id="{89A50EA7-8D27-46E7-B144-190C5FD0FEA7}"/>
                    </a:ext>
                  </a:extLst>
                </p14:cNvPr>
                <p14:cNvContentPartPr/>
                <p14:nvPr/>
              </p14:nvContentPartPr>
              <p14:xfrm>
                <a:off x="6440182" y="3354884"/>
                <a:ext cx="153000" cy="150480"/>
              </p14:xfrm>
            </p:contentPart>
          </mc:Choice>
          <mc:Fallback xmlns="">
            <p:pic>
              <p:nvPicPr>
                <p:cNvPr id="369" name="Tinta 368">
                  <a:extLst>
                    <a:ext uri="{FF2B5EF4-FFF2-40B4-BE49-F238E27FC236}">
                      <a16:creationId xmlns:a16="http://schemas.microsoft.com/office/drawing/2014/main" id="{89A50EA7-8D27-46E7-B144-190C5FD0FEA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431542" y="3345884"/>
                  <a:ext cx="17064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371" name="Tinta 370">
                <a:extLst>
                  <a:ext uri="{FF2B5EF4-FFF2-40B4-BE49-F238E27FC236}">
                    <a16:creationId xmlns:a16="http://schemas.microsoft.com/office/drawing/2014/main" id="{1AD70B30-99EC-479E-8CC9-F3BBC87BE175}"/>
                  </a:ext>
                </a:extLst>
              </p14:cNvPr>
              <p14:cNvContentPartPr/>
              <p14:nvPr/>
            </p14:nvContentPartPr>
            <p14:xfrm>
              <a:off x="3629302" y="1869524"/>
              <a:ext cx="262800" cy="124200"/>
            </p14:xfrm>
          </p:contentPart>
        </mc:Choice>
        <mc:Fallback xmlns="">
          <p:pic>
            <p:nvPicPr>
              <p:cNvPr id="371" name="Tinta 370">
                <a:extLst>
                  <a:ext uri="{FF2B5EF4-FFF2-40B4-BE49-F238E27FC236}">
                    <a16:creationId xmlns:a16="http://schemas.microsoft.com/office/drawing/2014/main" id="{1AD70B30-99EC-479E-8CC9-F3BBC87BE175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3620302" y="1860524"/>
                <a:ext cx="280440" cy="14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3" name="Agrupar 372">
            <a:extLst>
              <a:ext uri="{FF2B5EF4-FFF2-40B4-BE49-F238E27FC236}">
                <a16:creationId xmlns:a16="http://schemas.microsoft.com/office/drawing/2014/main" id="{BD9325B0-3234-4324-81A9-13CFF0232FEC}"/>
              </a:ext>
            </a:extLst>
          </p:cNvPr>
          <p:cNvGrpSpPr/>
          <p:nvPr/>
        </p:nvGrpSpPr>
        <p:grpSpPr>
          <a:xfrm>
            <a:off x="3615622" y="2104964"/>
            <a:ext cx="356040" cy="469800"/>
            <a:chOff x="3615622" y="2104964"/>
            <a:chExt cx="35604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7FBA1C3C-F0C6-460A-BD3B-B11B072ACE2D}"/>
                    </a:ext>
                  </a:extLst>
                </p14:cNvPr>
                <p14:cNvContentPartPr/>
                <p14:nvPr/>
              </p14:nvContentPartPr>
              <p14:xfrm>
                <a:off x="3693382" y="2188844"/>
                <a:ext cx="5760" cy="25092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7FBA1C3C-F0C6-460A-BD3B-B11B072ACE2D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684382" y="2179844"/>
                  <a:ext cx="234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3FF1E14B-C28C-4324-9F82-CC7981BD42D0}"/>
                    </a:ext>
                  </a:extLst>
                </p14:cNvPr>
                <p14:cNvContentPartPr/>
                <p14:nvPr/>
              </p14:nvContentPartPr>
              <p14:xfrm>
                <a:off x="3781942" y="2188844"/>
                <a:ext cx="30240" cy="30024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3FF1E14B-C28C-4324-9F82-CC7981BD42D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772942" y="2179844"/>
                  <a:ext cx="478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DC0C148B-FFDA-45B4-8D0B-3081DB3D9826}"/>
                    </a:ext>
                  </a:extLst>
                </p14:cNvPr>
                <p14:cNvContentPartPr/>
                <p14:nvPr/>
              </p14:nvContentPartPr>
              <p14:xfrm>
                <a:off x="3906142" y="2462444"/>
                <a:ext cx="14760" cy="11232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DC0C148B-FFDA-45B4-8D0B-3081DB3D982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3897502" y="2453804"/>
                  <a:ext cx="32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01ED262B-7729-4DB2-81A2-9D644E38DCDD}"/>
                    </a:ext>
                  </a:extLst>
                </p14:cNvPr>
                <p14:cNvContentPartPr/>
                <p14:nvPr/>
              </p14:nvContentPartPr>
              <p14:xfrm>
                <a:off x="3920542" y="2396204"/>
                <a:ext cx="360" cy="36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01ED262B-7729-4DB2-81A2-9D644E38DCDD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911902" y="23875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E9C078B7-0266-414C-B2C5-F500D493A759}"/>
                    </a:ext>
                  </a:extLst>
                </p14:cNvPr>
                <p14:cNvContentPartPr/>
                <p14:nvPr/>
              </p14:nvContentPartPr>
              <p14:xfrm>
                <a:off x="3615622" y="2104964"/>
                <a:ext cx="356040" cy="109440"/>
              </p14:xfrm>
            </p:contentPart>
          </mc:Choice>
          <mc:Fallback xmlns=""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E9C078B7-0266-414C-B2C5-F500D493A75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606622" y="2095964"/>
                  <a:ext cx="37368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Agrupar 389">
            <a:extLst>
              <a:ext uri="{FF2B5EF4-FFF2-40B4-BE49-F238E27FC236}">
                <a16:creationId xmlns:a16="http://schemas.microsoft.com/office/drawing/2014/main" id="{431B5ED1-B8A3-4E60-B590-D1AEB1BA0249}"/>
              </a:ext>
            </a:extLst>
          </p:cNvPr>
          <p:cNvGrpSpPr/>
          <p:nvPr/>
        </p:nvGrpSpPr>
        <p:grpSpPr>
          <a:xfrm>
            <a:off x="359422" y="5846444"/>
            <a:ext cx="401040" cy="335520"/>
            <a:chOff x="359422" y="5846444"/>
            <a:chExt cx="40104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83" name="Tinta 382">
                  <a:extLst>
                    <a:ext uri="{FF2B5EF4-FFF2-40B4-BE49-F238E27FC236}">
                      <a16:creationId xmlns:a16="http://schemas.microsoft.com/office/drawing/2014/main" id="{8612F71C-68C5-4F65-ABA1-0B00A2DE88F4}"/>
                    </a:ext>
                  </a:extLst>
                </p14:cNvPr>
                <p14:cNvContentPartPr/>
                <p14:nvPr/>
              </p14:nvContentPartPr>
              <p14:xfrm>
                <a:off x="482902" y="6026444"/>
                <a:ext cx="136080" cy="155520"/>
              </p14:xfrm>
            </p:contentPart>
          </mc:Choice>
          <mc:Fallback xmlns="">
            <p:pic>
              <p:nvPicPr>
                <p:cNvPr id="383" name="Tinta 382">
                  <a:extLst>
                    <a:ext uri="{FF2B5EF4-FFF2-40B4-BE49-F238E27FC236}">
                      <a16:creationId xmlns:a16="http://schemas.microsoft.com/office/drawing/2014/main" id="{8612F71C-68C5-4F65-ABA1-0B00A2DE88F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64902" y="6008444"/>
                  <a:ext cx="171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84" name="Tinta 383">
                  <a:extLst>
                    <a:ext uri="{FF2B5EF4-FFF2-40B4-BE49-F238E27FC236}">
                      <a16:creationId xmlns:a16="http://schemas.microsoft.com/office/drawing/2014/main" id="{13519AC2-72AD-4063-8538-F45D72DB5A30}"/>
                    </a:ext>
                  </a:extLst>
                </p14:cNvPr>
                <p14:cNvContentPartPr/>
                <p14:nvPr/>
              </p14:nvContentPartPr>
              <p14:xfrm>
                <a:off x="471022" y="6026444"/>
                <a:ext cx="83160" cy="111600"/>
              </p14:xfrm>
            </p:contentPart>
          </mc:Choice>
          <mc:Fallback xmlns="">
            <p:pic>
              <p:nvPicPr>
                <p:cNvPr id="384" name="Tinta 383">
                  <a:extLst>
                    <a:ext uri="{FF2B5EF4-FFF2-40B4-BE49-F238E27FC236}">
                      <a16:creationId xmlns:a16="http://schemas.microsoft.com/office/drawing/2014/main" id="{13519AC2-72AD-4063-8538-F45D72DB5A3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53022" y="6008444"/>
                  <a:ext cx="118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85" name="Tinta 384">
                  <a:extLst>
                    <a:ext uri="{FF2B5EF4-FFF2-40B4-BE49-F238E27FC236}">
                      <a16:creationId xmlns:a16="http://schemas.microsoft.com/office/drawing/2014/main" id="{CA012D61-A41C-4297-9734-A47EFD29A9FC}"/>
                    </a:ext>
                  </a:extLst>
                </p14:cNvPr>
                <p14:cNvContentPartPr/>
                <p14:nvPr/>
              </p14:nvContentPartPr>
              <p14:xfrm>
                <a:off x="519982" y="5929604"/>
                <a:ext cx="34200" cy="131400"/>
              </p14:xfrm>
            </p:contentPart>
          </mc:Choice>
          <mc:Fallback xmlns="">
            <p:pic>
              <p:nvPicPr>
                <p:cNvPr id="385" name="Tinta 384">
                  <a:extLst>
                    <a:ext uri="{FF2B5EF4-FFF2-40B4-BE49-F238E27FC236}">
                      <a16:creationId xmlns:a16="http://schemas.microsoft.com/office/drawing/2014/main" id="{CA012D61-A41C-4297-9734-A47EFD29A9F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501982" y="5911604"/>
                  <a:ext cx="69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86" name="Tinta 385">
                  <a:extLst>
                    <a:ext uri="{FF2B5EF4-FFF2-40B4-BE49-F238E27FC236}">
                      <a16:creationId xmlns:a16="http://schemas.microsoft.com/office/drawing/2014/main" id="{ED8A944B-9CFD-4308-8534-A91B96FC6385}"/>
                    </a:ext>
                  </a:extLst>
                </p14:cNvPr>
                <p14:cNvContentPartPr/>
                <p14:nvPr/>
              </p14:nvContentPartPr>
              <p14:xfrm>
                <a:off x="442942" y="5998364"/>
                <a:ext cx="164880" cy="29520"/>
              </p14:xfrm>
            </p:contentPart>
          </mc:Choice>
          <mc:Fallback xmlns="">
            <p:pic>
              <p:nvPicPr>
                <p:cNvPr id="386" name="Tinta 385">
                  <a:extLst>
                    <a:ext uri="{FF2B5EF4-FFF2-40B4-BE49-F238E27FC236}">
                      <a16:creationId xmlns:a16="http://schemas.microsoft.com/office/drawing/2014/main" id="{ED8A944B-9CFD-4308-8534-A91B96FC638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25302" y="5980364"/>
                  <a:ext cx="200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87" name="Tinta 386">
                  <a:extLst>
                    <a:ext uri="{FF2B5EF4-FFF2-40B4-BE49-F238E27FC236}">
                      <a16:creationId xmlns:a16="http://schemas.microsoft.com/office/drawing/2014/main" id="{63D5DE00-D5E7-407F-AFBD-6AD69DEFAA5C}"/>
                    </a:ext>
                  </a:extLst>
                </p14:cNvPr>
                <p14:cNvContentPartPr/>
                <p14:nvPr/>
              </p14:nvContentPartPr>
              <p14:xfrm>
                <a:off x="511702" y="6012764"/>
                <a:ext cx="111600" cy="102240"/>
              </p14:xfrm>
            </p:contentPart>
          </mc:Choice>
          <mc:Fallback xmlns="">
            <p:pic>
              <p:nvPicPr>
                <p:cNvPr id="387" name="Tinta 386">
                  <a:extLst>
                    <a:ext uri="{FF2B5EF4-FFF2-40B4-BE49-F238E27FC236}">
                      <a16:creationId xmlns:a16="http://schemas.microsoft.com/office/drawing/2014/main" id="{63D5DE00-D5E7-407F-AFBD-6AD69DEFAA5C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94062" y="5994764"/>
                  <a:ext cx="147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88" name="Tinta 387">
                  <a:extLst>
                    <a:ext uri="{FF2B5EF4-FFF2-40B4-BE49-F238E27FC236}">
                      <a16:creationId xmlns:a16="http://schemas.microsoft.com/office/drawing/2014/main" id="{7D0C5ADA-5176-4EB5-8546-A4D76C58827C}"/>
                    </a:ext>
                  </a:extLst>
                </p14:cNvPr>
                <p14:cNvContentPartPr/>
                <p14:nvPr/>
              </p14:nvContentPartPr>
              <p14:xfrm>
                <a:off x="359422" y="5915204"/>
                <a:ext cx="102600" cy="208440"/>
              </p14:xfrm>
            </p:contentPart>
          </mc:Choice>
          <mc:Fallback xmlns="">
            <p:pic>
              <p:nvPicPr>
                <p:cNvPr id="388" name="Tinta 387">
                  <a:extLst>
                    <a:ext uri="{FF2B5EF4-FFF2-40B4-BE49-F238E27FC236}">
                      <a16:creationId xmlns:a16="http://schemas.microsoft.com/office/drawing/2014/main" id="{7D0C5ADA-5176-4EB5-8546-A4D76C58827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41782" y="5897204"/>
                  <a:ext cx="1382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89" name="Tinta 388">
                  <a:extLst>
                    <a:ext uri="{FF2B5EF4-FFF2-40B4-BE49-F238E27FC236}">
                      <a16:creationId xmlns:a16="http://schemas.microsoft.com/office/drawing/2014/main" id="{A5099171-8CA9-42AF-9F3B-D96545B0E5BC}"/>
                    </a:ext>
                  </a:extLst>
                </p14:cNvPr>
                <p14:cNvContentPartPr/>
                <p14:nvPr/>
              </p14:nvContentPartPr>
              <p14:xfrm>
                <a:off x="661102" y="5846444"/>
                <a:ext cx="99360" cy="311400"/>
              </p14:xfrm>
            </p:contentPart>
          </mc:Choice>
          <mc:Fallback xmlns="">
            <p:pic>
              <p:nvPicPr>
                <p:cNvPr id="389" name="Tinta 388">
                  <a:extLst>
                    <a:ext uri="{FF2B5EF4-FFF2-40B4-BE49-F238E27FC236}">
                      <a16:creationId xmlns:a16="http://schemas.microsoft.com/office/drawing/2014/main" id="{A5099171-8CA9-42AF-9F3B-D96545B0E5B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43102" y="5828444"/>
                  <a:ext cx="135000" cy="34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Agrupar 396">
            <a:extLst>
              <a:ext uri="{FF2B5EF4-FFF2-40B4-BE49-F238E27FC236}">
                <a16:creationId xmlns:a16="http://schemas.microsoft.com/office/drawing/2014/main" id="{05B4D278-D2E4-400F-9E0F-B8539096D2C2}"/>
              </a:ext>
            </a:extLst>
          </p:cNvPr>
          <p:cNvGrpSpPr/>
          <p:nvPr/>
        </p:nvGrpSpPr>
        <p:grpSpPr>
          <a:xfrm>
            <a:off x="10873582" y="5665724"/>
            <a:ext cx="1068840" cy="396360"/>
            <a:chOff x="10873582" y="5665724"/>
            <a:chExt cx="106884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91" name="Tinta 390">
                  <a:extLst>
                    <a:ext uri="{FF2B5EF4-FFF2-40B4-BE49-F238E27FC236}">
                      <a16:creationId xmlns:a16="http://schemas.microsoft.com/office/drawing/2014/main" id="{BC95F087-8E85-4BE4-874E-E623E2C79284}"/>
                    </a:ext>
                  </a:extLst>
                </p14:cNvPr>
                <p14:cNvContentPartPr/>
                <p14:nvPr/>
              </p14:nvContentPartPr>
              <p14:xfrm>
                <a:off x="10873582" y="5804324"/>
                <a:ext cx="99360" cy="243000"/>
              </p14:xfrm>
            </p:contentPart>
          </mc:Choice>
          <mc:Fallback xmlns="">
            <p:pic>
              <p:nvPicPr>
                <p:cNvPr id="391" name="Tinta 390">
                  <a:extLst>
                    <a:ext uri="{FF2B5EF4-FFF2-40B4-BE49-F238E27FC236}">
                      <a16:creationId xmlns:a16="http://schemas.microsoft.com/office/drawing/2014/main" id="{BC95F087-8E85-4BE4-874E-E623E2C7928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855582" y="5786324"/>
                  <a:ext cx="1350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92" name="Tinta 391">
                  <a:extLst>
                    <a:ext uri="{FF2B5EF4-FFF2-40B4-BE49-F238E27FC236}">
                      <a16:creationId xmlns:a16="http://schemas.microsoft.com/office/drawing/2014/main" id="{980104FB-1926-464D-8095-757DA7C09D99}"/>
                    </a:ext>
                  </a:extLst>
                </p14:cNvPr>
                <p14:cNvContentPartPr/>
                <p14:nvPr/>
              </p14:nvContentPartPr>
              <p14:xfrm>
                <a:off x="11012542" y="5846444"/>
                <a:ext cx="195480" cy="139680"/>
              </p14:xfrm>
            </p:contentPart>
          </mc:Choice>
          <mc:Fallback xmlns="">
            <p:pic>
              <p:nvPicPr>
                <p:cNvPr id="392" name="Tinta 391">
                  <a:extLst>
                    <a:ext uri="{FF2B5EF4-FFF2-40B4-BE49-F238E27FC236}">
                      <a16:creationId xmlns:a16="http://schemas.microsoft.com/office/drawing/2014/main" id="{980104FB-1926-464D-8095-757DA7C09D9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994542" y="5828444"/>
                  <a:ext cx="231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93" name="Tinta 392">
                  <a:extLst>
                    <a:ext uri="{FF2B5EF4-FFF2-40B4-BE49-F238E27FC236}">
                      <a16:creationId xmlns:a16="http://schemas.microsoft.com/office/drawing/2014/main" id="{A4636836-34D1-4F4A-A5CD-24F19D2A924B}"/>
                    </a:ext>
                  </a:extLst>
                </p14:cNvPr>
                <p14:cNvContentPartPr/>
                <p14:nvPr/>
              </p14:nvContentPartPr>
              <p14:xfrm>
                <a:off x="11263102" y="5929604"/>
                <a:ext cx="109080" cy="14760"/>
              </p14:xfrm>
            </p:contentPart>
          </mc:Choice>
          <mc:Fallback xmlns="">
            <p:pic>
              <p:nvPicPr>
                <p:cNvPr id="393" name="Tinta 392">
                  <a:extLst>
                    <a:ext uri="{FF2B5EF4-FFF2-40B4-BE49-F238E27FC236}">
                      <a16:creationId xmlns:a16="http://schemas.microsoft.com/office/drawing/2014/main" id="{A4636836-34D1-4F4A-A5CD-24F19D2A924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245462" y="5911604"/>
                  <a:ext cx="144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94" name="Tinta 393">
                  <a:extLst>
                    <a:ext uri="{FF2B5EF4-FFF2-40B4-BE49-F238E27FC236}">
                      <a16:creationId xmlns:a16="http://schemas.microsoft.com/office/drawing/2014/main" id="{50325185-7523-4E95-B501-A8CA7201CFE4}"/>
                    </a:ext>
                  </a:extLst>
                </p14:cNvPr>
                <p14:cNvContentPartPr/>
                <p14:nvPr/>
              </p14:nvContentPartPr>
              <p14:xfrm>
                <a:off x="11290822" y="5984684"/>
                <a:ext cx="85320" cy="12960"/>
              </p14:xfrm>
            </p:contentPart>
          </mc:Choice>
          <mc:Fallback xmlns="">
            <p:pic>
              <p:nvPicPr>
                <p:cNvPr id="394" name="Tinta 393">
                  <a:extLst>
                    <a:ext uri="{FF2B5EF4-FFF2-40B4-BE49-F238E27FC236}">
                      <a16:creationId xmlns:a16="http://schemas.microsoft.com/office/drawing/2014/main" id="{50325185-7523-4E95-B501-A8CA7201CFE4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272822" y="5966684"/>
                  <a:ext cx="120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95" name="Tinta 394">
                  <a:extLst>
                    <a:ext uri="{FF2B5EF4-FFF2-40B4-BE49-F238E27FC236}">
                      <a16:creationId xmlns:a16="http://schemas.microsoft.com/office/drawing/2014/main" id="{0FBB77C1-F628-4108-9BDB-0F335D2B8EA8}"/>
                    </a:ext>
                  </a:extLst>
                </p14:cNvPr>
                <p14:cNvContentPartPr/>
                <p14:nvPr/>
              </p14:nvContentPartPr>
              <p14:xfrm>
                <a:off x="11529862" y="5885684"/>
                <a:ext cx="148320" cy="87480"/>
              </p14:xfrm>
            </p:contentPart>
          </mc:Choice>
          <mc:Fallback xmlns="">
            <p:pic>
              <p:nvPicPr>
                <p:cNvPr id="395" name="Tinta 394">
                  <a:extLst>
                    <a:ext uri="{FF2B5EF4-FFF2-40B4-BE49-F238E27FC236}">
                      <a16:creationId xmlns:a16="http://schemas.microsoft.com/office/drawing/2014/main" id="{0FBB77C1-F628-4108-9BDB-0F335D2B8EA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512222" y="5867684"/>
                  <a:ext cx="1839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96" name="Tinta 395">
                  <a:extLst>
                    <a:ext uri="{FF2B5EF4-FFF2-40B4-BE49-F238E27FC236}">
                      <a16:creationId xmlns:a16="http://schemas.microsoft.com/office/drawing/2014/main" id="{F4E1CA2C-B9ED-46F7-9BE5-99D6BC26BD27}"/>
                    </a:ext>
                  </a:extLst>
                </p14:cNvPr>
                <p14:cNvContentPartPr/>
                <p14:nvPr/>
              </p14:nvContentPartPr>
              <p14:xfrm>
                <a:off x="11817502" y="5665724"/>
                <a:ext cx="124920" cy="396360"/>
              </p14:xfrm>
            </p:contentPart>
          </mc:Choice>
          <mc:Fallback xmlns="">
            <p:pic>
              <p:nvPicPr>
                <p:cNvPr id="396" name="Tinta 395">
                  <a:extLst>
                    <a:ext uri="{FF2B5EF4-FFF2-40B4-BE49-F238E27FC236}">
                      <a16:creationId xmlns:a16="http://schemas.microsoft.com/office/drawing/2014/main" id="{F4E1CA2C-B9ED-46F7-9BE5-99D6BC26BD2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799862" y="5648084"/>
                  <a:ext cx="160560" cy="43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398" name="Tinta 397">
                <a:extLst>
                  <a:ext uri="{FF2B5EF4-FFF2-40B4-BE49-F238E27FC236}">
                    <a16:creationId xmlns:a16="http://schemas.microsoft.com/office/drawing/2014/main" id="{FB782D13-2188-47C3-963F-C08539C45288}"/>
                  </a:ext>
                </a:extLst>
              </p14:cNvPr>
              <p14:cNvContentPartPr/>
              <p14:nvPr/>
            </p14:nvContentPartPr>
            <p14:xfrm>
              <a:off x="6940582" y="5222564"/>
              <a:ext cx="360" cy="137520"/>
            </p14:xfrm>
          </p:contentPart>
        </mc:Choice>
        <mc:Fallback xmlns="">
          <p:pic>
            <p:nvPicPr>
              <p:cNvPr id="398" name="Tinta 397">
                <a:extLst>
                  <a:ext uri="{FF2B5EF4-FFF2-40B4-BE49-F238E27FC236}">
                    <a16:creationId xmlns:a16="http://schemas.microsoft.com/office/drawing/2014/main" id="{FB782D13-2188-47C3-963F-C08539C45288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6922942" y="5204924"/>
                <a:ext cx="3600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1" name="Agrupar 410">
            <a:extLst>
              <a:ext uri="{FF2B5EF4-FFF2-40B4-BE49-F238E27FC236}">
                <a16:creationId xmlns:a16="http://schemas.microsoft.com/office/drawing/2014/main" id="{6029DB31-301E-40C2-83E7-4BB6AC5F2C8C}"/>
              </a:ext>
            </a:extLst>
          </p:cNvPr>
          <p:cNvGrpSpPr/>
          <p:nvPr/>
        </p:nvGrpSpPr>
        <p:grpSpPr>
          <a:xfrm>
            <a:off x="7381582" y="5070284"/>
            <a:ext cx="536040" cy="207000"/>
            <a:chOff x="7381582" y="5070284"/>
            <a:chExt cx="53604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99" name="Tinta 398">
                  <a:extLst>
                    <a:ext uri="{FF2B5EF4-FFF2-40B4-BE49-F238E27FC236}">
                      <a16:creationId xmlns:a16="http://schemas.microsoft.com/office/drawing/2014/main" id="{C1499B71-1E31-44F2-A6D1-CB6734778FFA}"/>
                    </a:ext>
                  </a:extLst>
                </p14:cNvPr>
                <p14:cNvContentPartPr/>
                <p14:nvPr/>
              </p14:nvContentPartPr>
              <p14:xfrm>
                <a:off x="7381582" y="5070284"/>
                <a:ext cx="266040" cy="207000"/>
              </p14:xfrm>
            </p:contentPart>
          </mc:Choice>
          <mc:Fallback xmlns="">
            <p:pic>
              <p:nvPicPr>
                <p:cNvPr id="399" name="Tinta 398">
                  <a:extLst>
                    <a:ext uri="{FF2B5EF4-FFF2-40B4-BE49-F238E27FC236}">
                      <a16:creationId xmlns:a16="http://schemas.microsoft.com/office/drawing/2014/main" id="{C1499B71-1E31-44F2-A6D1-CB6734778FF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363942" y="5052284"/>
                  <a:ext cx="301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400" name="Tinta 399">
                  <a:extLst>
                    <a:ext uri="{FF2B5EF4-FFF2-40B4-BE49-F238E27FC236}">
                      <a16:creationId xmlns:a16="http://schemas.microsoft.com/office/drawing/2014/main" id="{745AF8DA-6FEC-4B20-ACE0-D5B1D31067E4}"/>
                    </a:ext>
                  </a:extLst>
                </p14:cNvPr>
                <p14:cNvContentPartPr/>
                <p14:nvPr/>
              </p14:nvContentPartPr>
              <p14:xfrm>
                <a:off x="7785502" y="5147324"/>
                <a:ext cx="132120" cy="20160"/>
              </p14:xfrm>
            </p:contentPart>
          </mc:Choice>
          <mc:Fallback xmlns="">
            <p:pic>
              <p:nvPicPr>
                <p:cNvPr id="400" name="Tinta 399">
                  <a:extLst>
                    <a:ext uri="{FF2B5EF4-FFF2-40B4-BE49-F238E27FC236}">
                      <a16:creationId xmlns:a16="http://schemas.microsoft.com/office/drawing/2014/main" id="{745AF8DA-6FEC-4B20-ACE0-D5B1D31067E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767862" y="5129684"/>
                  <a:ext cx="167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401" name="Tinta 400">
                  <a:extLst>
                    <a:ext uri="{FF2B5EF4-FFF2-40B4-BE49-F238E27FC236}">
                      <a16:creationId xmlns:a16="http://schemas.microsoft.com/office/drawing/2014/main" id="{DFBF1D89-ABE0-4ADB-8A32-FA6FB3C149A4}"/>
                    </a:ext>
                  </a:extLst>
                </p14:cNvPr>
                <p14:cNvContentPartPr/>
                <p14:nvPr/>
              </p14:nvContentPartPr>
              <p14:xfrm>
                <a:off x="7827622" y="5222564"/>
                <a:ext cx="79920" cy="360"/>
              </p14:xfrm>
            </p:contentPart>
          </mc:Choice>
          <mc:Fallback xmlns="">
            <p:pic>
              <p:nvPicPr>
                <p:cNvPr id="401" name="Tinta 400">
                  <a:extLst>
                    <a:ext uri="{FF2B5EF4-FFF2-40B4-BE49-F238E27FC236}">
                      <a16:creationId xmlns:a16="http://schemas.microsoft.com/office/drawing/2014/main" id="{DFBF1D89-ABE0-4ADB-8A32-FA6FB3C149A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809622" y="5204924"/>
                  <a:ext cx="1155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Agrupar 409">
            <a:extLst>
              <a:ext uri="{FF2B5EF4-FFF2-40B4-BE49-F238E27FC236}">
                <a16:creationId xmlns:a16="http://schemas.microsoft.com/office/drawing/2014/main" id="{5E0F0BF4-11FF-4F3E-9B2E-E7A89210CFA7}"/>
              </a:ext>
            </a:extLst>
          </p:cNvPr>
          <p:cNvGrpSpPr/>
          <p:nvPr/>
        </p:nvGrpSpPr>
        <p:grpSpPr>
          <a:xfrm>
            <a:off x="8194102" y="5070284"/>
            <a:ext cx="549000" cy="212040"/>
            <a:chOff x="8194102" y="5070284"/>
            <a:chExt cx="54900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402" name="Tinta 401">
                  <a:extLst>
                    <a:ext uri="{FF2B5EF4-FFF2-40B4-BE49-F238E27FC236}">
                      <a16:creationId xmlns:a16="http://schemas.microsoft.com/office/drawing/2014/main" id="{D29F7FFE-AB5D-4BCB-9891-65F8DCD460FB}"/>
                    </a:ext>
                  </a:extLst>
                </p14:cNvPr>
                <p14:cNvContentPartPr/>
                <p14:nvPr/>
              </p14:nvContentPartPr>
              <p14:xfrm>
                <a:off x="8194102" y="5137964"/>
                <a:ext cx="213840" cy="144360"/>
              </p14:xfrm>
            </p:contentPart>
          </mc:Choice>
          <mc:Fallback xmlns="">
            <p:pic>
              <p:nvPicPr>
                <p:cNvPr id="402" name="Tinta 401">
                  <a:extLst>
                    <a:ext uri="{FF2B5EF4-FFF2-40B4-BE49-F238E27FC236}">
                      <a16:creationId xmlns:a16="http://schemas.microsoft.com/office/drawing/2014/main" id="{D29F7FFE-AB5D-4BCB-9891-65F8DCD460F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176462" y="5120324"/>
                  <a:ext cx="249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403" name="Tinta 402">
                  <a:extLst>
                    <a:ext uri="{FF2B5EF4-FFF2-40B4-BE49-F238E27FC236}">
                      <a16:creationId xmlns:a16="http://schemas.microsoft.com/office/drawing/2014/main" id="{4CA7D96F-E742-4C55-8408-EAF3216D47EA}"/>
                    </a:ext>
                  </a:extLst>
                </p14:cNvPr>
                <p14:cNvContentPartPr/>
                <p14:nvPr/>
              </p14:nvContentPartPr>
              <p14:xfrm>
                <a:off x="8533942" y="5222564"/>
                <a:ext cx="27720" cy="51480"/>
              </p14:xfrm>
            </p:contentPart>
          </mc:Choice>
          <mc:Fallback xmlns="">
            <p:pic>
              <p:nvPicPr>
                <p:cNvPr id="403" name="Tinta 402">
                  <a:extLst>
                    <a:ext uri="{FF2B5EF4-FFF2-40B4-BE49-F238E27FC236}">
                      <a16:creationId xmlns:a16="http://schemas.microsoft.com/office/drawing/2014/main" id="{4CA7D96F-E742-4C55-8408-EAF3216D47EA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515942" y="5204924"/>
                  <a:ext cx="63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404" name="Tinta 403">
                  <a:extLst>
                    <a:ext uri="{FF2B5EF4-FFF2-40B4-BE49-F238E27FC236}">
                      <a16:creationId xmlns:a16="http://schemas.microsoft.com/office/drawing/2014/main" id="{AFB1C2D3-94FF-4EE3-AC3A-0E1A123EA7BD}"/>
                    </a:ext>
                  </a:extLst>
                </p14:cNvPr>
                <p14:cNvContentPartPr/>
                <p14:nvPr/>
              </p14:nvContentPartPr>
              <p14:xfrm>
                <a:off x="8728342" y="5070284"/>
                <a:ext cx="14760" cy="151200"/>
              </p14:xfrm>
            </p:contentPart>
          </mc:Choice>
          <mc:Fallback xmlns="">
            <p:pic>
              <p:nvPicPr>
                <p:cNvPr id="404" name="Tinta 403">
                  <a:extLst>
                    <a:ext uri="{FF2B5EF4-FFF2-40B4-BE49-F238E27FC236}">
                      <a16:creationId xmlns:a16="http://schemas.microsoft.com/office/drawing/2014/main" id="{AFB1C2D3-94FF-4EE3-AC3A-0E1A123EA7B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710342" y="5052284"/>
                  <a:ext cx="5040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Agrupar 408">
            <a:extLst>
              <a:ext uri="{FF2B5EF4-FFF2-40B4-BE49-F238E27FC236}">
                <a16:creationId xmlns:a16="http://schemas.microsoft.com/office/drawing/2014/main" id="{16FC0D06-AB32-434D-9D1E-590FB3D3B9FC}"/>
              </a:ext>
            </a:extLst>
          </p:cNvPr>
          <p:cNvGrpSpPr/>
          <p:nvPr/>
        </p:nvGrpSpPr>
        <p:grpSpPr>
          <a:xfrm>
            <a:off x="9046222" y="5181524"/>
            <a:ext cx="333000" cy="27720"/>
            <a:chOff x="9046222" y="5181524"/>
            <a:chExt cx="333000" cy="2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405" name="Tinta 404">
                  <a:extLst>
                    <a:ext uri="{FF2B5EF4-FFF2-40B4-BE49-F238E27FC236}">
                      <a16:creationId xmlns:a16="http://schemas.microsoft.com/office/drawing/2014/main" id="{65EFAC64-CE91-4E4D-9A80-4B898446AA09}"/>
                    </a:ext>
                  </a:extLst>
                </p14:cNvPr>
                <p14:cNvContentPartPr/>
                <p14:nvPr/>
              </p14:nvContentPartPr>
              <p14:xfrm>
                <a:off x="9046222" y="5208884"/>
                <a:ext cx="360" cy="360"/>
              </p14:xfrm>
            </p:contentPart>
          </mc:Choice>
          <mc:Fallback xmlns="">
            <p:pic>
              <p:nvPicPr>
                <p:cNvPr id="405" name="Tinta 404">
                  <a:extLst>
                    <a:ext uri="{FF2B5EF4-FFF2-40B4-BE49-F238E27FC236}">
                      <a16:creationId xmlns:a16="http://schemas.microsoft.com/office/drawing/2014/main" id="{65EFAC64-CE91-4E4D-9A80-4B898446AA0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028582" y="51912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406" name="Tinta 405">
                  <a:extLst>
                    <a:ext uri="{FF2B5EF4-FFF2-40B4-BE49-F238E27FC236}">
                      <a16:creationId xmlns:a16="http://schemas.microsoft.com/office/drawing/2014/main" id="{2B4A98DE-109B-4F1B-9CFA-0D1F6140D44A}"/>
                    </a:ext>
                  </a:extLst>
                </p14:cNvPr>
                <p14:cNvContentPartPr/>
                <p14:nvPr/>
              </p14:nvContentPartPr>
              <p14:xfrm>
                <a:off x="9171142" y="5181524"/>
                <a:ext cx="360" cy="360"/>
              </p14:xfrm>
            </p:contentPart>
          </mc:Choice>
          <mc:Fallback xmlns="">
            <p:pic>
              <p:nvPicPr>
                <p:cNvPr id="406" name="Tinta 405">
                  <a:extLst>
                    <a:ext uri="{FF2B5EF4-FFF2-40B4-BE49-F238E27FC236}">
                      <a16:creationId xmlns:a16="http://schemas.microsoft.com/office/drawing/2014/main" id="{2B4A98DE-109B-4F1B-9CFA-0D1F6140D44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153502" y="51635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407" name="Tinta 406">
                  <a:extLst>
                    <a:ext uri="{FF2B5EF4-FFF2-40B4-BE49-F238E27FC236}">
                      <a16:creationId xmlns:a16="http://schemas.microsoft.com/office/drawing/2014/main" id="{893CBF80-ED9F-40F7-824B-9CA8B8B7C073}"/>
                    </a:ext>
                  </a:extLst>
                </p14:cNvPr>
                <p14:cNvContentPartPr/>
                <p14:nvPr/>
              </p14:nvContentPartPr>
              <p14:xfrm>
                <a:off x="9240622" y="5182604"/>
                <a:ext cx="24840" cy="12960"/>
              </p14:xfrm>
            </p:contentPart>
          </mc:Choice>
          <mc:Fallback xmlns="">
            <p:pic>
              <p:nvPicPr>
                <p:cNvPr id="407" name="Tinta 406">
                  <a:extLst>
                    <a:ext uri="{FF2B5EF4-FFF2-40B4-BE49-F238E27FC236}">
                      <a16:creationId xmlns:a16="http://schemas.microsoft.com/office/drawing/2014/main" id="{893CBF80-ED9F-40F7-824B-9CA8B8B7C073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222982" y="5164964"/>
                  <a:ext cx="604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408" name="Tinta 407">
                  <a:extLst>
                    <a:ext uri="{FF2B5EF4-FFF2-40B4-BE49-F238E27FC236}">
                      <a16:creationId xmlns:a16="http://schemas.microsoft.com/office/drawing/2014/main" id="{2EB4A39B-C4D4-40A2-832B-AD08C1EF361A}"/>
                    </a:ext>
                  </a:extLst>
                </p14:cNvPr>
                <p14:cNvContentPartPr/>
                <p14:nvPr/>
              </p14:nvContentPartPr>
              <p14:xfrm>
                <a:off x="9378862" y="5195204"/>
                <a:ext cx="360" cy="360"/>
              </p14:xfrm>
            </p:contentPart>
          </mc:Choice>
          <mc:Fallback xmlns="">
            <p:pic>
              <p:nvPicPr>
                <p:cNvPr id="408" name="Tinta 407">
                  <a:extLst>
                    <a:ext uri="{FF2B5EF4-FFF2-40B4-BE49-F238E27FC236}">
                      <a16:creationId xmlns:a16="http://schemas.microsoft.com/office/drawing/2014/main" id="{2EB4A39B-C4D4-40A2-832B-AD08C1EF361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360862" y="5177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9AA554EE-6A52-4974-BD61-1B1FE9A69DE7}"/>
              </a:ext>
            </a:extLst>
          </p:cNvPr>
          <p:cNvGrpSpPr/>
          <p:nvPr/>
        </p:nvGrpSpPr>
        <p:grpSpPr>
          <a:xfrm>
            <a:off x="8616359" y="6107428"/>
            <a:ext cx="1608120" cy="410760"/>
            <a:chOff x="8616359" y="6107428"/>
            <a:chExt cx="1608120" cy="41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6D9620A-886B-4790-A86B-63FB7FB0EA48}"/>
                    </a:ext>
                  </a:extLst>
                </p14:cNvPr>
                <p14:cNvContentPartPr/>
                <p14:nvPr/>
              </p14:nvContentPartPr>
              <p14:xfrm>
                <a:off x="8616359" y="6276268"/>
                <a:ext cx="3960" cy="11124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6D9620A-886B-4790-A86B-63FB7FB0EA4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598719" y="6258268"/>
                  <a:ext cx="39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203D8D1F-4EA9-4815-AEF7-0AC07C8A24C0}"/>
                    </a:ext>
                  </a:extLst>
                </p14:cNvPr>
                <p14:cNvContentPartPr/>
                <p14:nvPr/>
              </p14:nvContentPartPr>
              <p14:xfrm>
                <a:off x="8619959" y="6277708"/>
                <a:ext cx="107640" cy="9756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203D8D1F-4EA9-4815-AEF7-0AC07C8A24C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601959" y="6260068"/>
                  <a:ext cx="143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609E259F-631B-4579-A1C6-615B93447BF1}"/>
                    </a:ext>
                  </a:extLst>
                </p14:cNvPr>
                <p14:cNvContentPartPr/>
                <p14:nvPr/>
              </p14:nvContentPartPr>
              <p14:xfrm>
                <a:off x="8808599" y="6259708"/>
                <a:ext cx="132840" cy="9576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609E259F-631B-4579-A1C6-615B93447BF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790599" y="6242068"/>
                  <a:ext cx="1684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6322C365-AF65-4186-8D51-9C0BF0FD52CA}"/>
                    </a:ext>
                  </a:extLst>
                </p14:cNvPr>
                <p14:cNvContentPartPr/>
                <p14:nvPr/>
              </p14:nvContentPartPr>
              <p14:xfrm>
                <a:off x="8996519" y="6258628"/>
                <a:ext cx="147600" cy="25956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6322C365-AF65-4186-8D51-9C0BF0FD52C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978879" y="6240628"/>
                  <a:ext cx="1832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AD5D23C1-35A7-426B-9607-CB707EFC990A}"/>
                    </a:ext>
                  </a:extLst>
                </p14:cNvPr>
                <p14:cNvContentPartPr/>
                <p14:nvPr/>
              </p14:nvContentPartPr>
              <p14:xfrm>
                <a:off x="9206039" y="6267268"/>
                <a:ext cx="176400" cy="1144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AD5D23C1-35A7-426B-9607-CB707EFC990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188399" y="6249628"/>
                  <a:ext cx="212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51066858-5638-4654-A455-322B1D52A10F}"/>
                    </a:ext>
                  </a:extLst>
                </p14:cNvPr>
                <p14:cNvContentPartPr/>
                <p14:nvPr/>
              </p14:nvContentPartPr>
              <p14:xfrm>
                <a:off x="9497999" y="6107428"/>
                <a:ext cx="55440" cy="25056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51066858-5638-4654-A455-322B1D52A10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480359" y="6089788"/>
                  <a:ext cx="910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BED360BE-2901-4A9E-AB3E-96566B49E28D}"/>
                    </a:ext>
                  </a:extLst>
                </p14:cNvPr>
                <p14:cNvContentPartPr/>
                <p14:nvPr/>
              </p14:nvContentPartPr>
              <p14:xfrm>
                <a:off x="9418799" y="6210028"/>
                <a:ext cx="128520" cy="2196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BED360BE-2901-4A9E-AB3E-96566B49E28D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401159" y="6192388"/>
                  <a:ext cx="164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FD73842E-6119-4EA5-B378-18C2423CBEB7}"/>
                    </a:ext>
                  </a:extLst>
                </p14:cNvPr>
                <p14:cNvContentPartPr/>
                <p14:nvPr/>
              </p14:nvContentPartPr>
              <p14:xfrm>
                <a:off x="9667559" y="6258628"/>
                <a:ext cx="27720" cy="842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FD73842E-6119-4EA5-B378-18C2423CBEB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649919" y="6240628"/>
                  <a:ext cx="63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BA814917-83D3-4FE2-82CB-8FE6F17C29CC}"/>
                    </a:ext>
                  </a:extLst>
                </p14:cNvPr>
                <p14:cNvContentPartPr/>
                <p14:nvPr/>
              </p14:nvContentPartPr>
              <p14:xfrm>
                <a:off x="9685199" y="6192748"/>
                <a:ext cx="360" cy="396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BA814917-83D3-4FE2-82CB-8FE6F17C29C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667559" y="6174748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9EB5EEDF-380C-487E-B637-2389C70059D1}"/>
                    </a:ext>
                  </a:extLst>
                </p14:cNvPr>
                <p14:cNvContentPartPr/>
                <p14:nvPr/>
              </p14:nvContentPartPr>
              <p14:xfrm>
                <a:off x="9809399" y="6258628"/>
                <a:ext cx="110520" cy="8784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9EB5EEDF-380C-487E-B637-2389C70059D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791399" y="6240628"/>
                  <a:ext cx="146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20B23388-8731-4FA3-A59C-F8A1CB3BDE3F}"/>
                    </a:ext>
                  </a:extLst>
                </p14:cNvPr>
                <p14:cNvContentPartPr/>
                <p14:nvPr/>
              </p14:nvContentPartPr>
              <p14:xfrm>
                <a:off x="9989039" y="6258628"/>
                <a:ext cx="235440" cy="12600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20B23388-8731-4FA3-A59C-F8A1CB3BDE3F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971039" y="6240628"/>
                  <a:ext cx="27108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8E64AEE-267B-4A36-8CA5-DD9307BA592C}"/>
              </a:ext>
            </a:extLst>
          </p:cNvPr>
          <p:cNvGrpSpPr/>
          <p:nvPr/>
        </p:nvGrpSpPr>
        <p:grpSpPr>
          <a:xfrm>
            <a:off x="6213359" y="5688388"/>
            <a:ext cx="1493280" cy="465840"/>
            <a:chOff x="6213359" y="5688388"/>
            <a:chExt cx="149328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8BB37E31-1FCE-47E3-BECD-3458CAAE26CD}"/>
                    </a:ext>
                  </a:extLst>
                </p14:cNvPr>
                <p14:cNvContentPartPr/>
                <p14:nvPr/>
              </p14:nvContentPartPr>
              <p14:xfrm>
                <a:off x="6329639" y="6134788"/>
                <a:ext cx="105480" cy="864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8BB37E31-1FCE-47E3-BECD-3458CAAE26C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311639" y="6117148"/>
                  <a:ext cx="141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A024E614-DE60-4BB3-8293-1DE9BF6069D3}"/>
                    </a:ext>
                  </a:extLst>
                </p14:cNvPr>
                <p14:cNvContentPartPr/>
                <p14:nvPr/>
              </p14:nvContentPartPr>
              <p14:xfrm>
                <a:off x="6427199" y="6117148"/>
                <a:ext cx="372240" cy="1836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A024E614-DE60-4BB3-8293-1DE9BF6069D3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6409199" y="6099508"/>
                  <a:ext cx="407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E07E9F42-5AF0-402A-804B-F6B45A8F21E6}"/>
                    </a:ext>
                  </a:extLst>
                </p14:cNvPr>
                <p14:cNvContentPartPr/>
                <p14:nvPr/>
              </p14:nvContentPartPr>
              <p14:xfrm>
                <a:off x="6213359" y="5688388"/>
                <a:ext cx="1493280" cy="46584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E07E9F42-5AF0-402A-804B-F6B45A8F21E6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195359" y="5670748"/>
                  <a:ext cx="1528920" cy="501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74383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793FD-873B-4F2B-BBFD-7191216F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600" b="1" dirty="0"/>
              <a:t>Propriedade</a:t>
            </a:r>
            <a:r>
              <a:rPr lang="pt-BR" sz="3600" dirty="0"/>
              <a:t>: Distribuição angular uniforme e alternada, nos pontos de cruzamento de caminhos do LGR, entre as tangentes dos caminhos positivos e negativos, no ponto.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CFD50F-FC36-4DC4-AA8D-2C14EE12B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5431"/>
            <a:ext cx="10515600" cy="39515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Podemos, como usual na bibliografia, localizar as assíntotas, a partir do centro e ângulos calculados, mas a propriedade enunciada acima, facilmente dedutível, também vale para as assíntotas. Assim, considerando que se existe pelo menos uma assíntota, o eixo real positivo é uma assíntota negativa, localizamos as assíntotas no centroide, alternadamente, positivas e negativas, com ângulo entre elas de 180⁰/(</a:t>
            </a:r>
            <a:r>
              <a:rPr lang="pt-BR" sz="3200" dirty="0" err="1"/>
              <a:t>n-m</a:t>
            </a:r>
            <a:r>
              <a:rPr lang="pt-BR" sz="3200" dirty="0"/>
              <a:t>), a partir do eixo real positivo.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0935657-E024-428F-A040-17E5226D463E}"/>
              </a:ext>
            </a:extLst>
          </p:cNvPr>
          <p:cNvGrpSpPr/>
          <p:nvPr/>
        </p:nvGrpSpPr>
        <p:grpSpPr>
          <a:xfrm>
            <a:off x="1011022" y="899869"/>
            <a:ext cx="360" cy="720"/>
            <a:chOff x="1011022" y="899869"/>
            <a:chExt cx="360" cy="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3B27D340-7825-466F-8F00-291C8C088225}"/>
                    </a:ext>
                  </a:extLst>
                </p14:cNvPr>
                <p14:cNvContentPartPr/>
                <p14:nvPr/>
              </p14:nvContentPartPr>
              <p14:xfrm>
                <a:off x="1011022" y="899869"/>
                <a:ext cx="360" cy="72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3B27D340-7825-466F-8F00-291C8C08822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3382" y="882229"/>
                  <a:ext cx="36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89AD69C-BB88-4867-A218-FD6381165D05}"/>
                    </a:ext>
                  </a:extLst>
                </p14:cNvPr>
                <p14:cNvContentPartPr/>
                <p14:nvPr/>
              </p14:nvContentPartPr>
              <p14:xfrm>
                <a:off x="1011022" y="899869"/>
                <a:ext cx="360" cy="36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89AD69C-BB88-4867-A218-FD6381165D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3382" y="88222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9976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3AFCB-8881-4C54-BE60-7FA280E2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8038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Explicação sobre LGR: Distribuição angular uniforme e alternada de assíntotas.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D9A7B67-4729-4645-844E-96AB3402E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764" y="1427019"/>
            <a:ext cx="7162799" cy="4807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B735DF29-B5E2-40EC-809C-1F3C44B42CC9}"/>
                  </a:ext>
                </a:extLst>
              </p14:cNvPr>
              <p14:cNvContentPartPr/>
              <p14:nvPr/>
            </p14:nvContentPartPr>
            <p14:xfrm>
              <a:off x="7962753" y="377282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B735DF29-B5E2-40EC-809C-1F3C44B42C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44753" y="3736828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D07CEF8-2F34-4069-A2C0-0DB796A209F6}"/>
                  </a:ext>
                </a:extLst>
              </p14:cNvPr>
              <p14:cNvContentPartPr/>
              <p14:nvPr/>
            </p14:nvContentPartPr>
            <p14:xfrm>
              <a:off x="7945113" y="3771028"/>
              <a:ext cx="1170720" cy="201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D07CEF8-2F34-4069-A2C0-0DB796A209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27473" y="3735028"/>
                <a:ext cx="12063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2E6FC7A3-DA10-4B0D-8716-0C987345E938}"/>
                  </a:ext>
                </a:extLst>
              </p14:cNvPr>
              <p14:cNvContentPartPr/>
              <p14:nvPr/>
            </p14:nvContentPartPr>
            <p14:xfrm>
              <a:off x="5619153" y="5370508"/>
              <a:ext cx="46440" cy="67392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2E6FC7A3-DA10-4B0D-8716-0C987345E9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01153" y="5334868"/>
                <a:ext cx="82080" cy="74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F72559DA-9E6D-44E7-BEF8-0C4A9E6AFC8F}"/>
                  </a:ext>
                </a:extLst>
              </p14:cNvPr>
              <p14:cNvContentPartPr/>
              <p14:nvPr/>
            </p14:nvContentPartPr>
            <p14:xfrm>
              <a:off x="2432433" y="3807028"/>
              <a:ext cx="1073160" cy="2880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F72559DA-9E6D-44E7-BEF8-0C4A9E6AFC8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14433" y="3771028"/>
                <a:ext cx="110880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9EF9C906-3748-4A04-9881-BA3255ACC852}"/>
                  </a:ext>
                </a:extLst>
              </p14:cNvPr>
              <p14:cNvContentPartPr/>
              <p14:nvPr/>
            </p14:nvContentPartPr>
            <p14:xfrm>
              <a:off x="5617353" y="1357948"/>
              <a:ext cx="20520" cy="63432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9EF9C906-3748-4A04-9881-BA3255ACC85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99713" y="1322308"/>
                <a:ext cx="56160" cy="7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FD0F35E7-0140-4F87-86C5-FAEAF5646156}"/>
                  </a:ext>
                </a:extLst>
              </p14:cNvPr>
              <p14:cNvContentPartPr/>
              <p14:nvPr/>
            </p14:nvContentPartPr>
            <p14:xfrm>
              <a:off x="5599713" y="1357228"/>
              <a:ext cx="39600" cy="65916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FD0F35E7-0140-4F87-86C5-FAEAF564615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81713" y="1321228"/>
                <a:ext cx="75240" cy="7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48FCDBF2-420A-4E18-9776-3F0D29A18248}"/>
                  </a:ext>
                </a:extLst>
              </p14:cNvPr>
              <p14:cNvContentPartPr/>
              <p14:nvPr/>
            </p14:nvContentPartPr>
            <p14:xfrm>
              <a:off x="9024393" y="3417508"/>
              <a:ext cx="159120" cy="10368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48FCDBF2-420A-4E18-9776-3F0D29A1824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06753" y="3381508"/>
                <a:ext cx="1947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780DAF93-91BC-4344-9C6F-6A2EE907360C}"/>
                  </a:ext>
                </a:extLst>
              </p14:cNvPr>
              <p14:cNvContentPartPr/>
              <p14:nvPr/>
            </p14:nvContentPartPr>
            <p14:xfrm>
              <a:off x="9238233" y="3346228"/>
              <a:ext cx="111240" cy="14004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780DAF93-91BC-4344-9C6F-6A2EE907360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20233" y="3310228"/>
                <a:ext cx="1468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C599C9FF-7FA9-4BD3-9DF3-58D9F2068C47}"/>
                  </a:ext>
                </a:extLst>
              </p14:cNvPr>
              <p14:cNvContentPartPr/>
              <p14:nvPr/>
            </p14:nvContentPartPr>
            <p14:xfrm>
              <a:off x="9109353" y="3372868"/>
              <a:ext cx="10080" cy="111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C599C9FF-7FA9-4BD3-9DF3-58D9F2068C4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91353" y="3337228"/>
                <a:ext cx="457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05D31061-B0AA-4591-81D1-4A2D52B49E85}"/>
                  </a:ext>
                </a:extLst>
              </p14:cNvPr>
              <p14:cNvContentPartPr/>
              <p14:nvPr/>
            </p14:nvContentPartPr>
            <p14:xfrm>
              <a:off x="8051673" y="1549828"/>
              <a:ext cx="731880" cy="51012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05D31061-B0AA-4591-81D1-4A2D52B49E8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033673" y="1513828"/>
                <a:ext cx="767520" cy="58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EB98F10C-C6BB-4A18-92AA-8465FEF701F6}"/>
                  </a:ext>
                </a:extLst>
              </p14:cNvPr>
              <p14:cNvContentPartPr/>
              <p14:nvPr/>
            </p14:nvContentPartPr>
            <p14:xfrm>
              <a:off x="8238153" y="5556988"/>
              <a:ext cx="695160" cy="45864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EB98F10C-C6BB-4A18-92AA-8465FEF701F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20513" y="5520988"/>
                <a:ext cx="730800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93B6CB77-586A-4420-AAD5-6202CBBA70BB}"/>
                  </a:ext>
                </a:extLst>
              </p14:cNvPr>
              <p14:cNvContentPartPr/>
              <p14:nvPr/>
            </p14:nvContentPartPr>
            <p14:xfrm>
              <a:off x="2405433" y="5871988"/>
              <a:ext cx="267120" cy="22716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93B6CB77-586A-4420-AAD5-6202CBBA70B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87793" y="5836348"/>
                <a:ext cx="3027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4F4C5925-7D3B-41DC-8027-69A9AF62E281}"/>
                  </a:ext>
                </a:extLst>
              </p14:cNvPr>
              <p14:cNvContentPartPr/>
              <p14:nvPr/>
            </p14:nvContentPartPr>
            <p14:xfrm>
              <a:off x="2689473" y="5829508"/>
              <a:ext cx="39960" cy="2124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4F4C5925-7D3B-41DC-8027-69A9AF62E28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671473" y="5793508"/>
                <a:ext cx="756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C9CC1160-6A88-4D6F-B7EB-BDE451C74737}"/>
                  </a:ext>
                </a:extLst>
              </p14:cNvPr>
              <p14:cNvContentPartPr/>
              <p14:nvPr/>
            </p14:nvContentPartPr>
            <p14:xfrm>
              <a:off x="2725113" y="5562388"/>
              <a:ext cx="404280" cy="28800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C9CC1160-6A88-4D6F-B7EB-BDE451C7473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707113" y="5526748"/>
                <a:ext cx="43992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81FC5B56-1B7C-4415-AC8B-667A692E31E8}"/>
                  </a:ext>
                </a:extLst>
              </p14:cNvPr>
              <p14:cNvContentPartPr/>
              <p14:nvPr/>
            </p14:nvContentPartPr>
            <p14:xfrm>
              <a:off x="2414433" y="6030748"/>
              <a:ext cx="37440" cy="2376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81FC5B56-1B7C-4415-AC8B-667A692E31E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396433" y="5995108"/>
                <a:ext cx="730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03E4AE1E-B57E-4E4E-999B-EED2A1F614E6}"/>
                  </a:ext>
                </a:extLst>
              </p14:cNvPr>
              <p14:cNvContentPartPr/>
              <p14:nvPr/>
            </p14:nvContentPartPr>
            <p14:xfrm>
              <a:off x="2245593" y="1544068"/>
              <a:ext cx="718560" cy="43560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03E4AE1E-B57E-4E4E-999B-EED2A1F614E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227593" y="1508068"/>
                <a:ext cx="75420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AF08F06F-B5B2-49C0-9C69-52F469BA3EAE}"/>
                  </a:ext>
                </a:extLst>
              </p14:cNvPr>
              <p14:cNvContentPartPr/>
              <p14:nvPr/>
            </p14:nvContentPartPr>
            <p14:xfrm>
              <a:off x="8419233" y="1846468"/>
              <a:ext cx="177840" cy="19080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AF08F06F-B5B2-49C0-9C69-52F469BA3EA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401233" y="1810468"/>
                <a:ext cx="2134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338E3380-0E0C-429C-A83E-3C62C22523F4}"/>
                  </a:ext>
                </a:extLst>
              </p14:cNvPr>
              <p14:cNvContentPartPr/>
              <p14:nvPr/>
            </p14:nvContentPartPr>
            <p14:xfrm>
              <a:off x="8710473" y="1855828"/>
              <a:ext cx="132840" cy="16056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338E3380-0E0C-429C-A83E-3C62C22523F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692833" y="1819828"/>
                <a:ext cx="1684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7277F59F-1652-4AE3-BAB2-029D8F783A47}"/>
                  </a:ext>
                </a:extLst>
              </p14:cNvPr>
              <p14:cNvContentPartPr/>
              <p14:nvPr/>
            </p14:nvContentPartPr>
            <p14:xfrm>
              <a:off x="8477913" y="1784188"/>
              <a:ext cx="28800" cy="6300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7277F59F-1652-4AE3-BAB2-029D8F783A4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459913" y="1748548"/>
                <a:ext cx="64440" cy="13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Agrupar 78">
            <a:extLst>
              <a:ext uri="{FF2B5EF4-FFF2-40B4-BE49-F238E27FC236}">
                <a16:creationId xmlns:a16="http://schemas.microsoft.com/office/drawing/2014/main" id="{793B7F6F-86D3-4909-AEB0-9E497B2500A8}"/>
              </a:ext>
            </a:extLst>
          </p:cNvPr>
          <p:cNvGrpSpPr/>
          <p:nvPr/>
        </p:nvGrpSpPr>
        <p:grpSpPr>
          <a:xfrm>
            <a:off x="9282513" y="1286668"/>
            <a:ext cx="1993680" cy="593640"/>
            <a:chOff x="9282513" y="1286668"/>
            <a:chExt cx="1993680" cy="59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3F5B293F-3F78-4D7C-82C6-A946E00C7E50}"/>
                    </a:ext>
                  </a:extLst>
                </p14:cNvPr>
                <p14:cNvContentPartPr/>
                <p14:nvPr/>
              </p14:nvContentPartPr>
              <p14:xfrm>
                <a:off x="9345153" y="1424188"/>
                <a:ext cx="125640" cy="13860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3F5B293F-3F78-4D7C-82C6-A946E00C7E5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327153" y="1406548"/>
                  <a:ext cx="1612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DDAC7E32-781A-474D-B917-1E43B2AC5D11}"/>
                    </a:ext>
                  </a:extLst>
                </p14:cNvPr>
                <p14:cNvContentPartPr/>
                <p14:nvPr/>
              </p14:nvContentPartPr>
              <p14:xfrm>
                <a:off x="9634233" y="1455508"/>
                <a:ext cx="58320" cy="36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DDAC7E32-781A-474D-B917-1E43B2AC5D1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16233" y="1437508"/>
                  <a:ext cx="93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BE4AA46-3F07-40CC-9123-76502801E9F9}"/>
                    </a:ext>
                  </a:extLst>
                </p14:cNvPr>
                <p14:cNvContentPartPr/>
                <p14:nvPr/>
              </p14:nvContentPartPr>
              <p14:xfrm>
                <a:off x="9605073" y="1508788"/>
                <a:ext cx="139680" cy="36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BE4AA46-3F07-40CC-9123-76502801E9F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587433" y="1490788"/>
                  <a:ext cx="175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F03DF6EF-AC88-43C4-8489-F0C95FA4B39F}"/>
                    </a:ext>
                  </a:extLst>
                </p14:cNvPr>
                <p14:cNvContentPartPr/>
                <p14:nvPr/>
              </p14:nvContentPartPr>
              <p14:xfrm>
                <a:off x="9862473" y="1366948"/>
                <a:ext cx="73800" cy="9792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F03DF6EF-AC88-43C4-8489-F0C95FA4B39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844473" y="1348948"/>
                  <a:ext cx="109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8B018AD5-B955-49A1-9DE7-E64314BF6234}"/>
                    </a:ext>
                  </a:extLst>
                </p14:cNvPr>
                <p14:cNvContentPartPr/>
                <p14:nvPr/>
              </p14:nvContentPartPr>
              <p14:xfrm>
                <a:off x="9926913" y="1375588"/>
                <a:ext cx="16560" cy="16092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8B018AD5-B955-49A1-9DE7-E64314BF623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909273" y="1357948"/>
                  <a:ext cx="52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815CF449-69B3-4F74-87E2-5D60E7AA9561}"/>
                    </a:ext>
                  </a:extLst>
                </p14:cNvPr>
                <p14:cNvContentPartPr/>
                <p14:nvPr/>
              </p14:nvContentPartPr>
              <p14:xfrm>
                <a:off x="9658353" y="1437868"/>
                <a:ext cx="88200" cy="36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815CF449-69B3-4F74-87E2-5D60E7AA956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640713" y="1419868"/>
                  <a:ext cx="12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DC97BDD8-5982-4715-8332-8E926A4D3155}"/>
                    </a:ext>
                  </a:extLst>
                </p14:cNvPr>
                <p14:cNvContentPartPr/>
                <p14:nvPr/>
              </p14:nvContentPartPr>
              <p14:xfrm>
                <a:off x="9282513" y="1721908"/>
                <a:ext cx="39240" cy="11196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DC97BDD8-5982-4715-8332-8E926A4D315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64513" y="1703908"/>
                  <a:ext cx="748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89C23032-7843-4864-B3F6-4A1D1382F670}"/>
                    </a:ext>
                  </a:extLst>
                </p14:cNvPr>
                <p14:cNvContentPartPr/>
                <p14:nvPr/>
              </p14:nvContentPartPr>
              <p14:xfrm>
                <a:off x="9386553" y="1757548"/>
                <a:ext cx="5760" cy="396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89C23032-7843-4864-B3F6-4A1D1382F67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68913" y="1739548"/>
                  <a:ext cx="41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979BD3A9-3B3E-47A2-9AA8-90EEEFF36D0B}"/>
                    </a:ext>
                  </a:extLst>
                </p14:cNvPr>
                <p14:cNvContentPartPr/>
                <p14:nvPr/>
              </p14:nvContentPartPr>
              <p14:xfrm>
                <a:off x="9344073" y="1705348"/>
                <a:ext cx="46800" cy="15408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979BD3A9-3B3E-47A2-9AA8-90EEEFF36D0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26073" y="1687708"/>
                  <a:ext cx="82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4526F7BA-E4F9-4FBC-BC3D-823D43FAA1F9}"/>
                    </a:ext>
                  </a:extLst>
                </p14:cNvPr>
                <p14:cNvContentPartPr/>
                <p14:nvPr/>
              </p14:nvContentPartPr>
              <p14:xfrm>
                <a:off x="9410313" y="1708588"/>
                <a:ext cx="46440" cy="15444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4526F7BA-E4F9-4FBC-BC3D-823D43FAA1F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392313" y="1690588"/>
                  <a:ext cx="820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5B1CE368-56AE-4957-BBE2-C756F74EB710}"/>
                    </a:ext>
                  </a:extLst>
                </p14:cNvPr>
                <p14:cNvContentPartPr/>
                <p14:nvPr/>
              </p14:nvContentPartPr>
              <p14:xfrm>
                <a:off x="9667353" y="1721548"/>
                <a:ext cx="106200" cy="972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5B1CE368-56AE-4957-BBE2-C756F74EB71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49353" y="1703548"/>
                  <a:ext cx="141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A5881D70-8776-4968-9B71-4CE50A19F8BF}"/>
                    </a:ext>
                  </a:extLst>
                </p14:cNvPr>
                <p14:cNvContentPartPr/>
                <p14:nvPr/>
              </p14:nvContentPartPr>
              <p14:xfrm>
                <a:off x="9676353" y="1774828"/>
                <a:ext cx="69840" cy="36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A5881D70-8776-4968-9B71-4CE50A19F8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658713" y="1757188"/>
                  <a:ext cx="105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39C7805D-E640-4029-A6A9-1BF9DEB6DD5F}"/>
                    </a:ext>
                  </a:extLst>
                </p14:cNvPr>
                <p14:cNvContentPartPr/>
                <p14:nvPr/>
              </p14:nvContentPartPr>
              <p14:xfrm>
                <a:off x="9941313" y="1685188"/>
                <a:ext cx="125280" cy="12816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39C7805D-E640-4029-A6A9-1BF9DEB6DD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23673" y="1667548"/>
                  <a:ext cx="160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D52A7F67-9BCC-4C3F-ADB3-ECB21CE22390}"/>
                    </a:ext>
                  </a:extLst>
                </p14:cNvPr>
                <p14:cNvContentPartPr/>
                <p14:nvPr/>
              </p14:nvContentPartPr>
              <p14:xfrm>
                <a:off x="10049313" y="1286668"/>
                <a:ext cx="140760" cy="59364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D52A7F67-9BCC-4C3F-ADB3-ECB21CE2239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31673" y="1269028"/>
                  <a:ext cx="17640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DCF0D928-3E63-4AB6-9470-D37B82754024}"/>
                    </a:ext>
                  </a:extLst>
                </p14:cNvPr>
                <p14:cNvContentPartPr/>
                <p14:nvPr/>
              </p14:nvContentPartPr>
              <p14:xfrm>
                <a:off x="10297713" y="1473508"/>
                <a:ext cx="117720" cy="8676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DCF0D928-3E63-4AB6-9470-D37B8275402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79713" y="1455508"/>
                  <a:ext cx="153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4410A38-5749-4519-9779-AF343F84441F}"/>
                    </a:ext>
                  </a:extLst>
                </p14:cNvPr>
                <p14:cNvContentPartPr/>
                <p14:nvPr/>
              </p14:nvContentPartPr>
              <p14:xfrm>
                <a:off x="10528833" y="1508788"/>
                <a:ext cx="66600" cy="612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4410A38-5749-4519-9779-AF343F84441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510833" y="1490788"/>
                  <a:ext cx="102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FAF7D0F4-B691-4AE5-B729-C579A1C3212F}"/>
                    </a:ext>
                  </a:extLst>
                </p14:cNvPr>
                <p14:cNvContentPartPr/>
                <p14:nvPr/>
              </p14:nvContentPartPr>
              <p14:xfrm>
                <a:off x="10688673" y="1455508"/>
                <a:ext cx="18720" cy="7200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FAF7D0F4-B691-4AE5-B729-C579A1C3212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70673" y="1437508"/>
                  <a:ext cx="54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47AD963B-D5D2-4264-A227-81039B4ADD99}"/>
                    </a:ext>
                  </a:extLst>
                </p14:cNvPr>
                <p14:cNvContentPartPr/>
                <p14:nvPr/>
              </p14:nvContentPartPr>
              <p14:xfrm>
                <a:off x="10741953" y="1482148"/>
                <a:ext cx="143280" cy="5184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47AD963B-D5D2-4264-A227-81039B4ADD9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723953" y="1464148"/>
                  <a:ext cx="1789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A3AC9AF3-16BC-4EB1-868D-074EE5E66C42}"/>
                    </a:ext>
                  </a:extLst>
                </p14:cNvPr>
                <p14:cNvContentPartPr/>
                <p14:nvPr/>
              </p14:nvContentPartPr>
              <p14:xfrm>
                <a:off x="10998993" y="1491148"/>
                <a:ext cx="90000" cy="900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A3AC9AF3-16BC-4EB1-868D-074EE5E66C4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980993" y="1473148"/>
                  <a:ext cx="125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3BB9E3E5-2356-4505-A104-770324EC1FF4}"/>
                    </a:ext>
                  </a:extLst>
                </p14:cNvPr>
                <p14:cNvContentPartPr/>
                <p14:nvPr/>
              </p14:nvContentPartPr>
              <p14:xfrm>
                <a:off x="11007993" y="1544428"/>
                <a:ext cx="60480" cy="36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3BB9E3E5-2356-4505-A104-770324EC1FF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990353" y="1526428"/>
                  <a:ext cx="96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4D7F405D-C930-4F86-8121-7BB458111101}"/>
                    </a:ext>
                  </a:extLst>
                </p14:cNvPr>
                <p14:cNvContentPartPr/>
                <p14:nvPr/>
              </p14:nvContentPartPr>
              <p14:xfrm>
                <a:off x="11194113" y="1420228"/>
                <a:ext cx="51840" cy="820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4D7F405D-C930-4F86-8121-7BB45811110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176473" y="1402228"/>
                  <a:ext cx="87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54B715FE-3DCB-4956-AE05-6F730406DFF7}"/>
                    </a:ext>
                  </a:extLst>
                </p14:cNvPr>
                <p14:cNvContentPartPr/>
                <p14:nvPr/>
              </p14:nvContentPartPr>
              <p14:xfrm>
                <a:off x="11259273" y="1437868"/>
                <a:ext cx="16920" cy="15408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54B715FE-3DCB-4956-AE05-6F730406DFF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241273" y="1419868"/>
                  <a:ext cx="5256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32B91E93-4D47-4F45-B7EA-CF1C11CC0850}"/>
              </a:ext>
            </a:extLst>
          </p:cNvPr>
          <p:cNvGrpSpPr/>
          <p:nvPr/>
        </p:nvGrpSpPr>
        <p:grpSpPr>
          <a:xfrm>
            <a:off x="8592393" y="2165428"/>
            <a:ext cx="2089440" cy="795960"/>
            <a:chOff x="8592393" y="2165428"/>
            <a:chExt cx="2089440" cy="79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F2CC55F5-BA18-4191-AB2D-2687DF48B16A}"/>
                    </a:ext>
                  </a:extLst>
                </p14:cNvPr>
                <p14:cNvContentPartPr/>
                <p14:nvPr/>
              </p14:nvContentPartPr>
              <p14:xfrm>
                <a:off x="8594193" y="2465668"/>
                <a:ext cx="106200" cy="9324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F2CC55F5-BA18-4191-AB2D-2687DF48B16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576553" y="2447668"/>
                  <a:ext cx="141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93EC3A75-41CB-432B-9AA0-04E5572F4D58}"/>
                    </a:ext>
                  </a:extLst>
                </p14:cNvPr>
                <p14:cNvContentPartPr/>
                <p14:nvPr/>
              </p14:nvContentPartPr>
              <p14:xfrm>
                <a:off x="8708313" y="2298988"/>
                <a:ext cx="3960" cy="23580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93EC3A75-41CB-432B-9AA0-04E5572F4D5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90673" y="2280988"/>
                  <a:ext cx="396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087F5F46-F1E8-4754-B177-531BBBD5105D}"/>
                    </a:ext>
                  </a:extLst>
                </p14:cNvPr>
                <p14:cNvContentPartPr/>
                <p14:nvPr/>
              </p14:nvContentPartPr>
              <p14:xfrm>
                <a:off x="8814873" y="2485468"/>
                <a:ext cx="10080" cy="5148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087F5F46-F1E8-4754-B177-531BBBD5105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797233" y="2467828"/>
                  <a:ext cx="45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EB0424C1-1AD4-4C8F-9FC8-9A9CE69CE86F}"/>
                    </a:ext>
                  </a:extLst>
                </p14:cNvPr>
                <p14:cNvContentPartPr/>
                <p14:nvPr/>
              </p14:nvContentPartPr>
              <p14:xfrm>
                <a:off x="8866713" y="2391148"/>
                <a:ext cx="11160" cy="576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EB0424C1-1AD4-4C8F-9FC8-9A9CE69CE86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849073" y="2373508"/>
                  <a:ext cx="46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ABB7C19A-97F5-42FB-BC12-E4D9EC5CE7E1}"/>
                    </a:ext>
                  </a:extLst>
                </p14:cNvPr>
                <p14:cNvContentPartPr/>
                <p14:nvPr/>
              </p14:nvContentPartPr>
              <p14:xfrm>
                <a:off x="8939433" y="2449828"/>
                <a:ext cx="41760" cy="7884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ABB7C19A-97F5-42FB-BC12-E4D9EC5CE7E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921793" y="2432188"/>
                  <a:ext cx="77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F6B55174-2543-4BD6-9ADB-66793CAD8B22}"/>
                    </a:ext>
                  </a:extLst>
                </p14:cNvPr>
                <p14:cNvContentPartPr/>
                <p14:nvPr/>
              </p14:nvContentPartPr>
              <p14:xfrm>
                <a:off x="9102153" y="2254348"/>
                <a:ext cx="42840" cy="26964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F6B55174-2543-4BD6-9ADB-66793CAD8B2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84153" y="2236708"/>
                  <a:ext cx="784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1A92FA67-2B05-4847-96EA-1B20297E9BD8}"/>
                    </a:ext>
                  </a:extLst>
                </p14:cNvPr>
                <p14:cNvContentPartPr/>
                <p14:nvPr/>
              </p14:nvContentPartPr>
              <p14:xfrm>
                <a:off x="9090633" y="2396548"/>
                <a:ext cx="87840" cy="36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1A92FA67-2B05-4847-96EA-1B20297E9BD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72633" y="2378908"/>
                  <a:ext cx="123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21978BB5-6CBD-410B-BF52-8378063C0803}"/>
                    </a:ext>
                  </a:extLst>
                </p14:cNvPr>
                <p14:cNvContentPartPr/>
                <p14:nvPr/>
              </p14:nvContentPartPr>
              <p14:xfrm>
                <a:off x="9285753" y="2394028"/>
                <a:ext cx="24120" cy="10944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21978BB5-6CBD-410B-BF52-8378063C080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67753" y="2376388"/>
                  <a:ext cx="59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9B59DF37-42DF-484C-9E26-586A08745E64}"/>
                    </a:ext>
                  </a:extLst>
                </p14:cNvPr>
                <p14:cNvContentPartPr/>
                <p14:nvPr/>
              </p14:nvContentPartPr>
              <p14:xfrm>
                <a:off x="9436593" y="2414188"/>
                <a:ext cx="18720" cy="6660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9B59DF37-42DF-484C-9E26-586A08745E6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18593" y="2396548"/>
                  <a:ext cx="54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C8CE1AEF-EA47-4020-A846-E47D1CA77EF1}"/>
                    </a:ext>
                  </a:extLst>
                </p14:cNvPr>
                <p14:cNvContentPartPr/>
                <p14:nvPr/>
              </p14:nvContentPartPr>
              <p14:xfrm>
                <a:off x="9495273" y="2304388"/>
                <a:ext cx="3960" cy="1296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C8CE1AEF-EA47-4020-A846-E47D1CA77EF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77273" y="2286388"/>
                  <a:ext cx="396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3D66B7AD-E643-42E3-A4C4-F974F8EB3F86}"/>
                    </a:ext>
                  </a:extLst>
                </p14:cNvPr>
                <p14:cNvContentPartPr/>
                <p14:nvPr/>
              </p14:nvContentPartPr>
              <p14:xfrm>
                <a:off x="9632073" y="2432188"/>
                <a:ext cx="134280" cy="4644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3D66B7AD-E643-42E3-A4C4-F974F8EB3F8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614073" y="2414548"/>
                  <a:ext cx="169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440BCB49-8242-470F-9C35-9C0D71BF3230}"/>
                    </a:ext>
                  </a:extLst>
                </p14:cNvPr>
                <p14:cNvContentPartPr/>
                <p14:nvPr/>
              </p14:nvContentPartPr>
              <p14:xfrm>
                <a:off x="9640713" y="2254348"/>
                <a:ext cx="36000" cy="11844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440BCB49-8242-470F-9C35-9C0D71BF323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23073" y="2236708"/>
                  <a:ext cx="71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9A1D4C51-45FF-4F0E-92AF-822C04EA610D}"/>
                    </a:ext>
                  </a:extLst>
                </p14:cNvPr>
                <p14:cNvContentPartPr/>
                <p14:nvPr/>
              </p14:nvContentPartPr>
              <p14:xfrm>
                <a:off x="9845193" y="2370628"/>
                <a:ext cx="98280" cy="6300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9A1D4C51-45FF-4F0E-92AF-822C04EA610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27193" y="2352628"/>
                  <a:ext cx="133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3352DDE5-035A-4747-A84B-C662D8D1107B}"/>
                    </a:ext>
                  </a:extLst>
                </p14:cNvPr>
                <p14:cNvContentPartPr/>
                <p14:nvPr/>
              </p14:nvContentPartPr>
              <p14:xfrm>
                <a:off x="10022673" y="2334628"/>
                <a:ext cx="21960" cy="10260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3352DDE5-035A-4747-A84B-C662D8D1107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04673" y="2316628"/>
                  <a:ext cx="57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FDB0CE38-DF5B-46CE-94EA-A61F5E30830B}"/>
                    </a:ext>
                  </a:extLst>
                </p14:cNvPr>
                <p14:cNvContentPartPr/>
                <p14:nvPr/>
              </p14:nvContentPartPr>
              <p14:xfrm>
                <a:off x="10102593" y="2283148"/>
                <a:ext cx="360" cy="1620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FDB0CE38-DF5B-46CE-94EA-A61F5E30830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84953" y="2265148"/>
                  <a:ext cx="36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F7289AE2-AEDE-4F45-9AE1-8A42326DA84C}"/>
                    </a:ext>
                  </a:extLst>
                </p14:cNvPr>
                <p14:cNvContentPartPr/>
                <p14:nvPr/>
              </p14:nvContentPartPr>
              <p14:xfrm>
                <a:off x="10185033" y="2307628"/>
                <a:ext cx="76680" cy="9864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F7289AE2-AEDE-4F45-9AE1-8A42326DA84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67033" y="2289988"/>
                  <a:ext cx="112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80556DE4-13DC-48EE-9B89-95086E3465CA}"/>
                    </a:ext>
                  </a:extLst>
                </p14:cNvPr>
                <p14:cNvContentPartPr/>
                <p14:nvPr/>
              </p14:nvContentPartPr>
              <p14:xfrm>
                <a:off x="10359273" y="2325628"/>
                <a:ext cx="132840" cy="10620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80556DE4-13DC-48EE-9B89-95086E3465C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341273" y="2307988"/>
                  <a:ext cx="1684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D3E1A4C6-04B2-423B-9902-B7AD307D5436}"/>
                    </a:ext>
                  </a:extLst>
                </p14:cNvPr>
                <p14:cNvContentPartPr/>
                <p14:nvPr/>
              </p14:nvContentPartPr>
              <p14:xfrm>
                <a:off x="10507233" y="2165428"/>
                <a:ext cx="174600" cy="23004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D3E1A4C6-04B2-423B-9902-B7AD307D543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89233" y="2147428"/>
                  <a:ext cx="210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90CCBAC8-83C5-4152-AF4F-DB5AAF6A7CBF}"/>
                    </a:ext>
                  </a:extLst>
                </p14:cNvPr>
                <p14:cNvContentPartPr/>
                <p14:nvPr/>
              </p14:nvContentPartPr>
              <p14:xfrm>
                <a:off x="10354233" y="2449828"/>
                <a:ext cx="50400" cy="7344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90CCBAC8-83C5-4152-AF4F-DB5AAF6A7CB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36593" y="2432188"/>
                  <a:ext cx="86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2FFB4EE6-0C57-4515-B633-A309534D9839}"/>
                    </a:ext>
                  </a:extLst>
                </p14:cNvPr>
                <p14:cNvContentPartPr/>
                <p14:nvPr/>
              </p14:nvContentPartPr>
              <p14:xfrm>
                <a:off x="8592393" y="2796148"/>
                <a:ext cx="140040" cy="7560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2FFB4EE6-0C57-4515-B633-A309534D98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74753" y="2778508"/>
                  <a:ext cx="175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F901BE07-6B48-48B5-9A83-8E5240DD4A53}"/>
                    </a:ext>
                  </a:extLst>
                </p14:cNvPr>
                <p14:cNvContentPartPr/>
                <p14:nvPr/>
              </p14:nvContentPartPr>
              <p14:xfrm>
                <a:off x="8797233" y="2778148"/>
                <a:ext cx="110880" cy="7560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F901BE07-6B48-48B5-9A83-8E5240DD4A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79593" y="2760508"/>
                  <a:ext cx="146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4F8960B5-CF8B-4B82-BE61-3371339A67DF}"/>
                    </a:ext>
                  </a:extLst>
                </p14:cNvPr>
                <p14:cNvContentPartPr/>
                <p14:nvPr/>
              </p14:nvContentPartPr>
              <p14:xfrm>
                <a:off x="9027993" y="2767348"/>
                <a:ext cx="93240" cy="8100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4F8960B5-CF8B-4B82-BE61-3371339A67D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09993" y="2749708"/>
                  <a:ext cx="128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9E245028-47DF-4F9D-9B14-B204530F371C}"/>
                    </a:ext>
                  </a:extLst>
                </p14:cNvPr>
                <p14:cNvContentPartPr/>
                <p14:nvPr/>
              </p14:nvContentPartPr>
              <p14:xfrm>
                <a:off x="9066873" y="2778148"/>
                <a:ext cx="78840" cy="18324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9E245028-47DF-4F9D-9B14-B204530F371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48873" y="2760508"/>
                  <a:ext cx="114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7CE60528-8DD6-441E-91F4-199EB5BCE257}"/>
                    </a:ext>
                  </a:extLst>
                </p14:cNvPr>
                <p14:cNvContentPartPr/>
                <p14:nvPr/>
              </p14:nvContentPartPr>
              <p14:xfrm>
                <a:off x="9259113" y="2761948"/>
                <a:ext cx="88920" cy="7776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7CE60528-8DD6-441E-91F4-199EB5BCE25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41113" y="2744308"/>
                  <a:ext cx="124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8D6E84B3-CB56-42D3-9E17-0C4D4306D7C6}"/>
                    </a:ext>
                  </a:extLst>
                </p14:cNvPr>
                <p14:cNvContentPartPr/>
                <p14:nvPr/>
              </p14:nvContentPartPr>
              <p14:xfrm>
                <a:off x="9480873" y="2609668"/>
                <a:ext cx="48240" cy="18252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8D6E84B3-CB56-42D3-9E17-0C4D4306D7C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63233" y="2591668"/>
                  <a:ext cx="838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BE4FB3AD-3E1A-4C0B-BDA0-D655CED86CD9}"/>
                    </a:ext>
                  </a:extLst>
                </p14:cNvPr>
                <p14:cNvContentPartPr/>
                <p14:nvPr/>
              </p14:nvContentPartPr>
              <p14:xfrm>
                <a:off x="9649713" y="2731348"/>
                <a:ext cx="117000" cy="7632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BE4FB3AD-3E1A-4C0B-BDA0-D655CED86CD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31713" y="2713348"/>
                  <a:ext cx="152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1D7D87E4-B5C9-4259-B7A9-FE472C599615}"/>
                    </a:ext>
                  </a:extLst>
                </p14:cNvPr>
                <p14:cNvContentPartPr/>
                <p14:nvPr/>
              </p14:nvContentPartPr>
              <p14:xfrm>
                <a:off x="9836193" y="2721628"/>
                <a:ext cx="137160" cy="6444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1D7D87E4-B5C9-4259-B7A9-FE472C59961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18553" y="2703628"/>
                  <a:ext cx="1728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5705C3C8-15A1-4E33-A2AA-59ACE410F7B1}"/>
                    </a:ext>
                  </a:extLst>
                </p14:cNvPr>
                <p14:cNvContentPartPr/>
                <p14:nvPr/>
              </p14:nvContentPartPr>
              <p14:xfrm>
                <a:off x="10280073" y="2739268"/>
                <a:ext cx="57240" cy="396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5705C3C8-15A1-4E33-A2AA-59ACE410F7B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62073" y="2721628"/>
                  <a:ext cx="92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AA8D2C58-5185-4E52-8BBA-1CC82F8A4D12}"/>
                    </a:ext>
                  </a:extLst>
                </p14:cNvPr>
                <p14:cNvContentPartPr/>
                <p14:nvPr/>
              </p14:nvContentPartPr>
              <p14:xfrm>
                <a:off x="10280073" y="2778148"/>
                <a:ext cx="78840" cy="972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AA8D2C58-5185-4E52-8BBA-1CC82F8A4D1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262073" y="2760508"/>
                  <a:ext cx="1144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B975ADEB-CDB6-4C7E-9631-B404E0FF7B29}"/>
              </a:ext>
            </a:extLst>
          </p:cNvPr>
          <p:cNvGrpSpPr/>
          <p:nvPr/>
        </p:nvGrpSpPr>
        <p:grpSpPr>
          <a:xfrm>
            <a:off x="10555113" y="2572948"/>
            <a:ext cx="1172880" cy="512280"/>
            <a:chOff x="10555113" y="2572948"/>
            <a:chExt cx="1172880" cy="51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DCAC2E29-169E-490E-9C35-956323D441B1}"/>
                    </a:ext>
                  </a:extLst>
                </p14:cNvPr>
                <p14:cNvContentPartPr/>
                <p14:nvPr/>
              </p14:nvContentPartPr>
              <p14:xfrm>
                <a:off x="10555113" y="2645308"/>
                <a:ext cx="36360" cy="11628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DCAC2E29-169E-490E-9C35-956323D441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537473" y="2627308"/>
                  <a:ext cx="72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9652170B-2A02-4A48-9FDA-994EC05E81A4}"/>
                    </a:ext>
                  </a:extLst>
                </p14:cNvPr>
                <p14:cNvContentPartPr/>
                <p14:nvPr/>
              </p14:nvContentPartPr>
              <p14:xfrm>
                <a:off x="10728993" y="2572948"/>
                <a:ext cx="122760" cy="15372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9652170B-2A02-4A48-9FDA-994EC05E81A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10993" y="2555308"/>
                  <a:ext cx="1584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29754D3D-AC8F-42F1-8F00-E23464AF88F5}"/>
                    </a:ext>
                  </a:extLst>
                </p14:cNvPr>
                <p14:cNvContentPartPr/>
                <p14:nvPr/>
              </p14:nvContentPartPr>
              <p14:xfrm>
                <a:off x="10919073" y="2635228"/>
                <a:ext cx="105120" cy="8172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29754D3D-AC8F-42F1-8F00-E23464AF88F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901433" y="2617228"/>
                  <a:ext cx="140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4C94C30A-F6F7-452B-A182-635FC3D6208E}"/>
                    </a:ext>
                  </a:extLst>
                </p14:cNvPr>
                <p14:cNvContentPartPr/>
                <p14:nvPr/>
              </p14:nvContentPartPr>
              <p14:xfrm>
                <a:off x="10608393" y="2808028"/>
                <a:ext cx="349200" cy="5112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4C94C30A-F6F7-452B-A182-635FC3D6208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90753" y="2790388"/>
                  <a:ext cx="384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E4821832-1271-469A-92D4-1E6A96725CC6}"/>
                    </a:ext>
                  </a:extLst>
                </p14:cNvPr>
                <p14:cNvContentPartPr/>
                <p14:nvPr/>
              </p14:nvContentPartPr>
              <p14:xfrm>
                <a:off x="10733313" y="2911708"/>
                <a:ext cx="53280" cy="8964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E4821832-1271-469A-92D4-1E6A96725CC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15673" y="2893708"/>
                  <a:ext cx="889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8DB3444A-8413-4EA9-BCD4-3670EA515D41}"/>
                    </a:ext>
                  </a:extLst>
                </p14:cNvPr>
                <p14:cNvContentPartPr/>
                <p14:nvPr/>
              </p14:nvContentPartPr>
              <p14:xfrm>
                <a:off x="10775073" y="2929348"/>
                <a:ext cx="20880" cy="15588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8DB3444A-8413-4EA9-BCD4-3670EA515D4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757073" y="2911348"/>
                  <a:ext cx="56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5608EF09-1E43-4B8C-B969-B6016DFD1682}"/>
                    </a:ext>
                  </a:extLst>
                </p14:cNvPr>
                <p14:cNvContentPartPr/>
                <p14:nvPr/>
              </p14:nvContentPartPr>
              <p14:xfrm>
                <a:off x="11070273" y="2769508"/>
                <a:ext cx="69840" cy="36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5608EF09-1E43-4B8C-B969-B6016DFD168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052273" y="2751508"/>
                  <a:ext cx="105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562A2917-D0BB-4748-9395-85C0AC84DE17}"/>
                    </a:ext>
                  </a:extLst>
                </p14:cNvPr>
                <p14:cNvContentPartPr/>
                <p14:nvPr/>
              </p14:nvContentPartPr>
              <p14:xfrm>
                <a:off x="11070273" y="2822788"/>
                <a:ext cx="84240" cy="1836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562A2917-D0BB-4748-9395-85C0AC84DE1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052273" y="2804788"/>
                  <a:ext cx="119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8D4E2EF0-90B0-48DE-8F66-26F4D070F833}"/>
                    </a:ext>
                  </a:extLst>
                </p14:cNvPr>
                <p14:cNvContentPartPr/>
                <p14:nvPr/>
              </p14:nvContentPartPr>
              <p14:xfrm>
                <a:off x="11293833" y="2636668"/>
                <a:ext cx="49320" cy="8172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8D4E2EF0-90B0-48DE-8F66-26F4D070F83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276193" y="2618668"/>
                  <a:ext cx="84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0ED06CC5-E353-42D8-9833-BE0B2E2192EF}"/>
                    </a:ext>
                  </a:extLst>
                </p14:cNvPr>
                <p14:cNvContentPartPr/>
                <p14:nvPr/>
              </p14:nvContentPartPr>
              <p14:xfrm>
                <a:off x="11343513" y="2662948"/>
                <a:ext cx="29160" cy="13752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0ED06CC5-E353-42D8-9833-BE0B2E2192E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325873" y="2644948"/>
                  <a:ext cx="648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3A66EE46-FD3D-4954-82E5-2442D59DC364}"/>
                    </a:ext>
                  </a:extLst>
                </p14:cNvPr>
                <p14:cNvContentPartPr/>
                <p14:nvPr/>
              </p14:nvContentPartPr>
              <p14:xfrm>
                <a:off x="11505153" y="2636668"/>
                <a:ext cx="75960" cy="36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3A66EE46-FD3D-4954-82E5-2442D59DC36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487153" y="2618668"/>
                  <a:ext cx="111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060553DF-EF22-4C01-9C24-73FA2B30F508}"/>
                    </a:ext>
                  </a:extLst>
                </p14:cNvPr>
                <p14:cNvContentPartPr/>
                <p14:nvPr/>
              </p14:nvContentPartPr>
              <p14:xfrm>
                <a:off x="11478153" y="2671588"/>
                <a:ext cx="96840" cy="12600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060553DF-EF22-4C01-9C24-73FA2B30F50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460513" y="2653948"/>
                  <a:ext cx="1324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4A51E769-A5E1-41D4-A989-2098C0C3FE5C}"/>
                    </a:ext>
                  </a:extLst>
                </p14:cNvPr>
                <p14:cNvContentPartPr/>
                <p14:nvPr/>
              </p14:nvContentPartPr>
              <p14:xfrm>
                <a:off x="11637273" y="2600668"/>
                <a:ext cx="90720" cy="6408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4A51E769-A5E1-41D4-A989-2098C0C3FE5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619273" y="2583028"/>
                  <a:ext cx="126360" cy="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DE336826-C32D-439A-AC1A-CE27169AB619}"/>
                  </a:ext>
                </a:extLst>
              </p14:cNvPr>
              <p14:cNvContentPartPr/>
              <p14:nvPr/>
            </p14:nvContentPartPr>
            <p14:xfrm>
              <a:off x="6009753" y="2432188"/>
              <a:ext cx="556200" cy="338400"/>
            </p14:xfrm>
          </p:contentPart>
        </mc:Choice>
        <mc:Fallback xmlns=""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DE336826-C32D-439A-AC1A-CE27169AB61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5992113" y="2414548"/>
                <a:ext cx="59184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41" name="Tinta 140">
                <a:extLst>
                  <a:ext uri="{FF2B5EF4-FFF2-40B4-BE49-F238E27FC236}">
                    <a16:creationId xmlns:a16="http://schemas.microsoft.com/office/drawing/2014/main" id="{E6AE2408-8CFB-4677-9FD3-53B35FCBEEBA}"/>
                  </a:ext>
                </a:extLst>
              </p14:cNvPr>
              <p14:cNvContentPartPr/>
              <p14:nvPr/>
            </p14:nvContentPartPr>
            <p14:xfrm>
              <a:off x="5914713" y="2372788"/>
              <a:ext cx="154440" cy="145080"/>
            </p14:xfrm>
          </p:contentPart>
        </mc:Choice>
        <mc:Fallback xmlns="">
          <p:pic>
            <p:nvPicPr>
              <p:cNvPr id="141" name="Tinta 140">
                <a:extLst>
                  <a:ext uri="{FF2B5EF4-FFF2-40B4-BE49-F238E27FC236}">
                    <a16:creationId xmlns:a16="http://schemas.microsoft.com/office/drawing/2014/main" id="{E6AE2408-8CFB-4677-9FD3-53B35FCBEEBA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897073" y="2355148"/>
                <a:ext cx="190080" cy="18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Agrupar 154">
            <a:extLst>
              <a:ext uri="{FF2B5EF4-FFF2-40B4-BE49-F238E27FC236}">
                <a16:creationId xmlns:a16="http://schemas.microsoft.com/office/drawing/2014/main" id="{0609E89B-1789-493A-876C-C70A83F48709}"/>
              </a:ext>
            </a:extLst>
          </p:cNvPr>
          <p:cNvGrpSpPr/>
          <p:nvPr/>
        </p:nvGrpSpPr>
        <p:grpSpPr>
          <a:xfrm>
            <a:off x="4513593" y="2121508"/>
            <a:ext cx="839520" cy="781200"/>
            <a:chOff x="4513593" y="2121508"/>
            <a:chExt cx="839520" cy="78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506E5B65-6749-4913-9AEB-CD3289398C13}"/>
                    </a:ext>
                  </a:extLst>
                </p14:cNvPr>
                <p14:cNvContentPartPr/>
                <p14:nvPr/>
              </p14:nvContentPartPr>
              <p14:xfrm>
                <a:off x="4633473" y="2413828"/>
                <a:ext cx="719640" cy="48888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506E5B65-6749-4913-9AEB-CD3289398C1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15473" y="2396188"/>
                  <a:ext cx="75528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1FBF6699-F18F-4810-948D-E01232CCBEDF}"/>
                    </a:ext>
                  </a:extLst>
                </p14:cNvPr>
                <p14:cNvContentPartPr/>
                <p14:nvPr/>
              </p14:nvContentPartPr>
              <p14:xfrm>
                <a:off x="4513593" y="2121508"/>
                <a:ext cx="75240" cy="11484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1FBF6699-F18F-4810-948D-E01232CCBED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495953" y="2103508"/>
                  <a:ext cx="110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40F949CD-C266-4B6B-8300-E9F89CA80338}"/>
                    </a:ext>
                  </a:extLst>
                </p14:cNvPr>
                <p14:cNvContentPartPr/>
                <p14:nvPr/>
              </p14:nvContentPartPr>
              <p14:xfrm>
                <a:off x="4538073" y="2147788"/>
                <a:ext cx="78480" cy="21492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40F949CD-C266-4B6B-8300-E9F89CA8033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520433" y="2130148"/>
                  <a:ext cx="114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0D0B9864-0862-4DE0-87EB-ED2A00FB3827}"/>
                    </a:ext>
                  </a:extLst>
                </p14:cNvPr>
                <p14:cNvContentPartPr/>
                <p14:nvPr/>
              </p14:nvContentPartPr>
              <p14:xfrm>
                <a:off x="4695753" y="2148148"/>
                <a:ext cx="99000" cy="1800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0D0B9864-0862-4DE0-87EB-ED2A00FB382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678113" y="2130508"/>
                  <a:ext cx="134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F4ACA788-5510-423C-AC1A-A55A413C5C8A}"/>
                    </a:ext>
                  </a:extLst>
                </p14:cNvPr>
                <p14:cNvContentPartPr/>
                <p14:nvPr/>
              </p14:nvContentPartPr>
              <p14:xfrm>
                <a:off x="4698993" y="2174788"/>
                <a:ext cx="102240" cy="17712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F4ACA788-5510-423C-AC1A-A55A413C5C8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681353" y="2156788"/>
                  <a:ext cx="1378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CD6CC5E3-D6B7-443E-B769-A72F3DB098F7}"/>
                    </a:ext>
                  </a:extLst>
                </p14:cNvPr>
                <p14:cNvContentPartPr/>
                <p14:nvPr/>
              </p14:nvContentPartPr>
              <p14:xfrm>
                <a:off x="4854873" y="2157508"/>
                <a:ext cx="97920" cy="7236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CD6CC5E3-D6B7-443E-B769-A72F3DB098F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837233" y="2139508"/>
                  <a:ext cx="13356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4460DAA6-9B31-4D09-8625-E0166B7A44C6}"/>
              </a:ext>
            </a:extLst>
          </p:cNvPr>
          <p:cNvGrpSpPr/>
          <p:nvPr/>
        </p:nvGrpSpPr>
        <p:grpSpPr>
          <a:xfrm>
            <a:off x="6231513" y="2272348"/>
            <a:ext cx="393480" cy="213480"/>
            <a:chOff x="6231513" y="2272348"/>
            <a:chExt cx="39348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C78F0299-419D-43C9-9824-FD8036BBEA72}"/>
                    </a:ext>
                  </a:extLst>
                </p14:cNvPr>
                <p14:cNvContentPartPr/>
                <p14:nvPr/>
              </p14:nvContentPartPr>
              <p14:xfrm>
                <a:off x="6231513" y="2272348"/>
                <a:ext cx="16560" cy="8964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C78F0299-419D-43C9-9824-FD8036BBEA7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213513" y="2254708"/>
                  <a:ext cx="52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73726685-B91C-4458-9E0E-DE44DAF0A2BE}"/>
                    </a:ext>
                  </a:extLst>
                </p14:cNvPr>
                <p14:cNvContentPartPr/>
                <p14:nvPr/>
              </p14:nvContentPartPr>
              <p14:xfrm>
                <a:off x="6242313" y="2289988"/>
                <a:ext cx="73800" cy="17100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73726685-B91C-4458-9E0E-DE44DAF0A2B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224673" y="2272348"/>
                  <a:ext cx="109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C015CAE6-EBA5-4F39-AC23-9B2ED6DE9C54}"/>
                    </a:ext>
                  </a:extLst>
                </p14:cNvPr>
                <p14:cNvContentPartPr/>
                <p14:nvPr/>
              </p14:nvContentPartPr>
              <p14:xfrm>
                <a:off x="6400353" y="2307628"/>
                <a:ext cx="90000" cy="36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C015CAE6-EBA5-4F39-AC23-9B2ED6DE9C5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382713" y="2289988"/>
                  <a:ext cx="125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456B0F4B-D4B5-4E81-9FFC-6177E4DF4183}"/>
                    </a:ext>
                  </a:extLst>
                </p14:cNvPr>
                <p14:cNvContentPartPr/>
                <p14:nvPr/>
              </p14:nvContentPartPr>
              <p14:xfrm>
                <a:off x="6399633" y="2334628"/>
                <a:ext cx="118800" cy="15120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456B0F4B-D4B5-4E81-9FFC-6177E4DF418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381633" y="2316628"/>
                  <a:ext cx="154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31B3DB90-6A07-4B99-B865-BA5F9DA1E177}"/>
                    </a:ext>
                  </a:extLst>
                </p14:cNvPr>
                <p14:cNvContentPartPr/>
                <p14:nvPr/>
              </p14:nvContentPartPr>
              <p14:xfrm>
                <a:off x="6561273" y="2281348"/>
                <a:ext cx="63720" cy="7200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31B3DB90-6A07-4B99-B865-BA5F9DA1E17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543633" y="2263348"/>
                  <a:ext cx="9936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Agrupar 158">
            <a:extLst>
              <a:ext uri="{FF2B5EF4-FFF2-40B4-BE49-F238E27FC236}">
                <a16:creationId xmlns:a16="http://schemas.microsoft.com/office/drawing/2014/main" id="{1CCDDD7D-D26F-4A24-874D-01B6AF6DAB14}"/>
              </a:ext>
            </a:extLst>
          </p:cNvPr>
          <p:cNvGrpSpPr/>
          <p:nvPr/>
        </p:nvGrpSpPr>
        <p:grpSpPr>
          <a:xfrm>
            <a:off x="6497913" y="3222748"/>
            <a:ext cx="754200" cy="479880"/>
            <a:chOff x="6497913" y="3222748"/>
            <a:chExt cx="754200" cy="47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706DBE47-2F8E-4582-8B25-A7E43C1976E4}"/>
                    </a:ext>
                  </a:extLst>
                </p14:cNvPr>
                <p14:cNvContentPartPr/>
                <p14:nvPr/>
              </p14:nvContentPartPr>
              <p14:xfrm>
                <a:off x="6498273" y="3266308"/>
                <a:ext cx="142920" cy="43632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706DBE47-2F8E-4582-8B25-A7E43C1976E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480273" y="3248668"/>
                  <a:ext cx="1785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1FC9EE7C-FBC2-44AE-AB83-F249CD112615}"/>
                    </a:ext>
                  </a:extLst>
                </p14:cNvPr>
                <p14:cNvContentPartPr/>
                <p14:nvPr/>
              </p14:nvContentPartPr>
              <p14:xfrm>
                <a:off x="6497913" y="3222748"/>
                <a:ext cx="157680" cy="12996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1FC9EE7C-FBC2-44AE-AB83-F249CD11261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479913" y="3204748"/>
                  <a:ext cx="1933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0A55861E-CE85-4F3F-85EB-F071FFE55F19}"/>
                    </a:ext>
                  </a:extLst>
                </p14:cNvPr>
                <p14:cNvContentPartPr/>
                <p14:nvPr/>
              </p14:nvContentPartPr>
              <p14:xfrm>
                <a:off x="6768273" y="3310948"/>
                <a:ext cx="60840" cy="8064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0A55861E-CE85-4F3F-85EB-F071FFE55F1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750273" y="3292948"/>
                  <a:ext cx="96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D6933C2B-0113-4E45-9785-F99FA186E5C7}"/>
                    </a:ext>
                  </a:extLst>
                </p14:cNvPr>
                <p14:cNvContentPartPr/>
                <p14:nvPr/>
              </p14:nvContentPartPr>
              <p14:xfrm>
                <a:off x="6843513" y="3301948"/>
                <a:ext cx="36720" cy="16092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D6933C2B-0113-4E45-9785-F99FA186E5C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825513" y="3284308"/>
                  <a:ext cx="72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2C084542-F59A-4016-AA7A-5BDC304BE981}"/>
                    </a:ext>
                  </a:extLst>
                </p14:cNvPr>
                <p14:cNvContentPartPr/>
                <p14:nvPr/>
              </p14:nvContentPartPr>
              <p14:xfrm>
                <a:off x="6959793" y="3277108"/>
                <a:ext cx="107280" cy="1692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2C084542-F59A-4016-AA7A-5BDC304BE98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42153" y="3259468"/>
                  <a:ext cx="142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91CF3CC2-2502-4D14-9360-5C47A38D263E}"/>
                    </a:ext>
                  </a:extLst>
                </p14:cNvPr>
                <p14:cNvContentPartPr/>
                <p14:nvPr/>
              </p14:nvContentPartPr>
              <p14:xfrm>
                <a:off x="6970593" y="3310948"/>
                <a:ext cx="114480" cy="13572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91CF3CC2-2502-4D14-9360-5C47A38D263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952953" y="3292948"/>
                  <a:ext cx="150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14E74F2B-782B-4C9E-9DA5-12A615612B5C}"/>
                    </a:ext>
                  </a:extLst>
                </p14:cNvPr>
                <p14:cNvContentPartPr/>
                <p14:nvPr/>
              </p14:nvContentPartPr>
              <p14:xfrm>
                <a:off x="7157073" y="3229948"/>
                <a:ext cx="95040" cy="6264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14E74F2B-782B-4C9E-9DA5-12A615612B5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139073" y="3211948"/>
                  <a:ext cx="1306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0C61BE96-9E01-4707-9C62-B808B64B4C6C}"/>
              </a:ext>
            </a:extLst>
          </p:cNvPr>
          <p:cNvGrpSpPr/>
          <p:nvPr/>
        </p:nvGrpSpPr>
        <p:grpSpPr>
          <a:xfrm>
            <a:off x="3328473" y="2928628"/>
            <a:ext cx="720000" cy="696600"/>
            <a:chOff x="3328473" y="2928628"/>
            <a:chExt cx="720000" cy="69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ED1AFEF6-BC98-4E81-B5C2-87BAC27597DE}"/>
                    </a:ext>
                  </a:extLst>
                </p14:cNvPr>
                <p14:cNvContentPartPr/>
                <p14:nvPr/>
              </p14:nvContentPartPr>
              <p14:xfrm>
                <a:off x="3795753" y="2937988"/>
                <a:ext cx="252720" cy="68724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ED1AFEF6-BC98-4E81-B5C2-87BAC27597D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777753" y="2920348"/>
                  <a:ext cx="288360" cy="72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777308E3-8231-4442-B654-4B053CAB8908}"/>
                    </a:ext>
                  </a:extLst>
                </p14:cNvPr>
                <p14:cNvContentPartPr/>
                <p14:nvPr/>
              </p14:nvContentPartPr>
              <p14:xfrm>
                <a:off x="3328473" y="3083788"/>
                <a:ext cx="62640" cy="8604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777308E3-8231-4442-B654-4B053CAB890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310833" y="3065788"/>
                  <a:ext cx="98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CA57F23C-D06C-4EE5-B080-12EBEA1B9BBD}"/>
                    </a:ext>
                  </a:extLst>
                </p14:cNvPr>
                <p14:cNvContentPartPr/>
                <p14:nvPr/>
              </p14:nvContentPartPr>
              <p14:xfrm>
                <a:off x="3407313" y="3053548"/>
                <a:ext cx="10800" cy="18792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CA57F23C-D06C-4EE5-B080-12EBEA1B9BB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389673" y="3035548"/>
                  <a:ext cx="464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C1252EC7-AF6C-4D6F-BE90-EBD8248D5F2C}"/>
                    </a:ext>
                  </a:extLst>
                </p14:cNvPr>
                <p14:cNvContentPartPr/>
                <p14:nvPr/>
              </p14:nvContentPartPr>
              <p14:xfrm>
                <a:off x="3523953" y="3017908"/>
                <a:ext cx="69840" cy="1836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C1252EC7-AF6C-4D6F-BE90-EBD8248D5F2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506313" y="2999908"/>
                  <a:ext cx="1054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0E415BB8-7B9A-4615-811E-CAD465C8C86B}"/>
                    </a:ext>
                  </a:extLst>
                </p14:cNvPr>
                <p14:cNvContentPartPr/>
                <p14:nvPr/>
              </p14:nvContentPartPr>
              <p14:xfrm>
                <a:off x="3524673" y="3035908"/>
                <a:ext cx="116280" cy="14148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0E415BB8-7B9A-4615-811E-CAD465C8C86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506673" y="3017908"/>
                  <a:ext cx="1519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843F3923-A239-4276-BA7E-FC383A3D6D41}"/>
                    </a:ext>
                  </a:extLst>
                </p14:cNvPr>
                <p14:cNvContentPartPr/>
                <p14:nvPr/>
              </p14:nvContentPartPr>
              <p14:xfrm>
                <a:off x="3666153" y="2928628"/>
                <a:ext cx="116280" cy="6480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843F3923-A239-4276-BA7E-FC383A3D6D4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648513" y="2910988"/>
                  <a:ext cx="15192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3773A7ED-4D7D-4821-9F59-D80F8A64D4BA}"/>
              </a:ext>
            </a:extLst>
          </p:cNvPr>
          <p:cNvGrpSpPr/>
          <p:nvPr/>
        </p:nvGrpSpPr>
        <p:grpSpPr>
          <a:xfrm>
            <a:off x="3497313" y="4030228"/>
            <a:ext cx="819000" cy="550080"/>
            <a:chOff x="3497313" y="4030228"/>
            <a:chExt cx="819000" cy="55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6C8CB73F-C657-4A2B-85B3-4389BAFD1589}"/>
                    </a:ext>
                  </a:extLst>
                </p14:cNvPr>
                <p14:cNvContentPartPr/>
                <p14:nvPr/>
              </p14:nvContentPartPr>
              <p14:xfrm>
                <a:off x="3923193" y="4030228"/>
                <a:ext cx="393120" cy="55008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6C8CB73F-C657-4A2B-85B3-4389BAFD158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905553" y="4012228"/>
                  <a:ext cx="42876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08B2652C-24AD-41F5-A93D-A25D8866B8E2}"/>
                    </a:ext>
                  </a:extLst>
                </p14:cNvPr>
                <p14:cNvContentPartPr/>
                <p14:nvPr/>
              </p14:nvContentPartPr>
              <p14:xfrm>
                <a:off x="3497313" y="4447468"/>
                <a:ext cx="72000" cy="5112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08B2652C-24AD-41F5-A93D-A25D8866B8E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479673" y="4429828"/>
                  <a:ext cx="107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FE6FC1E7-62B3-4559-B18D-0226E497D121}"/>
                    </a:ext>
                  </a:extLst>
                </p14:cNvPr>
                <p14:cNvContentPartPr/>
                <p14:nvPr/>
              </p14:nvContentPartPr>
              <p14:xfrm>
                <a:off x="3594873" y="4403188"/>
                <a:ext cx="10800" cy="13608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FE6FC1E7-62B3-4559-B18D-0226E497D12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577233" y="4385188"/>
                  <a:ext cx="46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D4C532B8-44EA-41E0-8488-01955503F538}"/>
                    </a:ext>
                  </a:extLst>
                </p14:cNvPr>
                <p14:cNvContentPartPr/>
                <p14:nvPr/>
              </p14:nvContentPartPr>
              <p14:xfrm>
                <a:off x="3666153" y="4359988"/>
                <a:ext cx="126000" cy="15012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D4C532B8-44EA-41E0-8488-01955503F53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648513" y="4342348"/>
                  <a:ext cx="1616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172A2E7B-379F-4EDA-A711-353AF2E652B0}"/>
                    </a:ext>
                  </a:extLst>
                </p14:cNvPr>
                <p14:cNvContentPartPr/>
                <p14:nvPr/>
              </p14:nvContentPartPr>
              <p14:xfrm>
                <a:off x="3809793" y="4296628"/>
                <a:ext cx="51120" cy="4932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172A2E7B-379F-4EDA-A711-353AF2E652B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792153" y="4278628"/>
                  <a:ext cx="8676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Agrupar 178">
            <a:extLst>
              <a:ext uri="{FF2B5EF4-FFF2-40B4-BE49-F238E27FC236}">
                <a16:creationId xmlns:a16="http://schemas.microsoft.com/office/drawing/2014/main" id="{F7B41A45-2369-4A6F-8769-14593E6DB198}"/>
              </a:ext>
            </a:extLst>
          </p:cNvPr>
          <p:cNvGrpSpPr/>
          <p:nvPr/>
        </p:nvGrpSpPr>
        <p:grpSpPr>
          <a:xfrm>
            <a:off x="4309113" y="4829068"/>
            <a:ext cx="966240" cy="609840"/>
            <a:chOff x="4309113" y="4829068"/>
            <a:chExt cx="966240" cy="60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0AD9B3DC-20A2-4080-9651-F336E55A6F91}"/>
                    </a:ext>
                  </a:extLst>
                </p14:cNvPr>
                <p14:cNvContentPartPr/>
                <p14:nvPr/>
              </p14:nvContentPartPr>
              <p14:xfrm>
                <a:off x="4523673" y="4829068"/>
                <a:ext cx="751680" cy="30240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0AD9B3DC-20A2-4080-9651-F336E55A6F9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505673" y="4811428"/>
                  <a:ext cx="7873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69FCE45B-41F0-4B59-A5A3-6ED537849A9A}"/>
                    </a:ext>
                  </a:extLst>
                </p14:cNvPr>
                <p14:cNvContentPartPr/>
                <p14:nvPr/>
              </p14:nvContentPartPr>
              <p14:xfrm>
                <a:off x="4309113" y="5264308"/>
                <a:ext cx="88200" cy="7164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69FCE45B-41F0-4B59-A5A3-6ED537849A9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291473" y="5246308"/>
                  <a:ext cx="123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35A0634B-CB47-411C-8004-6C886D6B7BDD}"/>
                    </a:ext>
                  </a:extLst>
                </p14:cNvPr>
                <p14:cNvContentPartPr/>
                <p14:nvPr/>
              </p14:nvContentPartPr>
              <p14:xfrm>
                <a:off x="4349793" y="5237308"/>
                <a:ext cx="44640" cy="20160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35A0634B-CB47-411C-8004-6C886D6B7BD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331793" y="5219308"/>
                  <a:ext cx="802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122ABEBF-0EF5-4D9D-9161-41994D03517D}"/>
                    </a:ext>
                  </a:extLst>
                </p14:cNvPr>
                <p14:cNvContentPartPr/>
                <p14:nvPr/>
              </p14:nvContentPartPr>
              <p14:xfrm>
                <a:off x="4518633" y="5246668"/>
                <a:ext cx="90000" cy="900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122ABEBF-0EF5-4D9D-9161-41994D03517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500633" y="5228668"/>
                  <a:ext cx="125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A351DAB0-E663-4F9C-B522-12A31658FC0D}"/>
                    </a:ext>
                  </a:extLst>
                </p14:cNvPr>
                <p14:cNvContentPartPr/>
                <p14:nvPr/>
              </p14:nvContentPartPr>
              <p14:xfrm>
                <a:off x="4511793" y="5281588"/>
                <a:ext cx="113760" cy="13932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A351DAB0-E663-4F9C-B522-12A31658FC0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494153" y="5263948"/>
                  <a:ext cx="149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80CE36C0-A149-4298-B532-AEA4E7C0B3E3}"/>
                    </a:ext>
                  </a:extLst>
                </p14:cNvPr>
                <p14:cNvContentPartPr/>
                <p14:nvPr/>
              </p14:nvContentPartPr>
              <p14:xfrm>
                <a:off x="4722753" y="5254228"/>
                <a:ext cx="113400" cy="6444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80CE36C0-A149-4298-B532-AEA4E7C0B3E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704753" y="5236588"/>
                  <a:ext cx="14904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Agrupar 184">
            <a:extLst>
              <a:ext uri="{FF2B5EF4-FFF2-40B4-BE49-F238E27FC236}">
                <a16:creationId xmlns:a16="http://schemas.microsoft.com/office/drawing/2014/main" id="{F7558AFA-1F88-4E01-87E3-CFC80F50C9E9}"/>
              </a:ext>
            </a:extLst>
          </p:cNvPr>
          <p:cNvGrpSpPr/>
          <p:nvPr/>
        </p:nvGrpSpPr>
        <p:grpSpPr>
          <a:xfrm>
            <a:off x="6027393" y="4756708"/>
            <a:ext cx="774360" cy="515520"/>
            <a:chOff x="6027393" y="4756708"/>
            <a:chExt cx="774360" cy="5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9FDCFF9B-A0D1-49DF-BC95-4F629459C8DB}"/>
                    </a:ext>
                  </a:extLst>
                </p14:cNvPr>
                <p14:cNvContentPartPr/>
                <p14:nvPr/>
              </p14:nvContentPartPr>
              <p14:xfrm>
                <a:off x="6027393" y="4756708"/>
                <a:ext cx="548640" cy="43704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9FDCFF9B-A0D1-49DF-BC95-4F629459C8D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009753" y="4738708"/>
                  <a:ext cx="5842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F4FAE2DE-66E5-4536-95FA-302E37709E7A}"/>
                    </a:ext>
                  </a:extLst>
                </p14:cNvPr>
                <p14:cNvContentPartPr/>
                <p14:nvPr/>
              </p14:nvContentPartPr>
              <p14:xfrm>
                <a:off x="6347073" y="5166388"/>
                <a:ext cx="42120" cy="3564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F4FAE2DE-66E5-4536-95FA-302E37709E7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329433" y="5148748"/>
                  <a:ext cx="77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DDC4B3BA-EE51-4FA4-9B3A-670BF2FB5467}"/>
                    </a:ext>
                  </a:extLst>
                </p14:cNvPr>
                <p14:cNvContentPartPr/>
                <p14:nvPr/>
              </p14:nvContentPartPr>
              <p14:xfrm>
                <a:off x="6360753" y="5139748"/>
                <a:ext cx="79560" cy="13248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DDC4B3BA-EE51-4FA4-9B3A-670BF2FB546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342753" y="5122108"/>
                  <a:ext cx="115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ED3FE59B-34FB-4BFE-8073-567D3F6A3255}"/>
                    </a:ext>
                  </a:extLst>
                </p14:cNvPr>
                <p14:cNvContentPartPr/>
                <p14:nvPr/>
              </p14:nvContentPartPr>
              <p14:xfrm>
                <a:off x="6542193" y="5113108"/>
                <a:ext cx="72000" cy="15876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ED3FE59B-34FB-4BFE-8073-567D3F6A325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524553" y="5095108"/>
                  <a:ext cx="1076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30035971-5287-4E3B-B62E-F8CA8AA0FD2F}"/>
                    </a:ext>
                  </a:extLst>
                </p14:cNvPr>
                <p14:cNvContentPartPr/>
                <p14:nvPr/>
              </p14:nvContentPartPr>
              <p14:xfrm>
                <a:off x="6702393" y="5015908"/>
                <a:ext cx="99360" cy="9828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30035971-5287-4E3B-B62E-F8CA8AA0FD2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684393" y="4998268"/>
                  <a:ext cx="13500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Agrupar 192">
            <a:extLst>
              <a:ext uri="{FF2B5EF4-FFF2-40B4-BE49-F238E27FC236}">
                <a16:creationId xmlns:a16="http://schemas.microsoft.com/office/drawing/2014/main" id="{39A9AF0B-E0BC-4363-A0F9-6BEF8463BBE1}"/>
              </a:ext>
            </a:extLst>
          </p:cNvPr>
          <p:cNvGrpSpPr/>
          <p:nvPr/>
        </p:nvGrpSpPr>
        <p:grpSpPr>
          <a:xfrm>
            <a:off x="7451553" y="4083148"/>
            <a:ext cx="726120" cy="608400"/>
            <a:chOff x="7451553" y="4083148"/>
            <a:chExt cx="72612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F242FE32-1E23-4656-AAB6-81E363B4BDC4}"/>
                    </a:ext>
                  </a:extLst>
                </p14:cNvPr>
                <p14:cNvContentPartPr/>
                <p14:nvPr/>
              </p14:nvContentPartPr>
              <p14:xfrm>
                <a:off x="7451553" y="4181068"/>
                <a:ext cx="254520" cy="51048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F242FE32-1E23-4656-AAB6-81E363B4BDC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433553" y="4163428"/>
                  <a:ext cx="29016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0B853D8E-6CEE-475C-8C80-31C7F5A51275}"/>
                    </a:ext>
                  </a:extLst>
                </p14:cNvPr>
                <p14:cNvContentPartPr/>
                <p14:nvPr/>
              </p14:nvContentPartPr>
              <p14:xfrm>
                <a:off x="7625433" y="4083148"/>
                <a:ext cx="166320" cy="14328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0B853D8E-6CEE-475C-8C80-31C7F5A5127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607793" y="4065508"/>
                  <a:ext cx="201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46A3F89E-34A9-4ED6-937E-5FA26EF03414}"/>
                    </a:ext>
                  </a:extLst>
                </p14:cNvPr>
                <p14:cNvContentPartPr/>
                <p14:nvPr/>
              </p14:nvContentPartPr>
              <p14:xfrm>
                <a:off x="7735233" y="4349908"/>
                <a:ext cx="37800" cy="6300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46A3F89E-34A9-4ED6-937E-5FA26EF0341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717233" y="4331908"/>
                  <a:ext cx="73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E53C098B-70E7-446C-8FCA-91D06539738A}"/>
                    </a:ext>
                  </a:extLst>
                </p14:cNvPr>
                <p14:cNvContentPartPr/>
                <p14:nvPr/>
              </p14:nvContentPartPr>
              <p14:xfrm>
                <a:off x="7747473" y="4314268"/>
                <a:ext cx="89280" cy="16596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E53C098B-70E7-446C-8FCA-91D06539738A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729473" y="4296268"/>
                  <a:ext cx="124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44C18320-D864-4077-A443-E5A929D023D6}"/>
                    </a:ext>
                  </a:extLst>
                </p14:cNvPr>
                <p14:cNvContentPartPr/>
                <p14:nvPr/>
              </p14:nvContentPartPr>
              <p14:xfrm>
                <a:off x="7962753" y="4322908"/>
                <a:ext cx="51840" cy="36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44C18320-D864-4077-A443-E5A929D023D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44753" y="4305268"/>
                  <a:ext cx="87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4E88187C-A12C-4E1E-9105-6B2173789630}"/>
                    </a:ext>
                  </a:extLst>
                </p14:cNvPr>
                <p14:cNvContentPartPr/>
                <p14:nvPr/>
              </p14:nvContentPartPr>
              <p14:xfrm>
                <a:off x="7912713" y="4340908"/>
                <a:ext cx="87120" cy="15984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4E88187C-A12C-4E1E-9105-6B217378963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894713" y="4323268"/>
                  <a:ext cx="1227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D0C74604-7C9B-4E2C-A21E-DE9B149FC0BB}"/>
                    </a:ext>
                  </a:extLst>
                </p14:cNvPr>
                <p14:cNvContentPartPr/>
                <p14:nvPr/>
              </p14:nvContentPartPr>
              <p14:xfrm>
                <a:off x="8095593" y="4288708"/>
                <a:ext cx="82080" cy="7164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D0C74604-7C9B-4E2C-A21E-DE9B149FC0B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077953" y="4271068"/>
                  <a:ext cx="117720" cy="10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95" name="Tinta 194">
                <a:extLst>
                  <a:ext uri="{FF2B5EF4-FFF2-40B4-BE49-F238E27FC236}">
                    <a16:creationId xmlns:a16="http://schemas.microsoft.com/office/drawing/2014/main" id="{1F02E5BA-26B4-4384-806F-1482B12CEAF6}"/>
                  </a:ext>
                </a:extLst>
              </p14:cNvPr>
              <p14:cNvContentPartPr/>
              <p14:nvPr/>
            </p14:nvContentPartPr>
            <p14:xfrm>
              <a:off x="3302193" y="603028"/>
              <a:ext cx="360" cy="360"/>
            </p14:xfrm>
          </p:contentPart>
        </mc:Choice>
        <mc:Fallback xmlns="">
          <p:pic>
            <p:nvPicPr>
              <p:cNvPr id="195" name="Tinta 194">
                <a:extLst>
                  <a:ext uri="{FF2B5EF4-FFF2-40B4-BE49-F238E27FC236}">
                    <a16:creationId xmlns:a16="http://schemas.microsoft.com/office/drawing/2014/main" id="{1F02E5BA-26B4-4384-806F-1482B12CEAF6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3284193" y="58538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96" name="Tinta 195">
                <a:extLst>
                  <a:ext uri="{FF2B5EF4-FFF2-40B4-BE49-F238E27FC236}">
                    <a16:creationId xmlns:a16="http://schemas.microsoft.com/office/drawing/2014/main" id="{8C87FA5A-4CF7-4064-BFC7-D96D5BFFA29E}"/>
                  </a:ext>
                </a:extLst>
              </p14:cNvPr>
              <p14:cNvContentPartPr/>
              <p14:nvPr/>
            </p14:nvContentPartPr>
            <p14:xfrm>
              <a:off x="5333673" y="3408508"/>
              <a:ext cx="161640" cy="178920"/>
            </p14:xfrm>
          </p:contentPart>
        </mc:Choice>
        <mc:Fallback xmlns="">
          <p:pic>
            <p:nvPicPr>
              <p:cNvPr id="196" name="Tinta 195">
                <a:extLst>
                  <a:ext uri="{FF2B5EF4-FFF2-40B4-BE49-F238E27FC236}">
                    <a16:creationId xmlns:a16="http://schemas.microsoft.com/office/drawing/2014/main" id="{8C87FA5A-4CF7-4064-BFC7-D96D5BFFA29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5315673" y="3390868"/>
                <a:ext cx="197280" cy="21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1164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71DAC-7456-430B-B166-E9CF3A6C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0" y="365125"/>
            <a:ext cx="10467109" cy="1325563"/>
          </a:xfrm>
        </p:spPr>
        <p:txBody>
          <a:bodyPr>
            <a:normAutofit/>
          </a:bodyPr>
          <a:lstStyle/>
          <a:p>
            <a:r>
              <a:rPr lang="pt-BR" sz="3600" b="1" dirty="0"/>
              <a:t>Propriedade</a:t>
            </a:r>
            <a:r>
              <a:rPr lang="pt-BR" sz="3600" dirty="0"/>
              <a:t>: Simetria do LGR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3257301-C84F-48D6-91F4-5A299216E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494" y="1967345"/>
            <a:ext cx="10372375" cy="344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83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860F3-2CA6-41EA-A12D-966CE61F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254" y="351271"/>
            <a:ext cx="10425545" cy="1491384"/>
          </a:xfrm>
        </p:spPr>
        <p:txBody>
          <a:bodyPr>
            <a:normAutofit/>
          </a:bodyPr>
          <a:lstStyle/>
          <a:p>
            <a:r>
              <a:rPr lang="pt-BR" sz="3600" b="1" dirty="0"/>
              <a:t>Propriedade</a:t>
            </a:r>
            <a:r>
              <a:rPr lang="pt-BR" sz="3600" dirty="0"/>
              <a:t>: LGR ocupa todo o eixo real.</a:t>
            </a:r>
            <a:br>
              <a:rPr lang="pt-BR" sz="3600" dirty="0"/>
            </a:br>
            <a:r>
              <a:rPr lang="pt-BR" sz="2400" dirty="0" err="1"/>
              <a:t>Obs</a:t>
            </a:r>
            <a:r>
              <a:rPr lang="pt-BR" sz="2400" dirty="0"/>
              <a:t>: no texto abaixo considere “par”=&gt;”par ou nulo”.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C4F1D41-D9E6-4A58-936C-D782D0091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1717" y="2147455"/>
            <a:ext cx="9542398" cy="367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09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3AFCB-8881-4C54-BE60-7FA280E2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366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Explicação sobre LGR no eixo real: A contribuição angular de complexos conjugados é nula, polos ou zeros.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D9A7B67-4729-4645-844E-96AB3402E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764" y="1413164"/>
            <a:ext cx="7162799" cy="4807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C28D33B6-72B7-49AA-8DAA-1E0DA40B0BB4}"/>
                  </a:ext>
                </a:extLst>
              </p14:cNvPr>
              <p14:cNvContentPartPr/>
              <p14:nvPr/>
            </p14:nvContentPartPr>
            <p14:xfrm>
              <a:off x="5637153" y="2805148"/>
              <a:ext cx="1891440" cy="101088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C28D33B6-72B7-49AA-8DAA-1E0DA40B0B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9153" y="2787148"/>
                <a:ext cx="1927080" cy="104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Agrupar 8">
            <a:extLst>
              <a:ext uri="{FF2B5EF4-FFF2-40B4-BE49-F238E27FC236}">
                <a16:creationId xmlns:a16="http://schemas.microsoft.com/office/drawing/2014/main" id="{9021B04A-37C0-4BC9-B844-5C88D28E19AE}"/>
              </a:ext>
            </a:extLst>
          </p:cNvPr>
          <p:cNvGrpSpPr/>
          <p:nvPr/>
        </p:nvGrpSpPr>
        <p:grpSpPr>
          <a:xfrm>
            <a:off x="5637153" y="3800548"/>
            <a:ext cx="2049840" cy="993240"/>
            <a:chOff x="5637153" y="3800548"/>
            <a:chExt cx="2049840" cy="9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C56B9658-390E-4C26-B079-788964BCB7F5}"/>
                    </a:ext>
                  </a:extLst>
                </p14:cNvPr>
                <p14:cNvContentPartPr/>
                <p14:nvPr/>
              </p14:nvContentPartPr>
              <p14:xfrm>
                <a:off x="5637153" y="3834748"/>
                <a:ext cx="1846080" cy="95904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C56B9658-390E-4C26-B079-788964BCB7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19153" y="3817108"/>
                  <a:ext cx="1881720" cy="9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9E922907-C118-42CF-B0AC-4167090197E2}"/>
                    </a:ext>
                  </a:extLst>
                </p14:cNvPr>
                <p14:cNvContentPartPr/>
                <p14:nvPr/>
              </p14:nvContentPartPr>
              <p14:xfrm>
                <a:off x="7482873" y="3800548"/>
                <a:ext cx="10080" cy="2556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9E922907-C118-42CF-B0AC-4167090197E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65233" y="3782908"/>
                  <a:ext cx="45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A07DF028-00DC-4CF4-9DB8-F16125578084}"/>
                    </a:ext>
                  </a:extLst>
                </p14:cNvPr>
                <p14:cNvContentPartPr/>
                <p14:nvPr/>
              </p14:nvContentPartPr>
              <p14:xfrm>
                <a:off x="7549473" y="3923668"/>
                <a:ext cx="137520" cy="1332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A07DF028-00DC-4CF4-9DB8-F1612557808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31473" y="3906028"/>
                  <a:ext cx="173160" cy="16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217D51C9-1CB6-476F-A6A7-EB6AEFBE9F51}"/>
                  </a:ext>
                </a:extLst>
              </p14:cNvPr>
              <p14:cNvContentPartPr/>
              <p14:nvPr/>
            </p14:nvContentPartPr>
            <p14:xfrm>
              <a:off x="5670993" y="4685788"/>
              <a:ext cx="817920" cy="8532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217D51C9-1CB6-476F-A6A7-EB6AEFBE9F5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52993" y="4667788"/>
                <a:ext cx="853560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Agrupar 15">
            <a:extLst>
              <a:ext uri="{FF2B5EF4-FFF2-40B4-BE49-F238E27FC236}">
                <a16:creationId xmlns:a16="http://schemas.microsoft.com/office/drawing/2014/main" id="{B8AB4E1E-9981-4C9B-B8A5-B11CC06B9F14}"/>
              </a:ext>
            </a:extLst>
          </p:cNvPr>
          <p:cNvGrpSpPr/>
          <p:nvPr/>
        </p:nvGrpSpPr>
        <p:grpSpPr>
          <a:xfrm>
            <a:off x="6439233" y="4349908"/>
            <a:ext cx="308160" cy="232560"/>
            <a:chOff x="6439233" y="4349908"/>
            <a:chExt cx="30816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21ECC73A-9664-4AC8-9FB8-3CD6F0440D88}"/>
                    </a:ext>
                  </a:extLst>
                </p14:cNvPr>
                <p14:cNvContentPartPr/>
                <p14:nvPr/>
              </p14:nvContentPartPr>
              <p14:xfrm>
                <a:off x="6439233" y="4403188"/>
                <a:ext cx="39960" cy="17928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21ECC73A-9664-4AC8-9FB8-3CD6F0440D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21593" y="4385188"/>
                  <a:ext cx="75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53F2D443-1840-4A4D-B328-86F8914CE5BF}"/>
                    </a:ext>
                  </a:extLst>
                </p14:cNvPr>
                <p14:cNvContentPartPr/>
                <p14:nvPr/>
              </p14:nvContentPartPr>
              <p14:xfrm>
                <a:off x="6586113" y="4349908"/>
                <a:ext cx="161280" cy="18252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53F2D443-1840-4A4D-B328-86F8914CE5B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68113" y="4331908"/>
                  <a:ext cx="19692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977F869B-AC8D-4C18-AFB5-4EB54CF06E09}"/>
              </a:ext>
            </a:extLst>
          </p:cNvPr>
          <p:cNvGrpSpPr/>
          <p:nvPr/>
        </p:nvGrpSpPr>
        <p:grpSpPr>
          <a:xfrm>
            <a:off x="5654793" y="2751148"/>
            <a:ext cx="1127520" cy="386280"/>
            <a:chOff x="5654793" y="2751148"/>
            <a:chExt cx="112752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6E22639D-F5CE-4AB7-9772-9F9C694BFC91}"/>
                    </a:ext>
                  </a:extLst>
                </p14:cNvPr>
                <p14:cNvContentPartPr/>
                <p14:nvPr/>
              </p14:nvContentPartPr>
              <p14:xfrm>
                <a:off x="5654793" y="2751148"/>
                <a:ext cx="594000" cy="2808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6E22639D-F5CE-4AB7-9772-9F9C694BFC9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36793" y="2733148"/>
                  <a:ext cx="629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C1498D21-CC6C-43B6-BA1E-E86FE7467902}"/>
                    </a:ext>
                  </a:extLst>
                </p14:cNvPr>
                <p14:cNvContentPartPr/>
                <p14:nvPr/>
              </p14:nvContentPartPr>
              <p14:xfrm>
                <a:off x="6276153" y="2760508"/>
                <a:ext cx="240840" cy="936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C1498D21-CC6C-43B6-BA1E-E86FE746790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58513" y="2742868"/>
                  <a:ext cx="276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28E99C16-6352-4C41-912F-249738423C81}"/>
                    </a:ext>
                  </a:extLst>
                </p14:cNvPr>
                <p14:cNvContentPartPr/>
                <p14:nvPr/>
              </p14:nvContentPartPr>
              <p14:xfrm>
                <a:off x="6311433" y="2822788"/>
                <a:ext cx="125280" cy="31464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28E99C16-6352-4C41-912F-249738423C8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93793" y="2804788"/>
                  <a:ext cx="1609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FCB63F18-36E5-4F9C-9EED-C1EBB622003A}"/>
                    </a:ext>
                  </a:extLst>
                </p14:cNvPr>
                <p14:cNvContentPartPr/>
                <p14:nvPr/>
              </p14:nvContentPartPr>
              <p14:xfrm>
                <a:off x="6524553" y="2902708"/>
                <a:ext cx="98280" cy="972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FCB63F18-36E5-4F9C-9EED-C1EBB622003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06913" y="2885068"/>
                  <a:ext cx="133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67660698-6B11-43C8-B6D6-105B4EC2A904}"/>
                    </a:ext>
                  </a:extLst>
                </p14:cNvPr>
                <p14:cNvContentPartPr/>
                <p14:nvPr/>
              </p14:nvContentPartPr>
              <p14:xfrm>
                <a:off x="6675033" y="2796148"/>
                <a:ext cx="107280" cy="17136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67660698-6B11-43C8-B6D6-105B4EC2A90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57033" y="2778508"/>
                  <a:ext cx="14292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326F4C2-849B-4956-97FE-3CF4B90169E6}"/>
              </a:ext>
            </a:extLst>
          </p:cNvPr>
          <p:cNvGrpSpPr/>
          <p:nvPr/>
        </p:nvGrpSpPr>
        <p:grpSpPr>
          <a:xfrm>
            <a:off x="8599953" y="1863748"/>
            <a:ext cx="1521000" cy="373680"/>
            <a:chOff x="8599953" y="1863748"/>
            <a:chExt cx="152100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9F64EEAA-F9E5-40B2-B66B-71B76A35F55C}"/>
                    </a:ext>
                  </a:extLst>
                </p14:cNvPr>
                <p14:cNvContentPartPr/>
                <p14:nvPr/>
              </p14:nvContentPartPr>
              <p14:xfrm>
                <a:off x="8599953" y="2041228"/>
                <a:ext cx="129240" cy="19620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9F64EEAA-F9E5-40B2-B66B-71B76A35F55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81953" y="2023588"/>
                  <a:ext cx="1648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E4B7F2AE-DE35-425D-9C52-888DA74BA410}"/>
                    </a:ext>
                  </a:extLst>
                </p14:cNvPr>
                <p14:cNvContentPartPr/>
                <p14:nvPr/>
              </p14:nvContentPartPr>
              <p14:xfrm>
                <a:off x="8770233" y="2112148"/>
                <a:ext cx="88200" cy="10476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E4B7F2AE-DE35-425D-9C52-888DA74BA41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52233" y="2094508"/>
                  <a:ext cx="1238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D209B40D-2C09-4C66-A4CF-59FF75747ACE}"/>
                    </a:ext>
                  </a:extLst>
                </p14:cNvPr>
                <p14:cNvContentPartPr/>
                <p14:nvPr/>
              </p14:nvContentPartPr>
              <p14:xfrm>
                <a:off x="9217713" y="2059228"/>
                <a:ext cx="153720" cy="16128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D209B40D-2C09-4C66-A4CF-59FF75747A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00073" y="2041588"/>
                  <a:ext cx="189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82979430-F721-4784-96E0-12068B807B9F}"/>
                    </a:ext>
                  </a:extLst>
                </p14:cNvPr>
                <p14:cNvContentPartPr/>
                <p14:nvPr/>
              </p14:nvContentPartPr>
              <p14:xfrm>
                <a:off x="9515793" y="2112508"/>
                <a:ext cx="70920" cy="9036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82979430-F721-4784-96E0-12068B807B9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97793" y="2094508"/>
                  <a:ext cx="106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7FA4F0EA-70CB-4949-819E-61CC911E9AD1}"/>
                    </a:ext>
                  </a:extLst>
                </p14:cNvPr>
                <p14:cNvContentPartPr/>
                <p14:nvPr/>
              </p14:nvContentPartPr>
              <p14:xfrm>
                <a:off x="9667353" y="2114668"/>
                <a:ext cx="63720" cy="1040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7FA4F0EA-70CB-4949-819E-61CC911E9AD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49353" y="2097028"/>
                  <a:ext cx="99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15117111-EB2A-440B-8487-E4240ED7D9D4}"/>
                    </a:ext>
                  </a:extLst>
                </p14:cNvPr>
                <p14:cNvContentPartPr/>
                <p14:nvPr/>
              </p14:nvContentPartPr>
              <p14:xfrm>
                <a:off x="9853113" y="1863748"/>
                <a:ext cx="19440" cy="30168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15117111-EB2A-440B-8487-E4240ED7D9D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35473" y="1846108"/>
                  <a:ext cx="550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E44FAB56-AC57-4BAA-854F-CDC0E8C3BEA6}"/>
                    </a:ext>
                  </a:extLst>
                </p14:cNvPr>
                <p14:cNvContentPartPr/>
                <p14:nvPr/>
              </p14:nvContentPartPr>
              <p14:xfrm>
                <a:off x="9782913" y="2031868"/>
                <a:ext cx="168480" cy="1908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E44FAB56-AC57-4BAA-854F-CDC0E8C3BEA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65273" y="2014228"/>
                  <a:ext cx="204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D9D70C29-2C87-496B-9C50-16B9A084172B}"/>
                    </a:ext>
                  </a:extLst>
                </p14:cNvPr>
                <p14:cNvContentPartPr/>
                <p14:nvPr/>
              </p14:nvContentPartPr>
              <p14:xfrm>
                <a:off x="9968673" y="2085868"/>
                <a:ext cx="96840" cy="734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D9D70C29-2C87-496B-9C50-16B9A08417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50673" y="2067868"/>
                  <a:ext cx="1324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14849BC8-0DFE-4187-9958-C0EA00C116FC}"/>
                    </a:ext>
                  </a:extLst>
                </p14:cNvPr>
                <p14:cNvContentPartPr/>
                <p14:nvPr/>
              </p14:nvContentPartPr>
              <p14:xfrm>
                <a:off x="10111593" y="1918828"/>
                <a:ext cx="9360" cy="6084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14849BC8-0DFE-4187-9958-C0EA00C116F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093593" y="1900828"/>
                  <a:ext cx="450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8C7D33BD-0C31-43CA-8181-6091D15E6A48}"/>
              </a:ext>
            </a:extLst>
          </p:cNvPr>
          <p:cNvGrpSpPr/>
          <p:nvPr/>
        </p:nvGrpSpPr>
        <p:grpSpPr>
          <a:xfrm>
            <a:off x="10288353" y="2085868"/>
            <a:ext cx="338760" cy="99000"/>
            <a:chOff x="10288353" y="2085868"/>
            <a:chExt cx="338760" cy="9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ABD53FA0-6A72-4411-AEA5-019A1FB5FDDF}"/>
                    </a:ext>
                  </a:extLst>
                </p14:cNvPr>
                <p14:cNvContentPartPr/>
                <p14:nvPr/>
              </p14:nvContentPartPr>
              <p14:xfrm>
                <a:off x="10288353" y="2085868"/>
                <a:ext cx="93960" cy="9072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ABD53FA0-6A72-4411-AEA5-019A1FB5FDD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270713" y="2067868"/>
                  <a:ext cx="1296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44546934-5624-4225-9B01-F57A360938C5}"/>
                    </a:ext>
                  </a:extLst>
                </p14:cNvPr>
                <p14:cNvContentPartPr/>
                <p14:nvPr/>
              </p14:nvContentPartPr>
              <p14:xfrm>
                <a:off x="10493193" y="2102788"/>
                <a:ext cx="133920" cy="8208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44546934-5624-4225-9B01-F57A360938C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475193" y="2084788"/>
                  <a:ext cx="16956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B79063B7-F27F-4E95-990C-146CCB48A648}"/>
              </a:ext>
            </a:extLst>
          </p:cNvPr>
          <p:cNvGrpSpPr/>
          <p:nvPr/>
        </p:nvGrpSpPr>
        <p:grpSpPr>
          <a:xfrm>
            <a:off x="8575473" y="2604268"/>
            <a:ext cx="711720" cy="156600"/>
            <a:chOff x="8575473" y="2604268"/>
            <a:chExt cx="71172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DFA73FBB-2982-4372-B62A-9E32D19B6FDE}"/>
                    </a:ext>
                  </a:extLst>
                </p14:cNvPr>
                <p14:cNvContentPartPr/>
                <p14:nvPr/>
              </p14:nvContentPartPr>
              <p14:xfrm>
                <a:off x="8575473" y="2653588"/>
                <a:ext cx="123120" cy="10728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DFA73FBB-2982-4372-B62A-9E32D19B6FD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557833" y="2635948"/>
                  <a:ext cx="158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7FC9FE85-44E5-4138-9A51-DB3D98E67BAD}"/>
                    </a:ext>
                  </a:extLst>
                </p14:cNvPr>
                <p14:cNvContentPartPr/>
                <p14:nvPr/>
              </p14:nvContentPartPr>
              <p14:xfrm>
                <a:off x="8814873" y="2653948"/>
                <a:ext cx="360" cy="8820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7FC9FE85-44E5-4138-9A51-DB3D98E67BA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797233" y="2636308"/>
                  <a:ext cx="36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A96CC6F0-1CD4-4D03-8D97-5EFE49609FA1}"/>
                    </a:ext>
                  </a:extLst>
                </p14:cNvPr>
                <p14:cNvContentPartPr/>
                <p14:nvPr/>
              </p14:nvContentPartPr>
              <p14:xfrm>
                <a:off x="8822433" y="2604268"/>
                <a:ext cx="10800" cy="576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A96CC6F0-1CD4-4D03-8D97-5EFE49609FA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804793" y="2586268"/>
                  <a:ext cx="46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C8A56D1D-2305-44FB-BF65-1B79338DD32F}"/>
                    </a:ext>
                  </a:extLst>
                </p14:cNvPr>
                <p14:cNvContentPartPr/>
                <p14:nvPr/>
              </p14:nvContentPartPr>
              <p14:xfrm>
                <a:off x="8939433" y="2662948"/>
                <a:ext cx="100800" cy="6804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C8A56D1D-2305-44FB-BF65-1B79338DD32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21793" y="2644948"/>
                  <a:ext cx="136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815BB05C-FBC3-47A9-9BD0-B653843CB2A6}"/>
                    </a:ext>
                  </a:extLst>
                </p14:cNvPr>
                <p14:cNvContentPartPr/>
                <p14:nvPr/>
              </p14:nvContentPartPr>
              <p14:xfrm>
                <a:off x="8977953" y="2618308"/>
                <a:ext cx="121680" cy="8316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815BB05C-FBC3-47A9-9BD0-B653843CB2A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959953" y="2600668"/>
                  <a:ext cx="1573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D33B5FF5-EE3B-44D6-80BB-306D7D1599E2}"/>
                    </a:ext>
                  </a:extLst>
                </p14:cNvPr>
                <p14:cNvContentPartPr/>
                <p14:nvPr/>
              </p14:nvContentPartPr>
              <p14:xfrm>
                <a:off x="9187833" y="2616868"/>
                <a:ext cx="99360" cy="7488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D33B5FF5-EE3B-44D6-80BB-306D7D1599E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70193" y="2599228"/>
                  <a:ext cx="135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DD9838DE-4DD5-460F-A246-37CCA6F889E9}"/>
                    </a:ext>
                  </a:extLst>
                </p14:cNvPr>
                <p14:cNvContentPartPr/>
                <p14:nvPr/>
              </p14:nvContentPartPr>
              <p14:xfrm>
                <a:off x="8946273" y="2698588"/>
                <a:ext cx="28800" cy="5148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DD9838DE-4DD5-460F-A246-37CCA6F889E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28273" y="2680588"/>
                  <a:ext cx="644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534C6191-72C7-4678-A99E-887EE3D44334}"/>
              </a:ext>
            </a:extLst>
          </p:cNvPr>
          <p:cNvGrpSpPr/>
          <p:nvPr/>
        </p:nvGrpSpPr>
        <p:grpSpPr>
          <a:xfrm>
            <a:off x="9578793" y="2414188"/>
            <a:ext cx="571320" cy="289800"/>
            <a:chOff x="9578793" y="2414188"/>
            <a:chExt cx="57132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4B99DA21-2D52-48AD-BE4A-24C39B37F2AC}"/>
                    </a:ext>
                  </a:extLst>
                </p14:cNvPr>
                <p14:cNvContentPartPr/>
                <p14:nvPr/>
              </p14:nvContentPartPr>
              <p14:xfrm>
                <a:off x="9578793" y="2592748"/>
                <a:ext cx="26640" cy="8424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4B99DA21-2D52-48AD-BE4A-24C39B37F2A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60793" y="2575108"/>
                  <a:ext cx="62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028753FE-BD32-472D-88A9-3B7F43AEAD61}"/>
                    </a:ext>
                  </a:extLst>
                </p14:cNvPr>
                <p14:cNvContentPartPr/>
                <p14:nvPr/>
              </p14:nvContentPartPr>
              <p14:xfrm>
                <a:off x="9745833" y="2564308"/>
                <a:ext cx="60120" cy="10044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028753FE-BD32-472D-88A9-3B7F43AEAD6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27833" y="2546668"/>
                  <a:ext cx="957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042333DF-2E5E-4601-8F41-19DAAC571035}"/>
                    </a:ext>
                  </a:extLst>
                </p14:cNvPr>
                <p14:cNvContentPartPr/>
                <p14:nvPr/>
              </p14:nvContentPartPr>
              <p14:xfrm>
                <a:off x="9900273" y="2581588"/>
                <a:ext cx="129960" cy="795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042333DF-2E5E-4601-8F41-19DAAC57103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82273" y="2563588"/>
                  <a:ext cx="165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7DC656F8-163A-43EB-B9FA-577CFC2281CC}"/>
                    </a:ext>
                  </a:extLst>
                </p14:cNvPr>
                <p14:cNvContentPartPr/>
                <p14:nvPr/>
              </p14:nvContentPartPr>
              <p14:xfrm>
                <a:off x="10110873" y="2414188"/>
                <a:ext cx="39240" cy="28980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7DC656F8-163A-43EB-B9FA-577CFC2281C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93233" y="2396548"/>
                  <a:ext cx="7488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400DBE14-9AFD-4A78-92F8-3B26501F4CEC}"/>
              </a:ext>
            </a:extLst>
          </p:cNvPr>
          <p:cNvGrpSpPr/>
          <p:nvPr/>
        </p:nvGrpSpPr>
        <p:grpSpPr>
          <a:xfrm>
            <a:off x="10412913" y="2520748"/>
            <a:ext cx="311400" cy="196920"/>
            <a:chOff x="10412913" y="2520748"/>
            <a:chExt cx="31140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C0F99037-6975-4B9F-ADE5-A167D3B5288B}"/>
                    </a:ext>
                  </a:extLst>
                </p14:cNvPr>
                <p14:cNvContentPartPr/>
                <p14:nvPr/>
              </p14:nvContentPartPr>
              <p14:xfrm>
                <a:off x="10412913" y="2618308"/>
                <a:ext cx="129240" cy="972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C0F99037-6975-4B9F-ADE5-A167D3B5288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395273" y="2600668"/>
                  <a:ext cx="164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A097002C-3468-45F7-9293-BEEA4ECA1740}"/>
                    </a:ext>
                  </a:extLst>
                </p14:cNvPr>
                <p14:cNvContentPartPr/>
                <p14:nvPr/>
              </p14:nvContentPartPr>
              <p14:xfrm>
                <a:off x="10430913" y="2662948"/>
                <a:ext cx="105840" cy="36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A097002C-3468-45F7-9293-BEEA4ECA174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413273" y="2644948"/>
                  <a:ext cx="14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70EC7DB9-88D7-4623-9A30-0B966EC37904}"/>
                    </a:ext>
                  </a:extLst>
                </p14:cNvPr>
                <p14:cNvContentPartPr/>
                <p14:nvPr/>
              </p14:nvContentPartPr>
              <p14:xfrm>
                <a:off x="10617393" y="2520748"/>
                <a:ext cx="106920" cy="19692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70EC7DB9-88D7-4623-9A30-0B966EC3790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99393" y="2502748"/>
                  <a:ext cx="14256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FE96226D-96B5-4699-8696-42EB2489364E}"/>
              </a:ext>
            </a:extLst>
          </p:cNvPr>
          <p:cNvGrpSpPr/>
          <p:nvPr/>
        </p:nvGrpSpPr>
        <p:grpSpPr>
          <a:xfrm>
            <a:off x="8624793" y="3152908"/>
            <a:ext cx="1308600" cy="110520"/>
            <a:chOff x="8624793" y="3152908"/>
            <a:chExt cx="130860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076AB95E-A346-44E5-9441-12540ED980C3}"/>
                    </a:ext>
                  </a:extLst>
                </p14:cNvPr>
                <p14:cNvContentPartPr/>
                <p14:nvPr/>
              </p14:nvContentPartPr>
              <p14:xfrm>
                <a:off x="8624793" y="3152908"/>
                <a:ext cx="90360" cy="9756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076AB95E-A346-44E5-9441-12540ED980C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606793" y="3134908"/>
                  <a:ext cx="1260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2141B026-8435-4C73-8D18-18683363C472}"/>
                    </a:ext>
                  </a:extLst>
                </p14:cNvPr>
                <p14:cNvContentPartPr/>
                <p14:nvPr/>
              </p14:nvContentPartPr>
              <p14:xfrm>
                <a:off x="8682033" y="3186748"/>
                <a:ext cx="93240" cy="6372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2141B026-8435-4C73-8D18-18683363C47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64393" y="3169108"/>
                  <a:ext cx="1288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E6B375D5-13B3-49A7-80CB-5CC20F56E90A}"/>
                    </a:ext>
                  </a:extLst>
                </p14:cNvPr>
                <p14:cNvContentPartPr/>
                <p14:nvPr/>
              </p14:nvContentPartPr>
              <p14:xfrm>
                <a:off x="9021513" y="3168388"/>
                <a:ext cx="104400" cy="9504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E6B375D5-13B3-49A7-80CB-5CC20F56E90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003873" y="3150748"/>
                  <a:ext cx="140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5FD51EF6-82EF-4098-BE46-9D167BC8C213}"/>
                    </a:ext>
                  </a:extLst>
                </p14:cNvPr>
                <p14:cNvContentPartPr/>
                <p14:nvPr/>
              </p14:nvContentPartPr>
              <p14:xfrm>
                <a:off x="9179193" y="3195028"/>
                <a:ext cx="131760" cy="5616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5FD51EF6-82EF-4098-BE46-9D167BC8C21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161193" y="3177028"/>
                  <a:ext cx="167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57E49255-AB58-4162-8876-2A77B7152867}"/>
                    </a:ext>
                  </a:extLst>
                </p14:cNvPr>
                <p14:cNvContentPartPr/>
                <p14:nvPr/>
              </p14:nvContentPartPr>
              <p14:xfrm>
                <a:off x="9365673" y="3181348"/>
                <a:ext cx="227520" cy="5580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57E49255-AB58-4162-8876-2A77B715286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347673" y="3163708"/>
                  <a:ext cx="2631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DD774AF2-DC87-44F3-A65C-70373DE8C9BE}"/>
                    </a:ext>
                  </a:extLst>
                </p14:cNvPr>
                <p14:cNvContentPartPr/>
                <p14:nvPr/>
              </p14:nvContentPartPr>
              <p14:xfrm>
                <a:off x="9738633" y="3152908"/>
                <a:ext cx="194760" cy="7164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DD774AF2-DC87-44F3-A65C-70373DE8C9B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720633" y="3135268"/>
                  <a:ext cx="23040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DC70ED74-47D9-4D1C-8368-019BCDB2A1F7}"/>
              </a:ext>
            </a:extLst>
          </p:cNvPr>
          <p:cNvGrpSpPr/>
          <p:nvPr/>
        </p:nvGrpSpPr>
        <p:grpSpPr>
          <a:xfrm>
            <a:off x="10218153" y="2937988"/>
            <a:ext cx="530280" cy="285840"/>
            <a:chOff x="10218153" y="2937988"/>
            <a:chExt cx="53028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A0AC5BB0-A91A-4336-849A-1C80592DDD75}"/>
                    </a:ext>
                  </a:extLst>
                </p14:cNvPr>
                <p14:cNvContentPartPr/>
                <p14:nvPr/>
              </p14:nvContentPartPr>
              <p14:xfrm>
                <a:off x="10218153" y="3133468"/>
                <a:ext cx="51480" cy="5436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A0AC5BB0-A91A-4336-849A-1C80592DDD7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200153" y="3115828"/>
                  <a:ext cx="87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5B1AC42F-1B17-4C74-BAC2-52B9BD20A52D}"/>
                    </a:ext>
                  </a:extLst>
                </p14:cNvPr>
                <p14:cNvContentPartPr/>
                <p14:nvPr/>
              </p14:nvContentPartPr>
              <p14:xfrm>
                <a:off x="10270713" y="2937988"/>
                <a:ext cx="257400" cy="25704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5B1AC42F-1B17-4C74-BAC2-52B9BD20A52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252713" y="2920348"/>
                  <a:ext cx="2930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AD2463FD-E0F6-42D1-A7D2-8EDCA1AEEBB7}"/>
                    </a:ext>
                  </a:extLst>
                </p14:cNvPr>
                <p14:cNvContentPartPr/>
                <p14:nvPr/>
              </p14:nvContentPartPr>
              <p14:xfrm>
                <a:off x="10636833" y="3115828"/>
                <a:ext cx="111600" cy="10800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AD2463FD-E0F6-42D1-A7D2-8EDCA1AEEBB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619193" y="3098188"/>
                  <a:ext cx="14724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49F27010-2D72-4C93-BD02-F3D5DAFFC485}"/>
              </a:ext>
            </a:extLst>
          </p:cNvPr>
          <p:cNvGrpSpPr/>
          <p:nvPr/>
        </p:nvGrpSpPr>
        <p:grpSpPr>
          <a:xfrm>
            <a:off x="9249393" y="3399868"/>
            <a:ext cx="1090800" cy="435960"/>
            <a:chOff x="9249393" y="3399868"/>
            <a:chExt cx="109080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7FB43E15-C6D5-4BD2-B6EB-67380434C0A9}"/>
                    </a:ext>
                  </a:extLst>
                </p14:cNvPr>
                <p14:cNvContentPartPr/>
                <p14:nvPr/>
              </p14:nvContentPartPr>
              <p14:xfrm>
                <a:off x="9249393" y="3532708"/>
                <a:ext cx="113760" cy="9108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7FB43E15-C6D5-4BD2-B6EB-67380434C0A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231753" y="3515068"/>
                  <a:ext cx="149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0B40C53C-9FE0-4DC3-B706-A8AF056E7A44}"/>
                    </a:ext>
                  </a:extLst>
                </p14:cNvPr>
                <p14:cNvContentPartPr/>
                <p14:nvPr/>
              </p14:nvContentPartPr>
              <p14:xfrm>
                <a:off x="9418953" y="3550708"/>
                <a:ext cx="116280" cy="3924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0B40C53C-9FE0-4DC3-B706-A8AF056E7A4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401313" y="3533068"/>
                  <a:ext cx="151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E201D3E4-E820-4508-8E15-F15EA0C88B5A}"/>
                    </a:ext>
                  </a:extLst>
                </p14:cNvPr>
                <p14:cNvContentPartPr/>
                <p14:nvPr/>
              </p14:nvContentPartPr>
              <p14:xfrm>
                <a:off x="9614073" y="3504988"/>
                <a:ext cx="54000" cy="5256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E201D3E4-E820-4508-8E15-F15EA0C88B5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596073" y="3486988"/>
                  <a:ext cx="89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12AA5A2C-3C63-456E-B0C2-FA1CA47718D3}"/>
                    </a:ext>
                  </a:extLst>
                </p14:cNvPr>
                <p14:cNvContentPartPr/>
                <p14:nvPr/>
              </p14:nvContentPartPr>
              <p14:xfrm>
                <a:off x="9642153" y="3559708"/>
                <a:ext cx="79920" cy="27612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12AA5A2C-3C63-456E-B0C2-FA1CA47718D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24153" y="3541708"/>
                  <a:ext cx="1155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4BAFB7AE-4F55-48B8-97A4-4C45AF8B6E05}"/>
                    </a:ext>
                  </a:extLst>
                </p14:cNvPr>
                <p14:cNvContentPartPr/>
                <p14:nvPr/>
              </p14:nvContentPartPr>
              <p14:xfrm>
                <a:off x="9747273" y="3507508"/>
                <a:ext cx="98640" cy="7920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4BAFB7AE-4F55-48B8-97A4-4C45AF8B6E0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729633" y="3489508"/>
                  <a:ext cx="1342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1346F4B1-A455-41A2-9EE6-06D8923E1F78}"/>
                    </a:ext>
                  </a:extLst>
                </p14:cNvPr>
                <p14:cNvContentPartPr/>
                <p14:nvPr/>
              </p14:nvContentPartPr>
              <p14:xfrm>
                <a:off x="9898473" y="3399868"/>
                <a:ext cx="21600" cy="18612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1346F4B1-A455-41A2-9EE6-06D8923E1F7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880473" y="3381868"/>
                  <a:ext cx="572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26E96213-B480-4EC6-8778-420EE7E4F066}"/>
                    </a:ext>
                  </a:extLst>
                </p14:cNvPr>
                <p14:cNvContentPartPr/>
                <p14:nvPr/>
              </p14:nvContentPartPr>
              <p14:xfrm>
                <a:off x="10031313" y="3522988"/>
                <a:ext cx="108360" cy="6480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26E96213-B480-4EC6-8778-420EE7E4F06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013313" y="3505348"/>
                  <a:ext cx="144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7DB4BB8E-2325-40E5-810F-A33E45C916AF}"/>
                    </a:ext>
                  </a:extLst>
                </p14:cNvPr>
                <p14:cNvContentPartPr/>
                <p14:nvPr/>
              </p14:nvContentPartPr>
              <p14:xfrm>
                <a:off x="10269273" y="3508228"/>
                <a:ext cx="70920" cy="12924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7DB4BB8E-2325-40E5-810F-A33E45C916A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51273" y="3490588"/>
                  <a:ext cx="10656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D3ED25D3-10FB-40ED-9EB5-1A6735A27FC2}"/>
              </a:ext>
            </a:extLst>
          </p:cNvPr>
          <p:cNvGrpSpPr/>
          <p:nvPr/>
        </p:nvGrpSpPr>
        <p:grpSpPr>
          <a:xfrm>
            <a:off x="9049233" y="3915028"/>
            <a:ext cx="773280" cy="250200"/>
            <a:chOff x="9049233" y="3915028"/>
            <a:chExt cx="77328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A751655A-42FE-4A87-95C3-4AD1F3782F1D}"/>
                    </a:ext>
                  </a:extLst>
                </p14:cNvPr>
                <p14:cNvContentPartPr/>
                <p14:nvPr/>
              </p14:nvContentPartPr>
              <p14:xfrm>
                <a:off x="9049233" y="4003228"/>
                <a:ext cx="773280" cy="16200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A751655A-42FE-4A87-95C3-4AD1F3782F1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031593" y="3985588"/>
                  <a:ext cx="8089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45C4A38B-ABAE-4D79-BC85-3A4EC7CF6A91}"/>
                    </a:ext>
                  </a:extLst>
                </p14:cNvPr>
                <p14:cNvContentPartPr/>
                <p14:nvPr/>
              </p14:nvContentPartPr>
              <p14:xfrm>
                <a:off x="9286833" y="3915028"/>
                <a:ext cx="99360" cy="16056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45C4A38B-ABAE-4D79-BC85-3A4EC7CF6A9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68833" y="3897028"/>
                  <a:ext cx="135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CFDB253B-7A82-4DAB-9606-F7A0A9CE1095}"/>
                    </a:ext>
                  </a:extLst>
                </p14:cNvPr>
                <p14:cNvContentPartPr/>
                <p14:nvPr/>
              </p14:nvContentPartPr>
              <p14:xfrm>
                <a:off x="9507513" y="3932668"/>
                <a:ext cx="37800" cy="9540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CFDB253B-7A82-4DAB-9606-F7A0A9CE109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489513" y="3914668"/>
                  <a:ext cx="734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3459BFEC-ED63-4E7D-A28E-DFBB14110619}"/>
                    </a:ext>
                  </a:extLst>
                </p14:cNvPr>
                <p14:cNvContentPartPr/>
                <p14:nvPr/>
              </p14:nvContentPartPr>
              <p14:xfrm>
                <a:off x="9498513" y="3976948"/>
                <a:ext cx="51120" cy="972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3459BFEC-ED63-4E7D-A28E-DFBB1411061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480873" y="3958948"/>
                  <a:ext cx="86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06F2A9EF-3D4B-479E-8FFE-69698F20ACAC}"/>
                    </a:ext>
                  </a:extLst>
                </p14:cNvPr>
                <p14:cNvContentPartPr/>
                <p14:nvPr/>
              </p14:nvContentPartPr>
              <p14:xfrm>
                <a:off x="9657993" y="3932668"/>
                <a:ext cx="114480" cy="15192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06F2A9EF-3D4B-479E-8FFE-69698F20ACA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639993" y="3914668"/>
                  <a:ext cx="15012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C895B000-5481-48CA-854C-0206F0E2795B}"/>
              </a:ext>
            </a:extLst>
          </p:cNvPr>
          <p:cNvGrpSpPr/>
          <p:nvPr/>
        </p:nvGrpSpPr>
        <p:grpSpPr>
          <a:xfrm>
            <a:off x="9960393" y="3879388"/>
            <a:ext cx="821520" cy="258840"/>
            <a:chOff x="9960393" y="3879388"/>
            <a:chExt cx="82152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329EBCFA-6E12-4C49-AC03-7D015873D8D1}"/>
                    </a:ext>
                  </a:extLst>
                </p14:cNvPr>
                <p14:cNvContentPartPr/>
                <p14:nvPr/>
              </p14:nvContentPartPr>
              <p14:xfrm>
                <a:off x="10005033" y="3949948"/>
                <a:ext cx="9720" cy="10584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329EBCFA-6E12-4C49-AC03-7D015873D8D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987033" y="3932308"/>
                  <a:ext cx="45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4900F18F-82F7-4221-971A-ED9898D71853}"/>
                    </a:ext>
                  </a:extLst>
                </p14:cNvPr>
                <p14:cNvContentPartPr/>
                <p14:nvPr/>
              </p14:nvContentPartPr>
              <p14:xfrm>
                <a:off x="9960393" y="3994588"/>
                <a:ext cx="88200" cy="36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4900F18F-82F7-4221-971A-ED9898D7185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42753" y="3976588"/>
                  <a:ext cx="12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9BF607E7-1794-4EF7-A900-A5B219B6D802}"/>
                    </a:ext>
                  </a:extLst>
                </p14:cNvPr>
                <p14:cNvContentPartPr/>
                <p14:nvPr/>
              </p14:nvContentPartPr>
              <p14:xfrm>
                <a:off x="10212393" y="3879388"/>
                <a:ext cx="569520" cy="25884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9BF607E7-1794-4EF7-A900-A5B219B6D80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194393" y="3861388"/>
                  <a:ext cx="605160" cy="29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4CF90046-7E61-474D-9F67-33C6BF3E1189}"/>
                  </a:ext>
                </a:extLst>
              </p14:cNvPr>
              <p14:cNvContentPartPr/>
              <p14:nvPr/>
            </p14:nvContentPartPr>
            <p14:xfrm>
              <a:off x="8903073" y="3915028"/>
              <a:ext cx="85320" cy="272880"/>
            </p14:xfrm>
          </p:contentPart>
        </mc:Choice>
        <mc:Fallback xmlns=""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4CF90046-7E61-474D-9F67-33C6BF3E1189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8885073" y="3897028"/>
                <a:ext cx="120960" cy="3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Agrupar 95">
            <a:extLst>
              <a:ext uri="{FF2B5EF4-FFF2-40B4-BE49-F238E27FC236}">
                <a16:creationId xmlns:a16="http://schemas.microsoft.com/office/drawing/2014/main" id="{604C55F1-AC6E-4089-B8FD-1F8FA0C30641}"/>
              </a:ext>
            </a:extLst>
          </p:cNvPr>
          <p:cNvGrpSpPr/>
          <p:nvPr/>
        </p:nvGrpSpPr>
        <p:grpSpPr>
          <a:xfrm>
            <a:off x="10357473" y="3772828"/>
            <a:ext cx="827280" cy="273600"/>
            <a:chOff x="10357473" y="3772828"/>
            <a:chExt cx="82728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264AF2F7-7305-47F3-B7A9-EC8DD211825E}"/>
                    </a:ext>
                  </a:extLst>
                </p14:cNvPr>
                <p14:cNvContentPartPr/>
                <p14:nvPr/>
              </p14:nvContentPartPr>
              <p14:xfrm>
                <a:off x="10357473" y="3870388"/>
                <a:ext cx="109080" cy="1252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264AF2F7-7305-47F3-B7A9-EC8DD211825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339473" y="3852748"/>
                  <a:ext cx="144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0C1AE56F-4F5A-46EE-8E90-1B404639B777}"/>
                    </a:ext>
                  </a:extLst>
                </p14:cNvPr>
                <p14:cNvContentPartPr/>
                <p14:nvPr/>
              </p14:nvContentPartPr>
              <p14:xfrm>
                <a:off x="10590753" y="3905668"/>
                <a:ext cx="360" cy="8820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0C1AE56F-4F5A-46EE-8E90-1B404639B77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573113" y="3887668"/>
                  <a:ext cx="36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00B78B10-CA01-4938-ADB5-9C1A6B2068F1}"/>
                    </a:ext>
                  </a:extLst>
                </p14:cNvPr>
                <p14:cNvContentPartPr/>
                <p14:nvPr/>
              </p14:nvContentPartPr>
              <p14:xfrm>
                <a:off x="10537473" y="3941308"/>
                <a:ext cx="78840" cy="396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00B78B10-CA01-4938-ADB5-9C1A6B2068F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519833" y="3923308"/>
                  <a:ext cx="114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7C1A297B-AB4C-4D07-89F0-3629CF5D30BE}"/>
                    </a:ext>
                  </a:extLst>
                </p14:cNvPr>
                <p14:cNvContentPartPr/>
                <p14:nvPr/>
              </p14:nvContentPartPr>
              <p14:xfrm>
                <a:off x="10731513" y="3905308"/>
                <a:ext cx="126720" cy="14112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7C1A297B-AB4C-4D07-89F0-3629CF5D30B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713513" y="3887308"/>
                  <a:ext cx="162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BAA2CE1D-F86E-4FBF-A346-6EC9A1FA2EFD}"/>
                    </a:ext>
                  </a:extLst>
                </p14:cNvPr>
                <p14:cNvContentPartPr/>
                <p14:nvPr/>
              </p14:nvContentPartPr>
              <p14:xfrm>
                <a:off x="10723593" y="3772828"/>
                <a:ext cx="96120" cy="972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BAA2CE1D-F86E-4FBF-A346-6EC9A1FA2EF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705953" y="3754828"/>
                  <a:ext cx="131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7043B0CA-909E-41D6-9ED8-66FE750CAC4C}"/>
                    </a:ext>
                  </a:extLst>
                </p14:cNvPr>
                <p14:cNvContentPartPr/>
                <p14:nvPr/>
              </p14:nvContentPartPr>
              <p14:xfrm>
                <a:off x="10970913" y="3799108"/>
                <a:ext cx="39240" cy="24408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7043B0CA-909E-41D6-9ED8-66FE750CAC4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952913" y="3781468"/>
                  <a:ext cx="74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75D3EC10-1E00-4DCC-9031-B0CDCCDC3C38}"/>
                    </a:ext>
                  </a:extLst>
                </p14:cNvPr>
                <p14:cNvContentPartPr/>
                <p14:nvPr/>
              </p14:nvContentPartPr>
              <p14:xfrm>
                <a:off x="11078913" y="3923668"/>
                <a:ext cx="105840" cy="36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75D3EC10-1E00-4DCC-9031-B0CDCCDC3C3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061273" y="3906028"/>
                  <a:ext cx="14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A0C0B840-D0C7-42C4-9FB8-D1028992E042}"/>
                    </a:ext>
                  </a:extLst>
                </p14:cNvPr>
                <p14:cNvContentPartPr/>
                <p14:nvPr/>
              </p14:nvContentPartPr>
              <p14:xfrm>
                <a:off x="11087913" y="3958948"/>
                <a:ext cx="88200" cy="1008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A0C0B840-D0C7-42C4-9FB8-D1028992E04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069913" y="3940948"/>
                  <a:ext cx="12384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FE93F3D0-6B5F-4CAC-A994-16F454BFC484}"/>
                  </a:ext>
                </a:extLst>
              </p14:cNvPr>
              <p14:cNvContentPartPr/>
              <p14:nvPr/>
            </p14:nvContentPartPr>
            <p14:xfrm>
              <a:off x="11380233" y="3896308"/>
              <a:ext cx="141840" cy="89640"/>
            </p14:xfrm>
          </p:contentPart>
        </mc:Choice>
        <mc:Fallback xmlns=""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FE93F3D0-6B5F-4CAC-A994-16F454BFC48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362593" y="3878308"/>
                <a:ext cx="1774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AB9D9A10-B700-4764-A5A8-4A83276239D7}"/>
                  </a:ext>
                </a:extLst>
              </p14:cNvPr>
              <p14:cNvContentPartPr/>
              <p14:nvPr/>
            </p14:nvContentPartPr>
            <p14:xfrm>
              <a:off x="8708313" y="4049668"/>
              <a:ext cx="152280" cy="7920"/>
            </p14:xfrm>
          </p:contentPart>
        </mc:Choice>
        <mc:Fallback xmlns=""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AB9D9A10-B700-4764-A5A8-4A83276239D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690673" y="4032028"/>
                <a:ext cx="1879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B7DE9044-CDBA-44C9-B2E3-6164EC196FC8}"/>
                  </a:ext>
                </a:extLst>
              </p14:cNvPr>
              <p14:cNvContentPartPr/>
              <p14:nvPr/>
            </p14:nvContentPartPr>
            <p14:xfrm>
              <a:off x="5325393" y="2619388"/>
              <a:ext cx="116640" cy="171000"/>
            </p14:xfrm>
          </p:contentPart>
        </mc:Choice>
        <mc:Fallback xmlns=""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B7DE9044-CDBA-44C9-B2E3-6164EC196FC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307393" y="2601748"/>
                <a:ext cx="152280" cy="20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672571AE-BE62-44E0-8CB4-40478298C587}"/>
              </a:ext>
            </a:extLst>
          </p:cNvPr>
          <p:cNvGrpSpPr/>
          <p:nvPr/>
        </p:nvGrpSpPr>
        <p:grpSpPr>
          <a:xfrm>
            <a:off x="5264193" y="4583548"/>
            <a:ext cx="164520" cy="292680"/>
            <a:chOff x="5264193" y="4583548"/>
            <a:chExt cx="16452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F4A7DED8-3B60-4CDF-B956-5A433BCD1D1F}"/>
                    </a:ext>
                  </a:extLst>
                </p14:cNvPr>
                <p14:cNvContentPartPr/>
                <p14:nvPr/>
              </p14:nvContentPartPr>
              <p14:xfrm>
                <a:off x="5281473" y="4685788"/>
                <a:ext cx="124200" cy="19044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F4A7DED8-3B60-4CDF-B956-5A433BCD1D1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263473" y="4668148"/>
                  <a:ext cx="1598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01A6367D-5F8F-49B9-B001-8692A8F74692}"/>
                    </a:ext>
                  </a:extLst>
                </p14:cNvPr>
                <p14:cNvContentPartPr/>
                <p14:nvPr/>
              </p14:nvContentPartPr>
              <p14:xfrm>
                <a:off x="5264193" y="4583548"/>
                <a:ext cx="164520" cy="2232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01A6367D-5F8F-49B9-B001-8692A8F7469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46553" y="4565548"/>
                  <a:ext cx="20016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2C3693C6-49C4-4E7D-BEC4-111BBD8209D7}"/>
              </a:ext>
            </a:extLst>
          </p:cNvPr>
          <p:cNvGrpSpPr/>
          <p:nvPr/>
        </p:nvGrpSpPr>
        <p:grpSpPr>
          <a:xfrm>
            <a:off x="7678713" y="4527388"/>
            <a:ext cx="2125080" cy="270720"/>
            <a:chOff x="7678713" y="4527388"/>
            <a:chExt cx="212508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3F12B517-3A67-47E4-AB10-1B460FC31227}"/>
                    </a:ext>
                  </a:extLst>
                </p14:cNvPr>
                <p14:cNvContentPartPr/>
                <p14:nvPr/>
              </p14:nvContentPartPr>
              <p14:xfrm>
                <a:off x="7705713" y="4635388"/>
                <a:ext cx="144720" cy="1656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3F12B517-3A67-47E4-AB10-1B460FC3122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87713" y="4617388"/>
                  <a:ext cx="180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12BEDD08-F26D-4E4B-8E2F-3AE98059FBEB}"/>
                    </a:ext>
                  </a:extLst>
                </p14:cNvPr>
                <p14:cNvContentPartPr/>
                <p14:nvPr/>
              </p14:nvContentPartPr>
              <p14:xfrm>
                <a:off x="7678713" y="4683268"/>
                <a:ext cx="199800" cy="2232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12BEDD08-F26D-4E4B-8E2F-3AE98059FBE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61073" y="4665268"/>
                  <a:ext cx="2354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91051C1A-DC70-4DE6-A668-6CA89C5629E3}"/>
                    </a:ext>
                  </a:extLst>
                </p14:cNvPr>
                <p14:cNvContentPartPr/>
                <p14:nvPr/>
              </p14:nvContentPartPr>
              <p14:xfrm>
                <a:off x="7882833" y="4536028"/>
                <a:ext cx="169920" cy="23292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91051C1A-DC70-4DE6-A668-6CA89C5629E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865193" y="4518388"/>
                  <a:ext cx="2055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250F05AB-DF82-493C-99F7-63EB98481336}"/>
                    </a:ext>
                  </a:extLst>
                </p14:cNvPr>
                <p14:cNvContentPartPr/>
                <p14:nvPr/>
              </p14:nvContentPartPr>
              <p14:xfrm>
                <a:off x="8211153" y="4633588"/>
                <a:ext cx="45360" cy="8748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250F05AB-DF82-493C-99F7-63EB9848133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93153" y="4615948"/>
                  <a:ext cx="81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4CA63178-EFEE-4FDC-AFFF-DD5F4738E0CB}"/>
                    </a:ext>
                  </a:extLst>
                </p14:cNvPr>
                <p14:cNvContentPartPr/>
                <p14:nvPr/>
              </p14:nvContentPartPr>
              <p14:xfrm>
                <a:off x="8381073" y="4631788"/>
                <a:ext cx="89280" cy="5580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4CA63178-EFEE-4FDC-AFFF-DD5F4738E0C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363433" y="4613788"/>
                  <a:ext cx="124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BCD08DE1-09BC-4BAA-BCDC-0E7CB64C340F}"/>
                    </a:ext>
                  </a:extLst>
                </p14:cNvPr>
                <p14:cNvContentPartPr/>
                <p14:nvPr/>
              </p14:nvContentPartPr>
              <p14:xfrm>
                <a:off x="8530833" y="4616308"/>
                <a:ext cx="214920" cy="6480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BCD08DE1-09BC-4BAA-BCDC-0E7CB64C340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513193" y="4598308"/>
                  <a:ext cx="250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33742F1A-530F-4E49-BD08-693433F9C3F0}"/>
                    </a:ext>
                  </a:extLst>
                </p14:cNvPr>
                <p14:cNvContentPartPr/>
                <p14:nvPr/>
              </p14:nvContentPartPr>
              <p14:xfrm>
                <a:off x="8858433" y="4617028"/>
                <a:ext cx="105480" cy="18108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33742F1A-530F-4E49-BD08-693433F9C3F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40433" y="4599388"/>
                  <a:ext cx="1411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A72C3FD5-2E50-4B19-A4D9-89A4BE3DFAE3}"/>
                    </a:ext>
                  </a:extLst>
                </p14:cNvPr>
                <p14:cNvContentPartPr/>
                <p14:nvPr/>
              </p14:nvContentPartPr>
              <p14:xfrm>
                <a:off x="9010353" y="4527388"/>
                <a:ext cx="36720" cy="14148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A72C3FD5-2E50-4B19-A4D9-89A4BE3DFAE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992713" y="4509388"/>
                  <a:ext cx="72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1C0F4EFA-73B9-4B11-82AA-188472B97326}"/>
                    </a:ext>
                  </a:extLst>
                </p14:cNvPr>
                <p14:cNvContentPartPr/>
                <p14:nvPr/>
              </p14:nvContentPartPr>
              <p14:xfrm>
                <a:off x="9143553" y="4588588"/>
                <a:ext cx="114840" cy="10836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1C0F4EFA-73B9-4B11-82AA-188472B9732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125553" y="4570588"/>
                  <a:ext cx="150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73741396-927F-4A09-9DA6-E8251AF34555}"/>
                    </a:ext>
                  </a:extLst>
                </p14:cNvPr>
                <p14:cNvContentPartPr/>
                <p14:nvPr/>
              </p14:nvContentPartPr>
              <p14:xfrm>
                <a:off x="9347673" y="4624948"/>
                <a:ext cx="106200" cy="6984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73741396-927F-4A09-9DA6-E8251AF3455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29673" y="4606948"/>
                  <a:ext cx="141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9079922B-A5C7-4FA6-85B7-DB696F226A37}"/>
                    </a:ext>
                  </a:extLst>
                </p14:cNvPr>
                <p14:cNvContentPartPr/>
                <p14:nvPr/>
              </p14:nvContentPartPr>
              <p14:xfrm>
                <a:off x="9330033" y="4616308"/>
                <a:ext cx="124200" cy="6804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9079922B-A5C7-4FA6-85B7-DB696F226A3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12393" y="4598308"/>
                  <a:ext cx="1598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64DAEB66-5ADA-4686-98AE-E184A9574A97}"/>
                    </a:ext>
                  </a:extLst>
                </p14:cNvPr>
                <p14:cNvContentPartPr/>
                <p14:nvPr/>
              </p14:nvContentPartPr>
              <p14:xfrm>
                <a:off x="9543153" y="4598308"/>
                <a:ext cx="90360" cy="7056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64DAEB66-5ADA-4686-98AE-E184A9574A9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525153" y="4580668"/>
                  <a:ext cx="126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4582DD43-996E-4BC6-9A28-CD78D1205E1E}"/>
                    </a:ext>
                  </a:extLst>
                </p14:cNvPr>
                <p14:cNvContentPartPr/>
                <p14:nvPr/>
              </p14:nvContentPartPr>
              <p14:xfrm>
                <a:off x="9707313" y="4588948"/>
                <a:ext cx="96480" cy="7200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4582DD43-996E-4BC6-9A28-CD78D1205E1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89313" y="4571308"/>
                  <a:ext cx="13212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DD795654-0F9D-4507-A4EC-993A1A23F8B8}"/>
              </a:ext>
            </a:extLst>
          </p:cNvPr>
          <p:cNvGrpSpPr/>
          <p:nvPr/>
        </p:nvGrpSpPr>
        <p:grpSpPr>
          <a:xfrm>
            <a:off x="10014753" y="4410748"/>
            <a:ext cx="1546200" cy="402480"/>
            <a:chOff x="10014753" y="4410748"/>
            <a:chExt cx="154620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434FC938-FA7E-4EF1-BA0F-852FD726C1C8}"/>
                    </a:ext>
                  </a:extLst>
                </p14:cNvPr>
                <p14:cNvContentPartPr/>
                <p14:nvPr/>
              </p14:nvContentPartPr>
              <p14:xfrm>
                <a:off x="10014753" y="4571668"/>
                <a:ext cx="78840" cy="6372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434FC938-FA7E-4EF1-BA0F-852FD726C1C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96753" y="4554028"/>
                  <a:ext cx="1144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CF1B20EE-2C3A-4711-9F32-6B2EB06E9F9C}"/>
                    </a:ext>
                  </a:extLst>
                </p14:cNvPr>
                <p14:cNvContentPartPr/>
                <p14:nvPr/>
              </p14:nvContentPartPr>
              <p14:xfrm>
                <a:off x="10164513" y="4561228"/>
                <a:ext cx="125280" cy="7524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CF1B20EE-2C3A-4711-9F32-6B2EB06E9F9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46873" y="4543228"/>
                  <a:ext cx="160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86694601-5E90-4024-BBF9-6208EEB4A287}"/>
                    </a:ext>
                  </a:extLst>
                </p14:cNvPr>
                <p14:cNvContentPartPr/>
                <p14:nvPr/>
              </p14:nvContentPartPr>
              <p14:xfrm>
                <a:off x="10324353" y="4563028"/>
                <a:ext cx="108000" cy="5148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86694601-5E90-4024-BBF9-6208EEB4A28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306713" y="4545028"/>
                  <a:ext cx="143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10B4AFFD-F8F5-4F81-8A5E-67FB72064398}"/>
                    </a:ext>
                  </a:extLst>
                </p14:cNvPr>
                <p14:cNvContentPartPr/>
                <p14:nvPr/>
              </p14:nvContentPartPr>
              <p14:xfrm>
                <a:off x="10511913" y="4536028"/>
                <a:ext cx="88560" cy="26532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10B4AFFD-F8F5-4F81-8A5E-67FB7206439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93913" y="4518388"/>
                  <a:ext cx="1242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8EBDB009-93C4-4D91-A56B-C32710E648A2}"/>
                    </a:ext>
                  </a:extLst>
                </p14:cNvPr>
                <p14:cNvContentPartPr/>
                <p14:nvPr/>
              </p14:nvContentPartPr>
              <p14:xfrm>
                <a:off x="10528833" y="4447468"/>
                <a:ext cx="2520" cy="396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8EBDB009-93C4-4D91-A56B-C32710E648A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510833" y="4429828"/>
                  <a:ext cx="38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0508EFFB-B481-4391-8F7B-490916D7CDE9}"/>
                    </a:ext>
                  </a:extLst>
                </p14:cNvPr>
                <p14:cNvContentPartPr/>
                <p14:nvPr/>
              </p14:nvContentPartPr>
              <p14:xfrm>
                <a:off x="10608393" y="4564108"/>
                <a:ext cx="97560" cy="7812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0508EFFB-B481-4391-8F7B-490916D7CDE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590753" y="4546468"/>
                  <a:ext cx="133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E2C3E1C2-7BFF-450D-B19D-4800DF50FB07}"/>
                    </a:ext>
                  </a:extLst>
                </p14:cNvPr>
                <p14:cNvContentPartPr/>
                <p14:nvPr/>
              </p14:nvContentPartPr>
              <p14:xfrm>
                <a:off x="10757433" y="4534948"/>
                <a:ext cx="294120" cy="27828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E2C3E1C2-7BFF-450D-B19D-4800DF50FB0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39433" y="4517308"/>
                  <a:ext cx="3297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278B31D1-4794-441F-9BDF-04DEDE0F7FED}"/>
                    </a:ext>
                  </a:extLst>
                </p14:cNvPr>
                <p14:cNvContentPartPr/>
                <p14:nvPr/>
              </p14:nvContentPartPr>
              <p14:xfrm>
                <a:off x="11131113" y="4410748"/>
                <a:ext cx="271440" cy="21492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278B31D1-4794-441F-9BDF-04DEDE0F7FE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113473" y="4392748"/>
                  <a:ext cx="307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C326ED9E-02D8-4AF0-8B50-DC3F42AA2144}"/>
                    </a:ext>
                  </a:extLst>
                </p14:cNvPr>
                <p14:cNvContentPartPr/>
                <p14:nvPr/>
              </p14:nvContentPartPr>
              <p14:xfrm>
                <a:off x="11513433" y="4527028"/>
                <a:ext cx="47520" cy="11268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C326ED9E-02D8-4AF0-8B50-DC3F42AA214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495793" y="4509028"/>
                  <a:ext cx="831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2A6635A9-DD97-4FD1-B501-D43B056F4C4D}"/>
              </a:ext>
            </a:extLst>
          </p:cNvPr>
          <p:cNvGrpSpPr/>
          <p:nvPr/>
        </p:nvGrpSpPr>
        <p:grpSpPr>
          <a:xfrm>
            <a:off x="8210433" y="4943188"/>
            <a:ext cx="489240" cy="204120"/>
            <a:chOff x="8210433" y="4943188"/>
            <a:chExt cx="48924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DFA87EA7-09AF-4992-BCEB-27B736EAFAB5}"/>
                    </a:ext>
                  </a:extLst>
                </p14:cNvPr>
                <p14:cNvContentPartPr/>
                <p14:nvPr/>
              </p14:nvContentPartPr>
              <p14:xfrm>
                <a:off x="8210433" y="5051188"/>
                <a:ext cx="108000" cy="9612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DFA87EA7-09AF-4992-BCEB-27B736EAFAB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92793" y="5033188"/>
                  <a:ext cx="1436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AF2B2D3B-53CF-45CE-ABE0-F7AD5042CB0E}"/>
                    </a:ext>
                  </a:extLst>
                </p14:cNvPr>
                <p14:cNvContentPartPr/>
                <p14:nvPr/>
              </p14:nvContentPartPr>
              <p14:xfrm>
                <a:off x="8389713" y="5051188"/>
                <a:ext cx="121680" cy="8928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AF2B2D3B-53CF-45CE-ABE0-F7AD5042CB0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372073" y="5033188"/>
                  <a:ext cx="157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E982822E-D576-490B-AFF8-4F2386D62B1C}"/>
                    </a:ext>
                  </a:extLst>
                </p14:cNvPr>
                <p14:cNvContentPartPr/>
                <p14:nvPr/>
              </p14:nvContentPartPr>
              <p14:xfrm>
                <a:off x="8445153" y="4943188"/>
                <a:ext cx="254520" cy="16200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E982822E-D576-490B-AFF8-4F2386D62B1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427513" y="4925188"/>
                  <a:ext cx="29016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Agrupar 139">
            <a:extLst>
              <a:ext uri="{FF2B5EF4-FFF2-40B4-BE49-F238E27FC236}">
                <a16:creationId xmlns:a16="http://schemas.microsoft.com/office/drawing/2014/main" id="{A8005BC1-5EF2-416D-A7CA-3022639ED270}"/>
              </a:ext>
            </a:extLst>
          </p:cNvPr>
          <p:cNvGrpSpPr/>
          <p:nvPr/>
        </p:nvGrpSpPr>
        <p:grpSpPr>
          <a:xfrm>
            <a:off x="9097833" y="4864348"/>
            <a:ext cx="1132560" cy="257040"/>
            <a:chOff x="9097833" y="4864348"/>
            <a:chExt cx="113256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34A90A00-088A-4951-93FD-E59FDF18F7F7}"/>
                    </a:ext>
                  </a:extLst>
                </p14:cNvPr>
                <p14:cNvContentPartPr/>
                <p14:nvPr/>
              </p14:nvContentPartPr>
              <p14:xfrm>
                <a:off x="9097833" y="5033908"/>
                <a:ext cx="61920" cy="8748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34A90A00-088A-4951-93FD-E59FDF18F7F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80193" y="5015908"/>
                  <a:ext cx="97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3731F8AC-7CDB-4C4F-8A73-CC818C8C9A5A}"/>
                    </a:ext>
                  </a:extLst>
                </p14:cNvPr>
                <p14:cNvContentPartPr/>
                <p14:nvPr/>
              </p14:nvContentPartPr>
              <p14:xfrm>
                <a:off x="9259113" y="5059828"/>
                <a:ext cx="130680" cy="3708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3731F8AC-7CDB-4C4F-8A73-CC818C8C9A5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241473" y="5042188"/>
                  <a:ext cx="166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B288A4F5-97B2-4DD9-A2E3-27CBA74F33CB}"/>
                    </a:ext>
                  </a:extLst>
                </p14:cNvPr>
                <p14:cNvContentPartPr/>
                <p14:nvPr/>
              </p14:nvContentPartPr>
              <p14:xfrm>
                <a:off x="9445233" y="4864348"/>
                <a:ext cx="63000" cy="25380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B288A4F5-97B2-4DD9-A2E3-27CBA74F33C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27593" y="4846708"/>
                  <a:ext cx="986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E563A424-2399-4B0E-AAD2-29DAF100E9B1}"/>
                    </a:ext>
                  </a:extLst>
                </p14:cNvPr>
                <p14:cNvContentPartPr/>
                <p14:nvPr/>
              </p14:nvContentPartPr>
              <p14:xfrm>
                <a:off x="9427593" y="4980268"/>
                <a:ext cx="172440" cy="2376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E563A424-2399-4B0E-AAD2-29DAF100E9B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409953" y="4962268"/>
                  <a:ext cx="208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939F8E37-9B6E-47B6-A43B-46664C4E0669}"/>
                    </a:ext>
                  </a:extLst>
                </p14:cNvPr>
                <p14:cNvContentPartPr/>
                <p14:nvPr/>
              </p14:nvContentPartPr>
              <p14:xfrm>
                <a:off x="9633873" y="5032468"/>
                <a:ext cx="14040" cy="8100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939F8E37-9B6E-47B6-A43B-46664C4E066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616233" y="5014828"/>
                  <a:ext cx="496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BCF45C80-A19E-41C1-A951-12B0ED981026}"/>
                    </a:ext>
                  </a:extLst>
                </p14:cNvPr>
                <p14:cNvContentPartPr/>
                <p14:nvPr/>
              </p14:nvContentPartPr>
              <p14:xfrm>
                <a:off x="9768153" y="5029948"/>
                <a:ext cx="137880" cy="8568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BCF45C80-A19E-41C1-A951-12B0ED9810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750153" y="5012308"/>
                  <a:ext cx="173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AB56A75A-7157-454C-BF4A-19BD687FD692}"/>
                    </a:ext>
                  </a:extLst>
                </p14:cNvPr>
                <p14:cNvContentPartPr/>
                <p14:nvPr/>
              </p14:nvContentPartPr>
              <p14:xfrm>
                <a:off x="10005033" y="5031028"/>
                <a:ext cx="225360" cy="6480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AB56A75A-7157-454C-BF4A-19BD687FD69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987033" y="5013388"/>
                  <a:ext cx="2610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3368FD70-29B2-415A-AC66-9F0AD1A101E0}"/>
              </a:ext>
            </a:extLst>
          </p:cNvPr>
          <p:cNvGrpSpPr/>
          <p:nvPr/>
        </p:nvGrpSpPr>
        <p:grpSpPr>
          <a:xfrm>
            <a:off x="10626033" y="4980268"/>
            <a:ext cx="387000" cy="99360"/>
            <a:chOff x="10626033" y="4980268"/>
            <a:chExt cx="387000" cy="9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16E50A82-9E33-4383-BED5-B5E49EC24F6C}"/>
                    </a:ext>
                  </a:extLst>
                </p14:cNvPr>
                <p14:cNvContentPartPr/>
                <p14:nvPr/>
              </p14:nvContentPartPr>
              <p14:xfrm>
                <a:off x="10626033" y="4980268"/>
                <a:ext cx="134640" cy="8748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16E50A82-9E33-4383-BED5-B5E49EC24F6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608393" y="4962268"/>
                  <a:ext cx="1702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7C268BD0-C2D7-4B46-A188-3D1E834AB42B}"/>
                    </a:ext>
                  </a:extLst>
                </p14:cNvPr>
                <p14:cNvContentPartPr/>
                <p14:nvPr/>
              </p14:nvContentPartPr>
              <p14:xfrm>
                <a:off x="10878393" y="4996468"/>
                <a:ext cx="134640" cy="8316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7C268BD0-C2D7-4B46-A188-3D1E834AB42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860393" y="4978468"/>
                  <a:ext cx="17028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0332D08B-A398-46AC-9D51-8C53B97DDACA}"/>
              </a:ext>
            </a:extLst>
          </p:cNvPr>
          <p:cNvGrpSpPr/>
          <p:nvPr/>
        </p:nvGrpSpPr>
        <p:grpSpPr>
          <a:xfrm>
            <a:off x="8719113" y="5272948"/>
            <a:ext cx="1276200" cy="285480"/>
            <a:chOff x="8719113" y="5272948"/>
            <a:chExt cx="127620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5263D951-5E8C-4FB2-9214-58FC3272D3C6}"/>
                    </a:ext>
                  </a:extLst>
                </p14:cNvPr>
                <p14:cNvContentPartPr/>
                <p14:nvPr/>
              </p14:nvContentPartPr>
              <p14:xfrm>
                <a:off x="8719113" y="5494708"/>
                <a:ext cx="74160" cy="6372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5263D951-5E8C-4FB2-9214-58FC3272D3C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701473" y="5477068"/>
                  <a:ext cx="109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BB69A6EB-4489-463D-8C88-1D42A62885F2}"/>
                    </a:ext>
                  </a:extLst>
                </p14:cNvPr>
                <p14:cNvContentPartPr/>
                <p14:nvPr/>
              </p14:nvContentPartPr>
              <p14:xfrm>
                <a:off x="8903793" y="5450428"/>
                <a:ext cx="102240" cy="7560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BB69A6EB-4489-463D-8C88-1D42A62885F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886153" y="5432428"/>
                  <a:ext cx="137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85DCFB1C-41BC-461D-A2D6-B3C74C59EEAB}"/>
                    </a:ext>
                  </a:extLst>
                </p14:cNvPr>
                <p14:cNvContentPartPr/>
                <p14:nvPr/>
              </p14:nvContentPartPr>
              <p14:xfrm>
                <a:off x="9119793" y="5479588"/>
                <a:ext cx="191520" cy="4428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85DCFB1C-41BC-461D-A2D6-B3C74C59EEA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102153" y="5461588"/>
                  <a:ext cx="2271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D9FF037C-FAB3-4B8D-9E3A-F7D7005F6983}"/>
                    </a:ext>
                  </a:extLst>
                </p14:cNvPr>
                <p14:cNvContentPartPr/>
                <p14:nvPr/>
              </p14:nvContentPartPr>
              <p14:xfrm>
                <a:off x="9201153" y="5333428"/>
                <a:ext cx="13680" cy="1980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D9FF037C-FAB3-4B8D-9E3A-F7D7005F698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183513" y="5315788"/>
                  <a:ext cx="493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50EB1053-ADB5-4D30-B808-25E50D53651E}"/>
                    </a:ext>
                  </a:extLst>
                </p14:cNvPr>
                <p14:cNvContentPartPr/>
                <p14:nvPr/>
              </p14:nvContentPartPr>
              <p14:xfrm>
                <a:off x="9312393" y="5272948"/>
                <a:ext cx="97200" cy="23040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50EB1053-ADB5-4D30-B808-25E50D53651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94753" y="5254948"/>
                  <a:ext cx="132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BE79B65A-CDC0-4C07-8DC6-2D1555382F85}"/>
                    </a:ext>
                  </a:extLst>
                </p14:cNvPr>
                <p14:cNvContentPartPr/>
                <p14:nvPr/>
              </p14:nvContentPartPr>
              <p14:xfrm>
                <a:off x="9480873" y="5358268"/>
                <a:ext cx="73800" cy="18720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BE79B65A-CDC0-4C07-8DC6-2D1555382F8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63233" y="5340628"/>
                  <a:ext cx="109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30CF1E23-74DC-4199-91CB-7D93C019FC25}"/>
                    </a:ext>
                  </a:extLst>
                </p14:cNvPr>
                <p14:cNvContentPartPr/>
                <p14:nvPr/>
              </p14:nvContentPartPr>
              <p14:xfrm>
                <a:off x="9684273" y="5396788"/>
                <a:ext cx="96120" cy="11844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30CF1E23-74DC-4199-91CB-7D93C019FC2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666273" y="5378788"/>
                  <a:ext cx="1317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D26D6D2E-114A-436A-B59B-280C724D507C}"/>
                    </a:ext>
                  </a:extLst>
                </p14:cNvPr>
                <p14:cNvContentPartPr/>
                <p14:nvPr/>
              </p14:nvContentPartPr>
              <p14:xfrm>
                <a:off x="9880473" y="5414788"/>
                <a:ext cx="114840" cy="9216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D26D6D2E-114A-436A-B59B-280C724D507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62473" y="5397148"/>
                  <a:ext cx="15048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1B4AFB86-A417-4370-967C-D55AB7872549}"/>
              </a:ext>
            </a:extLst>
          </p:cNvPr>
          <p:cNvGrpSpPr/>
          <p:nvPr/>
        </p:nvGrpSpPr>
        <p:grpSpPr>
          <a:xfrm>
            <a:off x="10439913" y="5230828"/>
            <a:ext cx="384120" cy="237960"/>
            <a:chOff x="10439913" y="5230828"/>
            <a:chExt cx="384120" cy="2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CA42829F-40FA-45C6-B52B-D1042D22DD6A}"/>
                    </a:ext>
                  </a:extLst>
                </p14:cNvPr>
                <p14:cNvContentPartPr/>
                <p14:nvPr/>
              </p14:nvContentPartPr>
              <p14:xfrm>
                <a:off x="10439913" y="5397148"/>
                <a:ext cx="95040" cy="6300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CA42829F-40FA-45C6-B52B-D1042D22DD6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421913" y="5379148"/>
                  <a:ext cx="1306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73F33ACA-1BCA-44B9-9663-16E6F54FD8DE}"/>
                    </a:ext>
                  </a:extLst>
                </p14:cNvPr>
                <p14:cNvContentPartPr/>
                <p14:nvPr/>
              </p14:nvContentPartPr>
              <p14:xfrm>
                <a:off x="10501113" y="5230828"/>
                <a:ext cx="322920" cy="23796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73F33ACA-1BCA-44B9-9663-16E6F54FD8D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83113" y="5212828"/>
                  <a:ext cx="35856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C63617D0-C8B7-45D2-9444-22BF14A67E09}"/>
              </a:ext>
            </a:extLst>
          </p:cNvPr>
          <p:cNvGrpSpPr/>
          <p:nvPr/>
        </p:nvGrpSpPr>
        <p:grpSpPr>
          <a:xfrm>
            <a:off x="9303753" y="5795308"/>
            <a:ext cx="728640" cy="197280"/>
            <a:chOff x="9303753" y="5795308"/>
            <a:chExt cx="728640" cy="1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87CFB932-BE3A-452F-9E2C-FB88CEA234AD}"/>
                    </a:ext>
                  </a:extLst>
                </p14:cNvPr>
                <p14:cNvContentPartPr/>
                <p14:nvPr/>
              </p14:nvContentPartPr>
              <p14:xfrm>
                <a:off x="9303753" y="5884948"/>
                <a:ext cx="132120" cy="10764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87CFB932-BE3A-452F-9E2C-FB88CEA234A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285753" y="5866948"/>
                  <a:ext cx="167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E4C92B4A-468E-4E28-BDAB-4AA2AC597E45}"/>
                    </a:ext>
                  </a:extLst>
                </p14:cNvPr>
                <p14:cNvContentPartPr/>
                <p14:nvPr/>
              </p14:nvContentPartPr>
              <p14:xfrm>
                <a:off x="9534153" y="5867668"/>
                <a:ext cx="65160" cy="6084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E4C92B4A-468E-4E28-BDAB-4AA2AC597E4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516513" y="5850028"/>
                  <a:ext cx="100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CC38C525-7CBA-4A43-BF17-94ABD275D4B4}"/>
                    </a:ext>
                  </a:extLst>
                </p14:cNvPr>
                <p14:cNvContentPartPr/>
                <p14:nvPr/>
              </p14:nvContentPartPr>
              <p14:xfrm>
                <a:off x="9544953" y="5828428"/>
                <a:ext cx="7200" cy="504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CC38C525-7CBA-4A43-BF17-94ABD275D4B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527313" y="5810428"/>
                  <a:ext cx="42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B6E8B4BA-DB22-4F53-BB16-D6C9FD4EB00C}"/>
                    </a:ext>
                  </a:extLst>
                </p14:cNvPr>
                <p14:cNvContentPartPr/>
                <p14:nvPr/>
              </p14:nvContentPartPr>
              <p14:xfrm>
                <a:off x="9693993" y="5841388"/>
                <a:ext cx="121680" cy="7344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B6E8B4BA-DB22-4F53-BB16-D6C9FD4EB00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76353" y="5823388"/>
                  <a:ext cx="1573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4A8D5853-19F1-481A-AED0-CDA36135A096}"/>
                    </a:ext>
                  </a:extLst>
                </p14:cNvPr>
                <p14:cNvContentPartPr/>
                <p14:nvPr/>
              </p14:nvContentPartPr>
              <p14:xfrm>
                <a:off x="9679233" y="5832388"/>
                <a:ext cx="139320" cy="9072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4A8D5853-19F1-481A-AED0-CDA36135A09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661593" y="5814748"/>
                  <a:ext cx="1749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304AE7D3-607B-499F-997C-1F09D7FF0318}"/>
                    </a:ext>
                  </a:extLst>
                </p14:cNvPr>
                <p14:cNvContentPartPr/>
                <p14:nvPr/>
              </p14:nvContentPartPr>
              <p14:xfrm>
                <a:off x="9916113" y="5795308"/>
                <a:ext cx="116280" cy="9828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304AE7D3-607B-499F-997C-1F09D7FF031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898113" y="5777668"/>
                  <a:ext cx="15192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Agrupar 166">
            <a:extLst>
              <a:ext uri="{FF2B5EF4-FFF2-40B4-BE49-F238E27FC236}">
                <a16:creationId xmlns:a16="http://schemas.microsoft.com/office/drawing/2014/main" id="{CBADF025-9DFF-49AE-8E07-1A1E7863250F}"/>
              </a:ext>
            </a:extLst>
          </p:cNvPr>
          <p:cNvGrpSpPr/>
          <p:nvPr/>
        </p:nvGrpSpPr>
        <p:grpSpPr>
          <a:xfrm>
            <a:off x="10450353" y="5601268"/>
            <a:ext cx="547200" cy="273960"/>
            <a:chOff x="10450353" y="5601268"/>
            <a:chExt cx="54720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385D96A6-450D-457B-A76C-9DE9EF650E20}"/>
                    </a:ext>
                  </a:extLst>
                </p14:cNvPr>
                <p14:cNvContentPartPr/>
                <p14:nvPr/>
              </p14:nvContentPartPr>
              <p14:xfrm>
                <a:off x="10450353" y="5788828"/>
                <a:ext cx="61200" cy="8640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385D96A6-450D-457B-A76C-9DE9EF650E2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432713" y="5770828"/>
                  <a:ext cx="968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9CC3D52C-5AAB-42AA-B494-739A326B0267}"/>
                    </a:ext>
                  </a:extLst>
                </p14:cNvPr>
                <p14:cNvContentPartPr/>
                <p14:nvPr/>
              </p14:nvContentPartPr>
              <p14:xfrm>
                <a:off x="10634313" y="5769388"/>
                <a:ext cx="90000" cy="8856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9CC3D52C-5AAB-42AA-B494-739A326B026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616673" y="5751748"/>
                  <a:ext cx="125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5527F1D6-38AA-4893-8E10-C57B0B94BBDC}"/>
                    </a:ext>
                  </a:extLst>
                </p14:cNvPr>
                <p14:cNvContentPartPr/>
                <p14:nvPr/>
              </p14:nvContentPartPr>
              <p14:xfrm>
                <a:off x="10807833" y="5794588"/>
                <a:ext cx="136080" cy="6588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5527F1D6-38AA-4893-8E10-C57B0B94BBD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790193" y="5776588"/>
                  <a:ext cx="171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E9A31FB3-4B65-4CC3-80E3-FF8264D916E1}"/>
                    </a:ext>
                  </a:extLst>
                </p14:cNvPr>
                <p14:cNvContentPartPr/>
                <p14:nvPr/>
              </p14:nvContentPartPr>
              <p14:xfrm>
                <a:off x="10989993" y="5601268"/>
                <a:ext cx="7560" cy="27144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E9A31FB3-4B65-4CC3-80E3-FF8264D916E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972353" y="5583628"/>
                  <a:ext cx="43200" cy="30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66" name="Tinta 165">
                <a:extLst>
                  <a:ext uri="{FF2B5EF4-FFF2-40B4-BE49-F238E27FC236}">
                    <a16:creationId xmlns:a16="http://schemas.microsoft.com/office/drawing/2014/main" id="{ECF472A8-FBBF-4CBC-8265-911557CF5D57}"/>
                  </a:ext>
                </a:extLst>
              </p14:cNvPr>
              <p14:cNvContentPartPr/>
              <p14:nvPr/>
            </p14:nvContentPartPr>
            <p14:xfrm>
              <a:off x="11238753" y="5903308"/>
              <a:ext cx="20520" cy="3960"/>
            </p14:xfrm>
          </p:contentPart>
        </mc:Choice>
        <mc:Fallback xmlns="">
          <p:pic>
            <p:nvPicPr>
              <p:cNvPr id="166" name="Tinta 165">
                <a:extLst>
                  <a:ext uri="{FF2B5EF4-FFF2-40B4-BE49-F238E27FC236}">
                    <a16:creationId xmlns:a16="http://schemas.microsoft.com/office/drawing/2014/main" id="{ECF472A8-FBBF-4CBC-8265-911557CF5D57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1221113" y="5885668"/>
                <a:ext cx="561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B76A9333-4DDC-41D7-8EFF-693C07F38F36}"/>
                  </a:ext>
                </a:extLst>
              </p14:cNvPr>
              <p14:cNvContentPartPr/>
              <p14:nvPr/>
            </p14:nvContentPartPr>
            <p14:xfrm>
              <a:off x="9543153" y="5743468"/>
              <a:ext cx="360" cy="9360"/>
            </p14:xfrm>
          </p:contentPart>
        </mc:Choice>
        <mc:Fallback xmlns=""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B76A9333-4DDC-41D7-8EFF-693C07F38F36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525153" y="5725828"/>
                <a:ext cx="3600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Agrupar 169">
            <a:extLst>
              <a:ext uri="{FF2B5EF4-FFF2-40B4-BE49-F238E27FC236}">
                <a16:creationId xmlns:a16="http://schemas.microsoft.com/office/drawing/2014/main" id="{CD0AD91D-6D1C-4BB6-B995-F5251A6184C1}"/>
              </a:ext>
            </a:extLst>
          </p:cNvPr>
          <p:cNvGrpSpPr/>
          <p:nvPr/>
        </p:nvGrpSpPr>
        <p:grpSpPr>
          <a:xfrm>
            <a:off x="922953" y="2623348"/>
            <a:ext cx="3181680" cy="431280"/>
            <a:chOff x="922953" y="2623348"/>
            <a:chExt cx="318168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A36951C6-0DF4-4E87-8794-3E7A7E5F858E}"/>
                    </a:ext>
                  </a:extLst>
                </p14:cNvPr>
                <p14:cNvContentPartPr/>
                <p14:nvPr/>
              </p14:nvContentPartPr>
              <p14:xfrm>
                <a:off x="922953" y="2822428"/>
                <a:ext cx="28800" cy="23220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A36951C6-0DF4-4E87-8794-3E7A7E5F858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4953" y="2804788"/>
                  <a:ext cx="644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D08833A6-5EA7-46D6-9941-4B98B76CDBE8}"/>
                    </a:ext>
                  </a:extLst>
                </p14:cNvPr>
                <p14:cNvContentPartPr/>
                <p14:nvPr/>
              </p14:nvContentPartPr>
              <p14:xfrm>
                <a:off x="940953" y="2796148"/>
                <a:ext cx="105840" cy="36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D08833A6-5EA7-46D6-9941-4B98B76CDBE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22953" y="2778508"/>
                  <a:ext cx="14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4CE604AD-F0CA-4376-8947-E6B974B60718}"/>
                    </a:ext>
                  </a:extLst>
                </p14:cNvPr>
                <p14:cNvContentPartPr/>
                <p14:nvPr/>
              </p14:nvContentPartPr>
              <p14:xfrm>
                <a:off x="967233" y="2925748"/>
                <a:ext cx="57240" cy="396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4CE604AD-F0CA-4376-8947-E6B974B6071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9593" y="2908108"/>
                  <a:ext cx="92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A22A9778-1E45-4A6A-B592-0EBABEB134B3}"/>
                    </a:ext>
                  </a:extLst>
                </p14:cNvPr>
                <p14:cNvContentPartPr/>
                <p14:nvPr/>
              </p14:nvContentPartPr>
              <p14:xfrm>
                <a:off x="1142553" y="2787148"/>
                <a:ext cx="29160" cy="18828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A22A9778-1E45-4A6A-B592-0EBABEB134B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24913" y="2769148"/>
                  <a:ext cx="64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2F82F28D-4264-4D00-B8C6-BBDAE020F41D}"/>
                    </a:ext>
                  </a:extLst>
                </p14:cNvPr>
                <p14:cNvContentPartPr/>
                <p14:nvPr/>
              </p14:nvContentPartPr>
              <p14:xfrm>
                <a:off x="1250913" y="2849428"/>
                <a:ext cx="64800" cy="10800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2F82F28D-4264-4D00-B8C6-BBDAE020F41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232913" y="2831788"/>
                  <a:ext cx="100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4280B678-D28F-4DDB-B52E-A2B52B421DB7}"/>
                    </a:ext>
                  </a:extLst>
                </p14:cNvPr>
                <p14:cNvContentPartPr/>
                <p14:nvPr/>
              </p14:nvContentPartPr>
              <p14:xfrm>
                <a:off x="1375833" y="2884708"/>
                <a:ext cx="38520" cy="396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4280B678-D28F-4DDB-B52E-A2B52B421DB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357833" y="2867068"/>
                  <a:ext cx="74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C4F2089B-07A3-4575-AED3-DEC87C837C2A}"/>
                    </a:ext>
                  </a:extLst>
                </p14:cNvPr>
                <p14:cNvContentPartPr/>
                <p14:nvPr/>
              </p14:nvContentPartPr>
              <p14:xfrm>
                <a:off x="1393473" y="2911708"/>
                <a:ext cx="24480" cy="36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C4F2089B-07A3-4575-AED3-DEC87C837C2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375473" y="2893708"/>
                  <a:ext cx="60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FEB65265-ACA5-4917-8448-E76145CE58A7}"/>
                    </a:ext>
                  </a:extLst>
                </p14:cNvPr>
                <p14:cNvContentPartPr/>
                <p14:nvPr/>
              </p14:nvContentPartPr>
              <p14:xfrm>
                <a:off x="1739793" y="2826748"/>
                <a:ext cx="2364840" cy="6768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FEB65265-ACA5-4917-8448-E76145CE58A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722153" y="2809108"/>
                  <a:ext cx="2400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686D0A62-7052-44E2-A1DD-6CA73A2AF888}"/>
                    </a:ext>
                  </a:extLst>
                </p14:cNvPr>
                <p14:cNvContentPartPr/>
                <p14:nvPr/>
              </p14:nvContentPartPr>
              <p14:xfrm>
                <a:off x="2658873" y="2623348"/>
                <a:ext cx="13320" cy="11376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686D0A62-7052-44E2-A1DD-6CA73A2AF88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640873" y="2605348"/>
                  <a:ext cx="4896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Agrupar 190">
            <a:extLst>
              <a:ext uri="{FF2B5EF4-FFF2-40B4-BE49-F238E27FC236}">
                <a16:creationId xmlns:a16="http://schemas.microsoft.com/office/drawing/2014/main" id="{D19F89A2-6527-4A10-A732-803D0F567E35}"/>
              </a:ext>
            </a:extLst>
          </p:cNvPr>
          <p:cNvGrpSpPr/>
          <p:nvPr/>
        </p:nvGrpSpPr>
        <p:grpSpPr>
          <a:xfrm>
            <a:off x="1777593" y="2911348"/>
            <a:ext cx="2271960" cy="309240"/>
            <a:chOff x="1777593" y="2911348"/>
            <a:chExt cx="227196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AF008932-79F1-4283-9E00-ED85B57801E1}"/>
                    </a:ext>
                  </a:extLst>
                </p14:cNvPr>
                <p14:cNvContentPartPr/>
                <p14:nvPr/>
              </p14:nvContentPartPr>
              <p14:xfrm>
                <a:off x="1777593" y="3009268"/>
                <a:ext cx="132480" cy="17496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AF008932-79F1-4283-9E00-ED85B57801E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59953" y="2991628"/>
                  <a:ext cx="168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139744A0-16A3-4B4C-80D8-B1C64A8BBEEA}"/>
                    </a:ext>
                  </a:extLst>
                </p14:cNvPr>
                <p14:cNvContentPartPr/>
                <p14:nvPr/>
              </p14:nvContentPartPr>
              <p14:xfrm>
                <a:off x="2004753" y="2982628"/>
                <a:ext cx="63720" cy="23796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139744A0-16A3-4B4C-80D8-B1C64A8BBEE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987113" y="2964628"/>
                  <a:ext cx="993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F2C4E27B-E4EB-45BB-912E-15540CF509AF}"/>
                    </a:ext>
                  </a:extLst>
                </p14:cNvPr>
                <p14:cNvContentPartPr/>
                <p14:nvPr/>
              </p14:nvContentPartPr>
              <p14:xfrm>
                <a:off x="2117073" y="3026908"/>
                <a:ext cx="93960" cy="15984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F2C4E27B-E4EB-45BB-912E-15540CF509A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099073" y="3009268"/>
                  <a:ext cx="129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9565E017-27E4-460A-94B2-0176080316F7}"/>
                    </a:ext>
                  </a:extLst>
                </p14:cNvPr>
                <p14:cNvContentPartPr/>
                <p14:nvPr/>
              </p14:nvContentPartPr>
              <p14:xfrm>
                <a:off x="2334513" y="3044548"/>
                <a:ext cx="18720" cy="11484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9565E017-27E4-460A-94B2-0176080316F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316873" y="3026908"/>
                  <a:ext cx="54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7734279D-1728-4369-8469-E43D526022EE}"/>
                    </a:ext>
                  </a:extLst>
                </p14:cNvPr>
                <p14:cNvContentPartPr/>
                <p14:nvPr/>
              </p14:nvContentPartPr>
              <p14:xfrm>
                <a:off x="2281233" y="3089188"/>
                <a:ext cx="116640" cy="36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7734279D-1728-4369-8469-E43D526022E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263593" y="3071188"/>
                  <a:ext cx="152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3FDAF1BB-C995-4E54-BCD2-A370246DF313}"/>
                    </a:ext>
                  </a:extLst>
                </p14:cNvPr>
                <p14:cNvContentPartPr/>
                <p14:nvPr/>
              </p14:nvContentPartPr>
              <p14:xfrm>
                <a:off x="2432433" y="3035188"/>
                <a:ext cx="110880" cy="12600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3FDAF1BB-C995-4E54-BCD2-A370246DF31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14433" y="3017188"/>
                  <a:ext cx="146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FB2A1A27-24A6-4412-8931-DFA8E31CF20E}"/>
                    </a:ext>
                  </a:extLst>
                </p14:cNvPr>
                <p14:cNvContentPartPr/>
                <p14:nvPr/>
              </p14:nvContentPartPr>
              <p14:xfrm>
                <a:off x="2591913" y="2929348"/>
                <a:ext cx="46080" cy="25488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FB2A1A27-24A6-4412-8931-DFA8E31CF20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574273" y="2911348"/>
                  <a:ext cx="81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A000A8BD-1932-4E3A-BD9E-B5FECF66A588}"/>
                    </a:ext>
                  </a:extLst>
                </p14:cNvPr>
                <p14:cNvContentPartPr/>
                <p14:nvPr/>
              </p14:nvContentPartPr>
              <p14:xfrm>
                <a:off x="2735553" y="2946988"/>
                <a:ext cx="70560" cy="24840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A000A8BD-1932-4E3A-BD9E-B5FECF66A58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717553" y="2928988"/>
                  <a:ext cx="106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A503541F-3656-44FF-8BD1-026471ADF9DA}"/>
                    </a:ext>
                  </a:extLst>
                </p14:cNvPr>
                <p14:cNvContentPartPr/>
                <p14:nvPr/>
              </p14:nvContentPartPr>
              <p14:xfrm>
                <a:off x="2872713" y="3009268"/>
                <a:ext cx="117720" cy="14436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A503541F-3656-44FF-8BD1-026471ADF9D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854713" y="2991628"/>
                  <a:ext cx="1533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5D36F480-85F2-4F5D-AA5D-6EACA5E26943}"/>
                    </a:ext>
                  </a:extLst>
                </p14:cNvPr>
                <p14:cNvContentPartPr/>
                <p14:nvPr/>
              </p14:nvContentPartPr>
              <p14:xfrm>
                <a:off x="3009153" y="2911348"/>
                <a:ext cx="54720" cy="9000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5D36F480-85F2-4F5D-AA5D-6EACA5E2694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991153" y="2893708"/>
                  <a:ext cx="90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09FF7BA4-863C-44DB-A390-879BF3D0F9D5}"/>
                    </a:ext>
                  </a:extLst>
                </p14:cNvPr>
                <p14:cNvContentPartPr/>
                <p14:nvPr/>
              </p14:nvContentPartPr>
              <p14:xfrm>
                <a:off x="3182313" y="2991268"/>
                <a:ext cx="13680" cy="9972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09FF7BA4-863C-44DB-A390-879BF3D0F9D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164313" y="2973628"/>
                  <a:ext cx="49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A5A19BAC-DB9D-4170-8AEC-4E5961E527E0}"/>
                    </a:ext>
                  </a:extLst>
                </p14:cNvPr>
                <p14:cNvContentPartPr/>
                <p14:nvPr/>
              </p14:nvContentPartPr>
              <p14:xfrm>
                <a:off x="3142353" y="3044188"/>
                <a:ext cx="105840" cy="936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A5A19BAC-DB9D-4170-8AEC-4E5961E527E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24713" y="3026548"/>
                  <a:ext cx="141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AC773B54-22D9-4BB1-A4E9-062360722A08}"/>
                    </a:ext>
                  </a:extLst>
                </p14:cNvPr>
                <p14:cNvContentPartPr/>
                <p14:nvPr/>
              </p14:nvContentPartPr>
              <p14:xfrm>
                <a:off x="3307233" y="2982268"/>
                <a:ext cx="84240" cy="14832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AC773B54-22D9-4BB1-A4E9-062360722A0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289593" y="2964268"/>
                  <a:ext cx="119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95775132-2C96-481F-B326-2F6EA7E8600A}"/>
                    </a:ext>
                  </a:extLst>
                </p14:cNvPr>
                <p14:cNvContentPartPr/>
                <p14:nvPr/>
              </p14:nvContentPartPr>
              <p14:xfrm>
                <a:off x="3462393" y="2973628"/>
                <a:ext cx="83880" cy="15228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95775132-2C96-481F-B326-2F6EA7E8600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444393" y="2955988"/>
                  <a:ext cx="1195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1AA9871F-FBF8-4C96-BCA8-03F8F3859CB4}"/>
                    </a:ext>
                  </a:extLst>
                </p14:cNvPr>
                <p14:cNvContentPartPr/>
                <p14:nvPr/>
              </p14:nvContentPartPr>
              <p14:xfrm>
                <a:off x="3719433" y="2973628"/>
                <a:ext cx="10080" cy="12744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1AA9871F-FBF8-4C96-BCA8-03F8F3859CB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701793" y="2955988"/>
                  <a:ext cx="45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1585401C-AD09-4C93-AD6C-1A1D27EAF453}"/>
                    </a:ext>
                  </a:extLst>
                </p14:cNvPr>
                <p14:cNvContentPartPr/>
                <p14:nvPr/>
              </p14:nvContentPartPr>
              <p14:xfrm>
                <a:off x="3648153" y="3026908"/>
                <a:ext cx="111240" cy="1512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1585401C-AD09-4C93-AD6C-1A1D27EAF45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30513" y="3009268"/>
                  <a:ext cx="146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2655F71E-0D05-483A-A6C4-AE5301E6902D}"/>
                    </a:ext>
                  </a:extLst>
                </p14:cNvPr>
                <p14:cNvContentPartPr/>
                <p14:nvPr/>
              </p14:nvContentPartPr>
              <p14:xfrm>
                <a:off x="3813033" y="2958508"/>
                <a:ext cx="93240" cy="16092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2655F71E-0D05-483A-A6C4-AE5301E6902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795393" y="2940868"/>
                  <a:ext cx="1288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D827D390-C72C-4E7E-967F-F272666541A0}"/>
                    </a:ext>
                  </a:extLst>
                </p14:cNvPr>
                <p14:cNvContentPartPr/>
                <p14:nvPr/>
              </p14:nvContentPartPr>
              <p14:xfrm>
                <a:off x="4003473" y="2911708"/>
                <a:ext cx="46080" cy="20988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D827D390-C72C-4E7E-967F-F272666541A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985473" y="2893708"/>
                  <a:ext cx="81720" cy="24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0149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3AFCB-8881-4C54-BE60-7FA280E2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366"/>
          </a:xfrm>
        </p:spPr>
        <p:txBody>
          <a:bodyPr>
            <a:normAutofit/>
          </a:bodyPr>
          <a:lstStyle/>
          <a:p>
            <a:r>
              <a:rPr lang="pt-BR" sz="3600" dirty="0"/>
              <a:t>Explicação sobre LGR no eixo real. Exemplo.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D9A7B67-4729-4645-844E-96AB3402E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764" y="1413164"/>
            <a:ext cx="7162799" cy="4807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DF521BF-E180-4E4A-A13B-0088DEF1EAE7}"/>
                  </a:ext>
                </a:extLst>
              </p14:cNvPr>
              <p14:cNvContentPartPr/>
              <p14:nvPr/>
            </p14:nvContentPartPr>
            <p14:xfrm>
              <a:off x="8113593" y="3748348"/>
              <a:ext cx="360" cy="9648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DF521BF-E180-4E4A-A13B-0088DEF1EA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5953" y="3730348"/>
                <a:ext cx="36000" cy="13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Agrupar 6">
            <a:extLst>
              <a:ext uri="{FF2B5EF4-FFF2-40B4-BE49-F238E27FC236}">
                <a16:creationId xmlns:a16="http://schemas.microsoft.com/office/drawing/2014/main" id="{87B6FF39-2DF7-4C16-A607-285C810DBCF1}"/>
              </a:ext>
            </a:extLst>
          </p:cNvPr>
          <p:cNvGrpSpPr/>
          <p:nvPr/>
        </p:nvGrpSpPr>
        <p:grpSpPr>
          <a:xfrm>
            <a:off x="8229153" y="3861748"/>
            <a:ext cx="101880" cy="134280"/>
            <a:chOff x="8229153" y="3861748"/>
            <a:chExt cx="10188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BD2A08ED-84A4-438F-B6D8-DCC0B2868379}"/>
                    </a:ext>
                  </a:extLst>
                </p14:cNvPr>
                <p14:cNvContentPartPr/>
                <p14:nvPr/>
              </p14:nvContentPartPr>
              <p14:xfrm>
                <a:off x="8229153" y="3879388"/>
                <a:ext cx="101880" cy="11664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BD2A08ED-84A4-438F-B6D8-DCC0B286837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11513" y="3861388"/>
                  <a:ext cx="137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D06DDB7A-5989-4C21-8BFB-46026189EF18}"/>
                    </a:ext>
                  </a:extLst>
                </p14:cNvPr>
                <p14:cNvContentPartPr/>
                <p14:nvPr/>
              </p14:nvContentPartPr>
              <p14:xfrm>
                <a:off x="8277393" y="3861748"/>
                <a:ext cx="23400" cy="36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D06DDB7A-5989-4C21-8BFB-46026189EF1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59393" y="3843748"/>
                  <a:ext cx="590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8C3B71B-B25C-4B64-B3C4-2A53DE764403}"/>
              </a:ext>
            </a:extLst>
          </p:cNvPr>
          <p:cNvGrpSpPr/>
          <p:nvPr/>
        </p:nvGrpSpPr>
        <p:grpSpPr>
          <a:xfrm>
            <a:off x="7101633" y="4031308"/>
            <a:ext cx="997560" cy="78840"/>
            <a:chOff x="7101633" y="4031308"/>
            <a:chExt cx="997560" cy="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015C748F-E637-48FF-B55B-FC927A423658}"/>
                    </a:ext>
                  </a:extLst>
                </p14:cNvPr>
                <p14:cNvContentPartPr/>
                <p14:nvPr/>
              </p14:nvContentPartPr>
              <p14:xfrm>
                <a:off x="7101633" y="4064788"/>
                <a:ext cx="869400" cy="3672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015C748F-E637-48FF-B55B-FC927A42365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83993" y="4046788"/>
                  <a:ext cx="905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76CE3954-0416-4373-BD2B-BACBBAAD25C9}"/>
                    </a:ext>
                  </a:extLst>
                </p14:cNvPr>
                <p14:cNvContentPartPr/>
                <p14:nvPr/>
              </p14:nvContentPartPr>
              <p14:xfrm>
                <a:off x="8095953" y="4065508"/>
                <a:ext cx="360" cy="36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76CE3954-0416-4373-BD2B-BACBBAAD25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78313" y="404750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1B495FA1-41F6-4FD8-99C6-B05D8F221FA2}"/>
                    </a:ext>
                  </a:extLst>
                </p14:cNvPr>
                <p14:cNvContentPartPr/>
                <p14:nvPr/>
              </p14:nvContentPartPr>
              <p14:xfrm>
                <a:off x="7962753" y="4031308"/>
                <a:ext cx="136440" cy="7884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1B495FA1-41F6-4FD8-99C6-B05D8F221FA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44753" y="4013308"/>
                  <a:ext cx="17208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266041BD-9746-4632-AE58-22B8567609D4}"/>
                  </a:ext>
                </a:extLst>
              </p14:cNvPr>
              <p14:cNvContentPartPr/>
              <p14:nvPr/>
            </p14:nvContentPartPr>
            <p14:xfrm>
              <a:off x="4287153" y="4302028"/>
              <a:ext cx="3805920" cy="669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266041BD-9746-4632-AE58-22B8567609D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69513" y="4284388"/>
                <a:ext cx="384156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B8B08E6-5288-4BFB-9025-FE43A84450F7}"/>
              </a:ext>
            </a:extLst>
          </p:cNvPr>
          <p:cNvGrpSpPr/>
          <p:nvPr/>
        </p:nvGrpSpPr>
        <p:grpSpPr>
          <a:xfrm>
            <a:off x="7647393" y="4472668"/>
            <a:ext cx="510120" cy="132120"/>
            <a:chOff x="7647393" y="4472668"/>
            <a:chExt cx="510120" cy="13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2199121A-497A-4A7A-83A3-EC0683C6124A}"/>
                    </a:ext>
                  </a:extLst>
                </p14:cNvPr>
                <p14:cNvContentPartPr/>
                <p14:nvPr/>
              </p14:nvContentPartPr>
              <p14:xfrm>
                <a:off x="7647393" y="4482748"/>
                <a:ext cx="102600" cy="12204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2199121A-497A-4A7A-83A3-EC0683C612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29393" y="4465108"/>
                  <a:ext cx="138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099CFBE2-241E-4DB3-AA26-31E9107F3E28}"/>
                    </a:ext>
                  </a:extLst>
                </p14:cNvPr>
                <p14:cNvContentPartPr/>
                <p14:nvPr/>
              </p14:nvContentPartPr>
              <p14:xfrm>
                <a:off x="7883193" y="4509748"/>
                <a:ext cx="18360" cy="7848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099CFBE2-241E-4DB3-AA26-31E9107F3E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65193" y="4491748"/>
                  <a:ext cx="54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60D035F5-221F-4E74-A71F-FE05320127CB}"/>
                    </a:ext>
                  </a:extLst>
                </p14:cNvPr>
                <p14:cNvContentPartPr/>
                <p14:nvPr/>
              </p14:nvContentPartPr>
              <p14:xfrm>
                <a:off x="7856193" y="4536028"/>
                <a:ext cx="79200" cy="3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60D035F5-221F-4E74-A71F-FE05320127C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38553" y="4518388"/>
                  <a:ext cx="114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8B4494C5-A238-4C63-8EEF-B32CA252A0DD}"/>
                    </a:ext>
                  </a:extLst>
                </p14:cNvPr>
                <p14:cNvContentPartPr/>
                <p14:nvPr/>
              </p14:nvContentPartPr>
              <p14:xfrm>
                <a:off x="8060313" y="4472668"/>
                <a:ext cx="97200" cy="9936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8B4494C5-A238-4C63-8EEF-B32CA252A0D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42673" y="4454668"/>
                  <a:ext cx="1328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CEF578F-CC6A-4ECE-88EE-00C635E1F012}"/>
              </a:ext>
            </a:extLst>
          </p:cNvPr>
          <p:cNvGrpSpPr/>
          <p:nvPr/>
        </p:nvGrpSpPr>
        <p:grpSpPr>
          <a:xfrm>
            <a:off x="6044673" y="3701908"/>
            <a:ext cx="189000" cy="276120"/>
            <a:chOff x="6044673" y="3701908"/>
            <a:chExt cx="18900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F6D13A0B-FFF0-4E51-9B52-79DD46B28468}"/>
                    </a:ext>
                  </a:extLst>
                </p14:cNvPr>
                <p14:cNvContentPartPr/>
                <p14:nvPr/>
              </p14:nvContentPartPr>
              <p14:xfrm>
                <a:off x="6044673" y="3701908"/>
                <a:ext cx="20160" cy="18720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F6D13A0B-FFF0-4E51-9B52-79DD46B2846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27033" y="3683908"/>
                  <a:ext cx="55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BCDEDFDD-347C-42B2-AE23-5F95CDB6706F}"/>
                    </a:ext>
                  </a:extLst>
                </p14:cNvPr>
                <p14:cNvContentPartPr/>
                <p14:nvPr/>
              </p14:nvContentPartPr>
              <p14:xfrm>
                <a:off x="6130353" y="3870388"/>
                <a:ext cx="103320" cy="10764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BCDEDFDD-347C-42B2-AE23-5F95CDB6706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12353" y="3852388"/>
                  <a:ext cx="13896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C26EF386-F280-408A-94C3-15BDC03E4123}"/>
                  </a:ext>
                </a:extLst>
              </p14:cNvPr>
              <p14:cNvContentPartPr/>
              <p14:nvPr/>
            </p14:nvContentPartPr>
            <p14:xfrm>
              <a:off x="6151593" y="3629908"/>
              <a:ext cx="798480" cy="1080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C26EF386-F280-408A-94C3-15BDC03E412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133953" y="3612268"/>
                <a:ext cx="8341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FEBCABE1-2AD7-48A0-AFA8-99882C6A4FBB}"/>
                  </a:ext>
                </a:extLst>
              </p14:cNvPr>
              <p14:cNvContentPartPr/>
              <p14:nvPr/>
            </p14:nvContentPartPr>
            <p14:xfrm>
              <a:off x="6169593" y="3552508"/>
              <a:ext cx="121680" cy="11088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FEBCABE1-2AD7-48A0-AFA8-99882C6A4FB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151953" y="3534508"/>
                <a:ext cx="1573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C7BFA17A-55B0-4ED4-8057-144F366CB545}"/>
                  </a:ext>
                </a:extLst>
              </p14:cNvPr>
              <p14:cNvContentPartPr/>
              <p14:nvPr/>
            </p14:nvContentPartPr>
            <p14:xfrm>
              <a:off x="4180953" y="3470788"/>
              <a:ext cx="967320" cy="2772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C7BFA17A-55B0-4ED4-8057-144F366CB54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62953" y="3452788"/>
                <a:ext cx="10029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EAD216CF-D389-475A-B129-18DEA21A821E}"/>
                  </a:ext>
                </a:extLst>
              </p14:cNvPr>
              <p14:cNvContentPartPr/>
              <p14:nvPr/>
            </p14:nvContentPartPr>
            <p14:xfrm>
              <a:off x="5077713" y="3479428"/>
              <a:ext cx="899640" cy="1044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EAD216CF-D389-475A-B129-18DEA21A821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059713" y="3461788"/>
                <a:ext cx="9352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A141F16F-D5CD-4342-BD5A-E69A864D39F1}"/>
                  </a:ext>
                </a:extLst>
              </p14:cNvPr>
              <p14:cNvContentPartPr/>
              <p14:nvPr/>
            </p14:nvContentPartPr>
            <p14:xfrm>
              <a:off x="5876193" y="3455668"/>
              <a:ext cx="151560" cy="9036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A141F16F-D5CD-4342-BD5A-E69A864D39F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858553" y="3437668"/>
                <a:ext cx="1872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9E17C84-5B89-4621-8164-5F40CFAA7FD7}"/>
              </a:ext>
            </a:extLst>
          </p:cNvPr>
          <p:cNvGrpSpPr/>
          <p:nvPr/>
        </p:nvGrpSpPr>
        <p:grpSpPr>
          <a:xfrm>
            <a:off x="4245753" y="3257668"/>
            <a:ext cx="432000" cy="141480"/>
            <a:chOff x="4245753" y="3257668"/>
            <a:chExt cx="43200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5670E6D8-A04D-43AC-BADF-A675687E0B46}"/>
                    </a:ext>
                  </a:extLst>
                </p14:cNvPr>
                <p14:cNvContentPartPr/>
                <p14:nvPr/>
              </p14:nvContentPartPr>
              <p14:xfrm>
                <a:off x="4245753" y="3257668"/>
                <a:ext cx="123120" cy="12636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5670E6D8-A04D-43AC-BADF-A675687E0B4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28113" y="3239668"/>
                  <a:ext cx="158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F5C3F06E-127D-466F-858F-3BA44471669F}"/>
                    </a:ext>
                  </a:extLst>
                </p14:cNvPr>
                <p14:cNvContentPartPr/>
                <p14:nvPr/>
              </p14:nvContentPartPr>
              <p14:xfrm>
                <a:off x="4482993" y="3284668"/>
                <a:ext cx="9720" cy="10620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F5C3F06E-127D-466F-858F-3BA44471669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64993" y="3266668"/>
                  <a:ext cx="45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FE1F749F-889F-4120-8DE6-B6372F787444}"/>
                    </a:ext>
                  </a:extLst>
                </p14:cNvPr>
                <p14:cNvContentPartPr/>
                <p14:nvPr/>
              </p14:nvContentPartPr>
              <p14:xfrm>
                <a:off x="4454193" y="3320308"/>
                <a:ext cx="74880" cy="1800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FE1F749F-889F-4120-8DE6-B6372F78744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36553" y="3302308"/>
                  <a:ext cx="110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710BE6A5-2FEF-46BE-A12B-77725DBABD73}"/>
                    </a:ext>
                  </a:extLst>
                </p14:cNvPr>
                <p14:cNvContentPartPr/>
                <p14:nvPr/>
              </p14:nvContentPartPr>
              <p14:xfrm>
                <a:off x="4594233" y="3293308"/>
                <a:ext cx="83520" cy="10584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710BE6A5-2FEF-46BE-A12B-77725DBABD7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76233" y="3275308"/>
                  <a:ext cx="119160" cy="14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198E1F73-0A37-46A0-941F-1E61368B8513}"/>
                  </a:ext>
                </a:extLst>
              </p14:cNvPr>
              <p14:cNvContentPartPr/>
              <p14:nvPr/>
            </p14:nvContentPartPr>
            <p14:xfrm>
              <a:off x="6698073" y="3318868"/>
              <a:ext cx="626040" cy="23436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198E1F73-0A37-46A0-941F-1E61368B851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680073" y="3301228"/>
                <a:ext cx="661680" cy="27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Agrupar 37">
            <a:extLst>
              <a:ext uri="{FF2B5EF4-FFF2-40B4-BE49-F238E27FC236}">
                <a16:creationId xmlns:a16="http://schemas.microsoft.com/office/drawing/2014/main" id="{A1C04F5C-0036-4B69-9298-8B4855C5C2CE}"/>
              </a:ext>
            </a:extLst>
          </p:cNvPr>
          <p:cNvGrpSpPr/>
          <p:nvPr/>
        </p:nvGrpSpPr>
        <p:grpSpPr>
          <a:xfrm>
            <a:off x="7190913" y="3115468"/>
            <a:ext cx="338040" cy="142200"/>
            <a:chOff x="7190913" y="3115468"/>
            <a:chExt cx="338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5965C68F-00D3-4B72-BA37-C9A0CA0042C5}"/>
                    </a:ext>
                  </a:extLst>
                </p14:cNvPr>
                <p14:cNvContentPartPr/>
                <p14:nvPr/>
              </p14:nvContentPartPr>
              <p14:xfrm>
                <a:off x="7190913" y="3115468"/>
                <a:ext cx="44640" cy="12492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5965C68F-00D3-4B72-BA37-C9A0CA0042C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72913" y="3097828"/>
                  <a:ext cx="802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1B0D601C-0B77-44E4-96E6-83D26C00A81A}"/>
                    </a:ext>
                  </a:extLst>
                </p14:cNvPr>
                <p14:cNvContentPartPr/>
                <p14:nvPr/>
              </p14:nvContentPartPr>
              <p14:xfrm>
                <a:off x="7266513" y="3125548"/>
                <a:ext cx="117720" cy="13212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1B0D601C-0B77-44E4-96E6-83D26C00A81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248513" y="3107548"/>
                  <a:ext cx="153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C19396B7-C4E2-487D-B877-C9566BF6FEAC}"/>
                    </a:ext>
                  </a:extLst>
                </p14:cNvPr>
                <p14:cNvContentPartPr/>
                <p14:nvPr/>
              </p14:nvContentPartPr>
              <p14:xfrm>
                <a:off x="7426713" y="3195748"/>
                <a:ext cx="3960" cy="36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C19396B7-C4E2-487D-B877-C9566BF6FEA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408713" y="3177748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0D66A51B-836B-47F2-AE14-CEE49903C896}"/>
                    </a:ext>
                  </a:extLst>
                </p14:cNvPr>
                <p14:cNvContentPartPr/>
                <p14:nvPr/>
              </p14:nvContentPartPr>
              <p14:xfrm>
                <a:off x="7421313" y="3152908"/>
                <a:ext cx="107640" cy="6552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0D66A51B-836B-47F2-AE14-CEE49903C89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403313" y="3134908"/>
                  <a:ext cx="14328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ACB99303-12AC-4FEC-845E-B613EB55C451}"/>
                  </a:ext>
                </a:extLst>
              </p14:cNvPr>
              <p14:cNvContentPartPr/>
              <p14:nvPr/>
            </p14:nvContentPartPr>
            <p14:xfrm>
              <a:off x="7539033" y="2984428"/>
              <a:ext cx="52560" cy="6012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ACB99303-12AC-4FEC-845E-B613EB55C45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521033" y="2966428"/>
                <a:ext cx="882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1B9D96E5-1D89-46EC-A60D-BD08DA333CF2}"/>
                  </a:ext>
                </a:extLst>
              </p14:cNvPr>
              <p14:cNvContentPartPr/>
              <p14:nvPr/>
            </p14:nvContentPartPr>
            <p14:xfrm>
              <a:off x="3479673" y="3745828"/>
              <a:ext cx="9720" cy="12276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1B9D96E5-1D89-46EC-A60D-BD08DA333CF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461673" y="3728188"/>
                <a:ext cx="453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DBF3B4BF-939E-447A-A799-E21821C910B1}"/>
                  </a:ext>
                </a:extLst>
              </p14:cNvPr>
              <p14:cNvContentPartPr/>
              <p14:nvPr/>
            </p14:nvContentPartPr>
            <p14:xfrm>
              <a:off x="3418113" y="3488788"/>
              <a:ext cx="108720" cy="15984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DBF3B4BF-939E-447A-A799-E21821C910B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400473" y="3470788"/>
                <a:ext cx="14436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Agrupar 45">
            <a:extLst>
              <a:ext uri="{FF2B5EF4-FFF2-40B4-BE49-F238E27FC236}">
                <a16:creationId xmlns:a16="http://schemas.microsoft.com/office/drawing/2014/main" id="{27FE30B8-D3CF-4E3A-86E8-B7809A0C6AE0}"/>
              </a:ext>
            </a:extLst>
          </p:cNvPr>
          <p:cNvGrpSpPr/>
          <p:nvPr/>
        </p:nvGrpSpPr>
        <p:grpSpPr>
          <a:xfrm>
            <a:off x="3532953" y="3896308"/>
            <a:ext cx="621000" cy="91800"/>
            <a:chOff x="3532953" y="3896308"/>
            <a:chExt cx="621000" cy="9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D2C930CB-FA20-450C-9C33-4CE170E1440F}"/>
                    </a:ext>
                  </a:extLst>
                </p14:cNvPr>
                <p14:cNvContentPartPr/>
                <p14:nvPr/>
              </p14:nvContentPartPr>
              <p14:xfrm>
                <a:off x="3532953" y="3949948"/>
                <a:ext cx="360" cy="3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D2C930CB-FA20-450C-9C33-4CE170E1440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514953" y="393230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270B10C2-2583-49C4-9E4B-FAEE90A73734}"/>
                    </a:ext>
                  </a:extLst>
                </p14:cNvPr>
                <p14:cNvContentPartPr/>
                <p14:nvPr/>
              </p14:nvContentPartPr>
              <p14:xfrm>
                <a:off x="3532953" y="3896308"/>
                <a:ext cx="621000" cy="5472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270B10C2-2583-49C4-9E4B-FAEE90A7373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514953" y="3878668"/>
                  <a:ext cx="6566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7CD2EAAA-578C-4FD3-BEE2-319E7D3B1464}"/>
                    </a:ext>
                  </a:extLst>
                </p14:cNvPr>
                <p14:cNvContentPartPr/>
                <p14:nvPr/>
              </p14:nvContentPartPr>
              <p14:xfrm>
                <a:off x="3567513" y="3901708"/>
                <a:ext cx="98280" cy="8640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7CD2EAAA-578C-4FD3-BEE2-319E7D3B146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549513" y="3884068"/>
                  <a:ext cx="133920" cy="12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0974FB56-692D-4FB3-B2B3-8AB7930B429A}"/>
                  </a:ext>
                </a:extLst>
              </p14:cNvPr>
              <p14:cNvContentPartPr/>
              <p14:nvPr/>
            </p14:nvContentPartPr>
            <p14:xfrm>
              <a:off x="3515313" y="4074508"/>
              <a:ext cx="1996920" cy="28440"/>
            </p14:xfrm>
          </p:contentPart>
        </mc:Choice>
        <mc:Fallback xmlns=""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0974FB56-692D-4FB3-B2B3-8AB7930B429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497313" y="4056508"/>
                <a:ext cx="20325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EBF201A1-016B-4D01-BDAB-73BD01AA2B50}"/>
                  </a:ext>
                </a:extLst>
              </p14:cNvPr>
              <p14:cNvContentPartPr/>
              <p14:nvPr/>
            </p14:nvContentPartPr>
            <p14:xfrm>
              <a:off x="5521593" y="4064788"/>
              <a:ext cx="1481760" cy="4716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EBF201A1-016B-4D01-BDAB-73BD01AA2B5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503953" y="4047148"/>
                <a:ext cx="15174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8A8DA0A1-F90B-4073-8930-F3E0AA042F94}"/>
                  </a:ext>
                </a:extLst>
              </p14:cNvPr>
              <p14:cNvContentPartPr/>
              <p14:nvPr/>
            </p14:nvContentPartPr>
            <p14:xfrm>
              <a:off x="3523953" y="4039588"/>
              <a:ext cx="166680" cy="10368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8A8DA0A1-F90B-4073-8930-F3E0AA042F9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506313" y="4021948"/>
                <a:ext cx="2023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917F6D2E-5EA9-4749-A131-59148A6E96BC}"/>
                  </a:ext>
                </a:extLst>
              </p14:cNvPr>
              <p14:cNvContentPartPr/>
              <p14:nvPr/>
            </p14:nvContentPartPr>
            <p14:xfrm>
              <a:off x="2964873" y="4036708"/>
              <a:ext cx="396720" cy="482040"/>
            </p14:xfrm>
          </p:contentPart>
        </mc:Choice>
        <mc:Fallback xmlns=""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917F6D2E-5EA9-4749-A131-59148A6E96B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947233" y="4019068"/>
                <a:ext cx="432360" cy="51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Agrupar 59">
            <a:extLst>
              <a:ext uri="{FF2B5EF4-FFF2-40B4-BE49-F238E27FC236}">
                <a16:creationId xmlns:a16="http://schemas.microsoft.com/office/drawing/2014/main" id="{160F2D27-91A6-4636-8902-4C7E62326A4D}"/>
              </a:ext>
            </a:extLst>
          </p:cNvPr>
          <p:cNvGrpSpPr/>
          <p:nvPr/>
        </p:nvGrpSpPr>
        <p:grpSpPr>
          <a:xfrm>
            <a:off x="2352153" y="4455748"/>
            <a:ext cx="525960" cy="269280"/>
            <a:chOff x="2352153" y="4455748"/>
            <a:chExt cx="52596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4CE5D577-8484-43A4-A051-F1DF376FEA8D}"/>
                    </a:ext>
                  </a:extLst>
                </p14:cNvPr>
                <p14:cNvContentPartPr/>
                <p14:nvPr/>
              </p14:nvContentPartPr>
              <p14:xfrm>
                <a:off x="2352153" y="4543228"/>
                <a:ext cx="178200" cy="18072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4CE5D577-8484-43A4-A051-F1DF376FEA8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43513" y="4534228"/>
                  <a:ext cx="195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CDA3E5E2-3A07-406D-9AD3-65FE1B2CA5DA}"/>
                    </a:ext>
                  </a:extLst>
                </p14:cNvPr>
                <p14:cNvContentPartPr/>
                <p14:nvPr/>
              </p14:nvContentPartPr>
              <p14:xfrm>
                <a:off x="2564193" y="4550428"/>
                <a:ext cx="118440" cy="17460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CDA3E5E2-3A07-406D-9AD3-65FE1B2CA5D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55193" y="4541428"/>
                  <a:ext cx="1360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2CCA4E29-9670-41E3-889F-EA5CECAA7D5D}"/>
                    </a:ext>
                  </a:extLst>
                </p14:cNvPr>
                <p14:cNvContentPartPr/>
                <p14:nvPr/>
              </p14:nvContentPartPr>
              <p14:xfrm>
                <a:off x="2729433" y="4578868"/>
                <a:ext cx="148680" cy="11736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2CCA4E29-9670-41E3-889F-EA5CECAA7D5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720793" y="4570228"/>
                  <a:ext cx="166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77701824-5D18-48C4-8775-49B2A431EB4B}"/>
                    </a:ext>
                  </a:extLst>
                </p14:cNvPr>
                <p14:cNvContentPartPr/>
                <p14:nvPr/>
              </p14:nvContentPartPr>
              <p14:xfrm>
                <a:off x="2771913" y="4455748"/>
                <a:ext cx="101520" cy="7236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77701824-5D18-48C4-8775-49B2A431EB4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763273" y="4447108"/>
                  <a:ext cx="11916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FD14C627-DFE1-4D01-AF16-86D77A6D30E5}"/>
              </a:ext>
            </a:extLst>
          </p:cNvPr>
          <p:cNvGrpSpPr/>
          <p:nvPr/>
        </p:nvGrpSpPr>
        <p:grpSpPr>
          <a:xfrm>
            <a:off x="3176913" y="4314268"/>
            <a:ext cx="605880" cy="302400"/>
            <a:chOff x="3176913" y="4314268"/>
            <a:chExt cx="60588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5F0FB605-8436-48F2-A77C-06EF1FFCACF8}"/>
                    </a:ext>
                  </a:extLst>
                </p14:cNvPr>
                <p14:cNvContentPartPr/>
                <p14:nvPr/>
              </p14:nvContentPartPr>
              <p14:xfrm>
                <a:off x="3176913" y="4429468"/>
                <a:ext cx="47160" cy="18720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5F0FB605-8436-48F2-A77C-06EF1FFCACF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159273" y="4411828"/>
                  <a:ext cx="82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CFD23DB1-E677-40D8-98B5-376F0744EBBF}"/>
                    </a:ext>
                  </a:extLst>
                </p14:cNvPr>
                <p14:cNvContentPartPr/>
                <p14:nvPr/>
              </p14:nvContentPartPr>
              <p14:xfrm>
                <a:off x="3354033" y="4429468"/>
                <a:ext cx="141480" cy="15228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CFD23DB1-E677-40D8-98B5-376F0744EBB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36033" y="4411828"/>
                  <a:ext cx="177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E32C6EF3-A2DA-4078-9125-2CEF9F494A57}"/>
                    </a:ext>
                  </a:extLst>
                </p14:cNvPr>
                <p14:cNvContentPartPr/>
                <p14:nvPr/>
              </p14:nvContentPartPr>
              <p14:xfrm>
                <a:off x="3540513" y="4446748"/>
                <a:ext cx="92520" cy="9900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E32C6EF3-A2DA-4078-9125-2CEF9F494A5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522873" y="4429108"/>
                  <a:ext cx="1281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872A29C9-BD7E-42F1-A7C9-7740DD25ED06}"/>
                    </a:ext>
                  </a:extLst>
                </p14:cNvPr>
                <p14:cNvContentPartPr/>
                <p14:nvPr/>
              </p14:nvContentPartPr>
              <p14:xfrm>
                <a:off x="3710793" y="4314268"/>
                <a:ext cx="72000" cy="26964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872A29C9-BD7E-42F1-A7C9-7740DD25ED0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92793" y="4296268"/>
                  <a:ext cx="10764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0F38B2AA-0CFE-4005-A862-28B027CF1096}"/>
              </a:ext>
            </a:extLst>
          </p:cNvPr>
          <p:cNvGrpSpPr/>
          <p:nvPr/>
        </p:nvGrpSpPr>
        <p:grpSpPr>
          <a:xfrm>
            <a:off x="5071593" y="3117268"/>
            <a:ext cx="290160" cy="153360"/>
            <a:chOff x="5071593" y="3117268"/>
            <a:chExt cx="290160" cy="15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4BFEBF90-F2BA-40BE-9C2D-3A4D3D87704B}"/>
                    </a:ext>
                  </a:extLst>
                </p14:cNvPr>
                <p14:cNvContentPartPr/>
                <p14:nvPr/>
              </p14:nvContentPartPr>
              <p14:xfrm>
                <a:off x="5071593" y="3133468"/>
                <a:ext cx="148680" cy="13716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4BFEBF90-F2BA-40BE-9C2D-3A4D3D87704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053953" y="3115828"/>
                  <a:ext cx="1843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1F89B52F-AD9F-4F71-8789-2C0CD086ACF5}"/>
                    </a:ext>
                  </a:extLst>
                </p14:cNvPr>
                <p14:cNvContentPartPr/>
                <p14:nvPr/>
              </p14:nvContentPartPr>
              <p14:xfrm>
                <a:off x="5260233" y="3117268"/>
                <a:ext cx="101520" cy="9900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1F89B52F-AD9F-4F71-8789-2C0CD086ACF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242233" y="3099268"/>
                  <a:ext cx="13716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9483F61A-ACEB-409C-854A-9F64306A079A}"/>
              </a:ext>
            </a:extLst>
          </p:cNvPr>
          <p:cNvGrpSpPr/>
          <p:nvPr/>
        </p:nvGrpSpPr>
        <p:grpSpPr>
          <a:xfrm>
            <a:off x="8301513" y="4269628"/>
            <a:ext cx="347400" cy="176760"/>
            <a:chOff x="8301513" y="4269628"/>
            <a:chExt cx="34740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9FCE46AD-40BD-4771-8FE4-3E1FBB2B0271}"/>
                    </a:ext>
                  </a:extLst>
                </p14:cNvPr>
                <p14:cNvContentPartPr/>
                <p14:nvPr/>
              </p14:nvContentPartPr>
              <p14:xfrm>
                <a:off x="8301513" y="4269628"/>
                <a:ext cx="143280" cy="17676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9FCE46AD-40BD-4771-8FE4-3E1FBB2B027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283513" y="4251988"/>
                  <a:ext cx="1789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186C98EE-4E3B-478B-8D94-2AE213E8AF12}"/>
                    </a:ext>
                  </a:extLst>
                </p14:cNvPr>
                <p14:cNvContentPartPr/>
                <p14:nvPr/>
              </p14:nvContentPartPr>
              <p14:xfrm>
                <a:off x="8549553" y="4278268"/>
                <a:ext cx="99360" cy="14076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186C98EE-4E3B-478B-8D94-2AE213E8AF1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531553" y="4260268"/>
                  <a:ext cx="135000" cy="17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9237A0CF-C4A6-40DE-9920-CAE3344A7C00}"/>
                  </a:ext>
                </a:extLst>
              </p14:cNvPr>
              <p14:cNvContentPartPr/>
              <p14:nvPr/>
            </p14:nvContentPartPr>
            <p14:xfrm>
              <a:off x="7083993" y="3801268"/>
              <a:ext cx="108000" cy="7560"/>
            </p14:xfrm>
          </p:contentPart>
        </mc:Choice>
        <mc:Fallback xmlns=""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9237A0CF-C4A6-40DE-9920-CAE3344A7C0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066353" y="3765268"/>
                <a:ext cx="1436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1AA86EBC-E679-4AC5-B71A-F04800AF80C4}"/>
                  </a:ext>
                </a:extLst>
              </p14:cNvPr>
              <p14:cNvContentPartPr/>
              <p14:nvPr/>
            </p14:nvContentPartPr>
            <p14:xfrm>
              <a:off x="7172913" y="3789748"/>
              <a:ext cx="896040" cy="20880"/>
            </p14:xfrm>
          </p:contentPart>
        </mc:Choice>
        <mc:Fallback xmlns=""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1AA86EBC-E679-4AC5-B71A-F04800AF80C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155273" y="3754108"/>
                <a:ext cx="93168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664B5624-B13F-4E35-8B79-89EE4E872F1F}"/>
                  </a:ext>
                </a:extLst>
              </p14:cNvPr>
              <p14:cNvContentPartPr/>
              <p14:nvPr/>
            </p14:nvContentPartPr>
            <p14:xfrm>
              <a:off x="8078673" y="3799108"/>
              <a:ext cx="300960" cy="360"/>
            </p14:xfrm>
          </p:contentPart>
        </mc:Choice>
        <mc:Fallback xmlns=""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664B5624-B13F-4E35-8B79-89EE4E872F1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060673" y="3763468"/>
                <a:ext cx="336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5BB35898-C2B2-4DF6-AF42-97272380F694}"/>
                  </a:ext>
                </a:extLst>
              </p14:cNvPr>
              <p14:cNvContentPartPr/>
              <p14:nvPr/>
            </p14:nvContentPartPr>
            <p14:xfrm>
              <a:off x="8318073" y="3781468"/>
              <a:ext cx="1091520" cy="1872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5BB35898-C2B2-4DF6-AF42-97272380F69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300073" y="3745828"/>
                <a:ext cx="11271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B22D0CC5-D507-4A1B-8CB4-2DC9ABA441F9}"/>
                  </a:ext>
                </a:extLst>
              </p14:cNvPr>
              <p14:cNvContentPartPr/>
              <p14:nvPr/>
            </p14:nvContentPartPr>
            <p14:xfrm>
              <a:off x="1917273" y="3788668"/>
              <a:ext cx="931320" cy="28800"/>
            </p14:xfrm>
          </p:contentPart>
        </mc:Choice>
        <mc:Fallback xmlns=""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B22D0CC5-D507-4A1B-8CB4-2DC9ABA441F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899273" y="3753028"/>
                <a:ext cx="9669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95A11000-6FBF-41AE-A676-986B0B5B9552}"/>
                  </a:ext>
                </a:extLst>
              </p14:cNvPr>
              <p14:cNvContentPartPr/>
              <p14:nvPr/>
            </p14:nvContentPartPr>
            <p14:xfrm>
              <a:off x="3089073" y="3795508"/>
              <a:ext cx="20520" cy="3960"/>
            </p14:xfrm>
          </p:contentPart>
        </mc:Choice>
        <mc:Fallback xmlns=""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95A11000-6FBF-41AE-A676-986B0B5B955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071433" y="3759868"/>
                <a:ext cx="561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E72D06A3-145A-4C0C-98FF-1DCA2439C7BF}"/>
                  </a:ext>
                </a:extLst>
              </p14:cNvPr>
              <p14:cNvContentPartPr/>
              <p14:nvPr/>
            </p14:nvContentPartPr>
            <p14:xfrm>
              <a:off x="2796033" y="3771748"/>
              <a:ext cx="1189080" cy="28800"/>
            </p14:xfrm>
          </p:contentPart>
        </mc:Choice>
        <mc:Fallback xmlns=""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E72D06A3-145A-4C0C-98FF-1DCA2439C7B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778033" y="3736108"/>
                <a:ext cx="12247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2E0905EB-23DD-4004-80FC-B062B0B3F596}"/>
                  </a:ext>
                </a:extLst>
              </p14:cNvPr>
              <p14:cNvContentPartPr/>
              <p14:nvPr/>
            </p14:nvContentPartPr>
            <p14:xfrm>
              <a:off x="3967833" y="3763828"/>
              <a:ext cx="194760" cy="27000"/>
            </p14:xfrm>
          </p:contentPart>
        </mc:Choice>
        <mc:Fallback xmlns=""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2E0905EB-23DD-4004-80FC-B062B0B3F59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949833" y="3728188"/>
                <a:ext cx="2304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793ADC1D-A9BA-460C-A5B2-F63ADA5DDE73}"/>
                  </a:ext>
                </a:extLst>
              </p14:cNvPr>
              <p14:cNvContentPartPr/>
              <p14:nvPr/>
            </p14:nvContentPartPr>
            <p14:xfrm>
              <a:off x="4155753" y="3790468"/>
              <a:ext cx="7920" cy="360"/>
            </p14:xfrm>
          </p:contentPart>
        </mc:Choice>
        <mc:Fallback xmlns=""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793ADC1D-A9BA-460C-A5B2-F63ADA5DDE73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138113" y="3754468"/>
                <a:ext cx="435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E1F68054-10E5-4D7E-8DE2-E2A9923AF1F4}"/>
                  </a:ext>
                </a:extLst>
              </p14:cNvPr>
              <p14:cNvContentPartPr/>
              <p14:nvPr/>
            </p14:nvContentPartPr>
            <p14:xfrm>
              <a:off x="4269873" y="3790468"/>
              <a:ext cx="24480" cy="360"/>
            </p14:xfrm>
          </p:contentPart>
        </mc:Choice>
        <mc:Fallback xmlns=""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E1F68054-10E5-4D7E-8DE2-E2A9923AF1F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251873" y="3754468"/>
                <a:ext cx="60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849CA2D7-695B-4808-881F-B191A526B24F}"/>
                  </a:ext>
                </a:extLst>
              </p14:cNvPr>
              <p14:cNvContentPartPr/>
              <p14:nvPr/>
            </p14:nvContentPartPr>
            <p14:xfrm>
              <a:off x="4305513" y="3763108"/>
              <a:ext cx="2691000" cy="36720"/>
            </p14:xfrm>
          </p:contentPart>
        </mc:Choice>
        <mc:Fallback xmlns=""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849CA2D7-695B-4808-881F-B191A526B24F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287513" y="3727468"/>
                <a:ext cx="2726640" cy="10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Agrupar 89">
            <a:extLst>
              <a:ext uri="{FF2B5EF4-FFF2-40B4-BE49-F238E27FC236}">
                <a16:creationId xmlns:a16="http://schemas.microsoft.com/office/drawing/2014/main" id="{BB209F35-3329-414F-A171-D457349E4D96}"/>
              </a:ext>
            </a:extLst>
          </p:cNvPr>
          <p:cNvGrpSpPr/>
          <p:nvPr/>
        </p:nvGrpSpPr>
        <p:grpSpPr>
          <a:xfrm>
            <a:off x="8885793" y="1808308"/>
            <a:ext cx="577800" cy="223920"/>
            <a:chOff x="8885793" y="1808308"/>
            <a:chExt cx="57780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2478B65-21BA-45BB-A1E6-BF3DE8E35172}"/>
                    </a:ext>
                  </a:extLst>
                </p14:cNvPr>
                <p14:cNvContentPartPr/>
                <p14:nvPr/>
              </p14:nvContentPartPr>
              <p14:xfrm>
                <a:off x="8885793" y="1819468"/>
                <a:ext cx="27360" cy="21240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2478B65-21BA-45BB-A1E6-BF3DE8E3517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868153" y="1801468"/>
                  <a:ext cx="63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4C7A5210-A51C-4A6A-8999-E712DD772616}"/>
                    </a:ext>
                  </a:extLst>
                </p14:cNvPr>
                <p14:cNvContentPartPr/>
                <p14:nvPr/>
              </p14:nvContentPartPr>
              <p14:xfrm>
                <a:off x="8921433" y="1808308"/>
                <a:ext cx="121680" cy="19116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4C7A5210-A51C-4A6A-8999-E712DD77261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903793" y="1790668"/>
                  <a:ext cx="1573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7B7A2105-0171-4797-84D8-FC5EE9A83AC6}"/>
                    </a:ext>
                  </a:extLst>
                </p14:cNvPr>
                <p14:cNvContentPartPr/>
                <p14:nvPr/>
              </p14:nvContentPartPr>
              <p14:xfrm>
                <a:off x="9070833" y="1917028"/>
                <a:ext cx="126720" cy="10800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7B7A2105-0171-4797-84D8-FC5EE9A83AC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053193" y="1899388"/>
                  <a:ext cx="162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20A1DD8C-D29D-42FA-8245-732E833C0E22}"/>
                    </a:ext>
                  </a:extLst>
                </p14:cNvPr>
                <p14:cNvContentPartPr/>
                <p14:nvPr/>
              </p14:nvContentPartPr>
              <p14:xfrm>
                <a:off x="9259113" y="1917028"/>
                <a:ext cx="204480" cy="11520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20A1DD8C-D29D-42FA-8245-732E833C0E2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241473" y="1899388"/>
                  <a:ext cx="24012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F83C1683-9719-4B4F-9D74-55EA7127889E}"/>
              </a:ext>
            </a:extLst>
          </p:cNvPr>
          <p:cNvGrpSpPr/>
          <p:nvPr/>
        </p:nvGrpSpPr>
        <p:grpSpPr>
          <a:xfrm>
            <a:off x="9684993" y="1757548"/>
            <a:ext cx="1510200" cy="285480"/>
            <a:chOff x="9684993" y="1757548"/>
            <a:chExt cx="151020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C54EDB2F-6752-4DC7-B6EF-6D42C450E760}"/>
                    </a:ext>
                  </a:extLst>
                </p14:cNvPr>
                <p14:cNvContentPartPr/>
                <p14:nvPr/>
              </p14:nvContentPartPr>
              <p14:xfrm>
                <a:off x="9684993" y="1814428"/>
                <a:ext cx="183960" cy="22860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C54EDB2F-6752-4DC7-B6EF-6D42C450E76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666993" y="1796788"/>
                  <a:ext cx="2196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551D2BEE-486E-49EE-A345-6667F436FC30}"/>
                    </a:ext>
                  </a:extLst>
                </p14:cNvPr>
                <p14:cNvContentPartPr/>
                <p14:nvPr/>
              </p14:nvContentPartPr>
              <p14:xfrm>
                <a:off x="9871113" y="1934668"/>
                <a:ext cx="85680" cy="7524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551D2BEE-486E-49EE-A345-6667F436FC3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853113" y="1917028"/>
                  <a:ext cx="121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7D14B760-8EBA-43B4-86CC-9E8F80483B53}"/>
                    </a:ext>
                  </a:extLst>
                </p14:cNvPr>
                <p14:cNvContentPartPr/>
                <p14:nvPr/>
              </p14:nvContentPartPr>
              <p14:xfrm>
                <a:off x="10084593" y="1784188"/>
                <a:ext cx="19080" cy="25668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7D14B760-8EBA-43B4-86CC-9E8F80483B5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066593" y="1766548"/>
                  <a:ext cx="547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E7501E1D-0113-4F31-A7E7-E478A4161F64}"/>
                    </a:ext>
                  </a:extLst>
                </p14:cNvPr>
                <p14:cNvContentPartPr/>
                <p14:nvPr/>
              </p14:nvContentPartPr>
              <p14:xfrm>
                <a:off x="10066953" y="1863748"/>
                <a:ext cx="79200" cy="2196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E7501E1D-0113-4F31-A7E7-E478A4161F6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049313" y="1846108"/>
                  <a:ext cx="1148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FFC825D6-C971-4C6C-8111-D80ED3251507}"/>
                    </a:ext>
                  </a:extLst>
                </p14:cNvPr>
                <p14:cNvContentPartPr/>
                <p14:nvPr/>
              </p14:nvContentPartPr>
              <p14:xfrm>
                <a:off x="10217433" y="1917028"/>
                <a:ext cx="60840" cy="9036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FFC825D6-C971-4C6C-8111-D80ED325150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199793" y="1899388"/>
                  <a:ext cx="96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09CEA4FF-5958-4566-92DE-B707DCB8C694}"/>
                    </a:ext>
                  </a:extLst>
                </p14:cNvPr>
                <p14:cNvContentPartPr/>
                <p14:nvPr/>
              </p14:nvContentPartPr>
              <p14:xfrm>
                <a:off x="10341993" y="1914868"/>
                <a:ext cx="78480" cy="9216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09CEA4FF-5958-4566-92DE-B707DCB8C69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323993" y="1897228"/>
                  <a:ext cx="114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5CEF5CB8-B631-43DC-9B1C-964840BD2D7C}"/>
                    </a:ext>
                  </a:extLst>
                </p14:cNvPr>
                <p14:cNvContentPartPr/>
                <p14:nvPr/>
              </p14:nvContentPartPr>
              <p14:xfrm>
                <a:off x="10528833" y="1919548"/>
                <a:ext cx="118440" cy="8784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5CEF5CB8-B631-43DC-9B1C-964840BD2D7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510833" y="1901908"/>
                  <a:ext cx="1540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E0D2F498-F27F-4709-BE12-ABFE92C96CAA}"/>
                    </a:ext>
                  </a:extLst>
                </p14:cNvPr>
                <p14:cNvContentPartPr/>
                <p14:nvPr/>
              </p14:nvContentPartPr>
              <p14:xfrm>
                <a:off x="10722873" y="1926028"/>
                <a:ext cx="97560" cy="9108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E0D2F498-F27F-4709-BE12-ABFE92C96CA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05233" y="1908028"/>
                  <a:ext cx="133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109C741C-1E55-4769-855A-065CF48F38DC}"/>
                    </a:ext>
                  </a:extLst>
                </p14:cNvPr>
                <p14:cNvContentPartPr/>
                <p14:nvPr/>
              </p14:nvContentPartPr>
              <p14:xfrm>
                <a:off x="10928073" y="1757548"/>
                <a:ext cx="27360" cy="23040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109C741C-1E55-4769-855A-065CF48F38D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910073" y="1739548"/>
                  <a:ext cx="630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8FE03435-6167-4474-8938-211EA7C86AFA}"/>
                    </a:ext>
                  </a:extLst>
                </p14:cNvPr>
                <p14:cNvContentPartPr/>
                <p14:nvPr/>
              </p14:nvContentPartPr>
              <p14:xfrm>
                <a:off x="11052273" y="1923148"/>
                <a:ext cx="142920" cy="11052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8FE03435-6167-4474-8938-211EA7C86AF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034273" y="1905508"/>
                  <a:ext cx="1785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297BAD73-5873-494E-8863-553B79FFCD55}"/>
              </a:ext>
            </a:extLst>
          </p:cNvPr>
          <p:cNvGrpSpPr/>
          <p:nvPr/>
        </p:nvGrpSpPr>
        <p:grpSpPr>
          <a:xfrm>
            <a:off x="8937993" y="2236708"/>
            <a:ext cx="647640" cy="260640"/>
            <a:chOff x="8937993" y="2236708"/>
            <a:chExt cx="64764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D21E9E1A-9CA0-4D25-B3F2-82805A829989}"/>
                    </a:ext>
                  </a:extLst>
                </p14:cNvPr>
                <p14:cNvContentPartPr/>
                <p14:nvPr/>
              </p14:nvContentPartPr>
              <p14:xfrm>
                <a:off x="8937993" y="2263708"/>
                <a:ext cx="178560" cy="23364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D21E9E1A-9CA0-4D25-B3F2-82805A82998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920353" y="2245708"/>
                  <a:ext cx="2142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10F7D2D5-7803-498F-B629-F24FAADEFA54}"/>
                    </a:ext>
                  </a:extLst>
                </p14:cNvPr>
                <p14:cNvContentPartPr/>
                <p14:nvPr/>
              </p14:nvContentPartPr>
              <p14:xfrm>
                <a:off x="9197193" y="2245708"/>
                <a:ext cx="23400" cy="22284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10F7D2D5-7803-498F-B629-F24FAADEFA5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179193" y="2227708"/>
                  <a:ext cx="59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0AA4422A-4EBB-49F9-9DF6-542A8C291E3A}"/>
                    </a:ext>
                  </a:extLst>
                </p14:cNvPr>
                <p14:cNvContentPartPr/>
                <p14:nvPr/>
              </p14:nvContentPartPr>
              <p14:xfrm>
                <a:off x="9312393" y="2236708"/>
                <a:ext cx="14400" cy="21780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0AA4422A-4EBB-49F9-9DF6-542A8C291E3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294753" y="2219068"/>
                  <a:ext cx="50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F8058FAA-B1A5-4300-B906-D9F1F5A6B698}"/>
                    </a:ext>
                  </a:extLst>
                </p14:cNvPr>
                <p14:cNvContentPartPr/>
                <p14:nvPr/>
              </p14:nvContentPartPr>
              <p14:xfrm>
                <a:off x="9347673" y="2369908"/>
                <a:ext cx="72000" cy="10584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F8058FAA-B1A5-4300-B906-D9F1F5A6B69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329673" y="2352268"/>
                  <a:ext cx="107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B1E65571-8EB8-404A-9614-75D7547CBC26}"/>
                    </a:ext>
                  </a:extLst>
                </p14:cNvPr>
                <p14:cNvContentPartPr/>
                <p14:nvPr/>
              </p14:nvContentPartPr>
              <p14:xfrm>
                <a:off x="9532713" y="2355148"/>
                <a:ext cx="52920" cy="10944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B1E65571-8EB8-404A-9614-75D7547CBC2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515073" y="2337508"/>
                  <a:ext cx="885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9361A916-E133-407F-A6EF-2A9273BCFDB9}"/>
              </a:ext>
            </a:extLst>
          </p:cNvPr>
          <p:cNvGrpSpPr/>
          <p:nvPr/>
        </p:nvGrpSpPr>
        <p:grpSpPr>
          <a:xfrm>
            <a:off x="9931953" y="2263708"/>
            <a:ext cx="268200" cy="239040"/>
            <a:chOff x="9931953" y="2263708"/>
            <a:chExt cx="26820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7775AC8A-2769-4837-8EC7-0274FE40D436}"/>
                    </a:ext>
                  </a:extLst>
                </p14:cNvPr>
                <p14:cNvContentPartPr/>
                <p14:nvPr/>
              </p14:nvContentPartPr>
              <p14:xfrm>
                <a:off x="9931953" y="2287468"/>
                <a:ext cx="128520" cy="17136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7775AC8A-2769-4837-8EC7-0274FE40D43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913953" y="2269828"/>
                  <a:ext cx="164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49B92E38-3B36-44AF-B4BE-BBB71207D52A}"/>
                    </a:ext>
                  </a:extLst>
                </p14:cNvPr>
                <p14:cNvContentPartPr/>
                <p14:nvPr/>
              </p14:nvContentPartPr>
              <p14:xfrm>
                <a:off x="10069833" y="2263708"/>
                <a:ext cx="130320" cy="23904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49B92E38-3B36-44AF-B4BE-BBB71207D52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052193" y="2245708"/>
                  <a:ext cx="16596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04662AD4-5D07-4893-BB30-4E1972AC39F9}"/>
              </a:ext>
            </a:extLst>
          </p:cNvPr>
          <p:cNvGrpSpPr/>
          <p:nvPr/>
        </p:nvGrpSpPr>
        <p:grpSpPr>
          <a:xfrm>
            <a:off x="10370073" y="2183428"/>
            <a:ext cx="1063800" cy="281160"/>
            <a:chOff x="10370073" y="2183428"/>
            <a:chExt cx="106380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AC43E6B0-D9EC-4F9A-A092-04AD1F6FCCB2}"/>
                    </a:ext>
                  </a:extLst>
                </p14:cNvPr>
                <p14:cNvContentPartPr/>
                <p14:nvPr/>
              </p14:nvContentPartPr>
              <p14:xfrm>
                <a:off x="10370073" y="2335348"/>
                <a:ext cx="88920" cy="10656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AC43E6B0-D9EC-4F9A-A092-04AD1F6FCCB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352433" y="2317348"/>
                  <a:ext cx="1245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6DFED1D2-C0FE-44C8-A6A4-419C2251B968}"/>
                    </a:ext>
                  </a:extLst>
                </p14:cNvPr>
                <p14:cNvContentPartPr/>
                <p14:nvPr/>
              </p14:nvContentPartPr>
              <p14:xfrm>
                <a:off x="10509753" y="2201068"/>
                <a:ext cx="9000" cy="24444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6DFED1D2-C0FE-44C8-A6A4-419C2251B96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492113" y="2183428"/>
                  <a:ext cx="44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D113E8A4-4B0F-478A-BB7B-B65CBCD4D9DA}"/>
                    </a:ext>
                  </a:extLst>
                </p14:cNvPr>
                <p14:cNvContentPartPr/>
                <p14:nvPr/>
              </p14:nvContentPartPr>
              <p14:xfrm>
                <a:off x="10599753" y="2334628"/>
                <a:ext cx="18360" cy="8784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D113E8A4-4B0F-478A-BB7B-B65CBCD4D9D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581753" y="2316628"/>
                  <a:ext cx="540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AB766140-91B1-4683-AA13-5D4D805D8BD2}"/>
                    </a:ext>
                  </a:extLst>
                </p14:cNvPr>
                <p14:cNvContentPartPr/>
                <p14:nvPr/>
              </p14:nvContentPartPr>
              <p14:xfrm>
                <a:off x="10661673" y="2206828"/>
                <a:ext cx="360" cy="396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AB766140-91B1-4683-AA13-5D4D805D8BD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644033" y="2188828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EF1DD1D3-389E-4F08-B047-02D4FC27FCAF}"/>
                    </a:ext>
                  </a:extLst>
                </p14:cNvPr>
                <p14:cNvContentPartPr/>
                <p14:nvPr/>
              </p14:nvContentPartPr>
              <p14:xfrm>
                <a:off x="10714953" y="2307988"/>
                <a:ext cx="44640" cy="9756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EF1DD1D3-389E-4F08-B047-02D4FC27FCA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697313" y="2290348"/>
                  <a:ext cx="80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D91A2A2B-DC1C-4B03-BC0E-1A1F60BDF085}"/>
                    </a:ext>
                  </a:extLst>
                </p14:cNvPr>
                <p14:cNvContentPartPr/>
                <p14:nvPr/>
              </p14:nvContentPartPr>
              <p14:xfrm>
                <a:off x="10855713" y="2291428"/>
                <a:ext cx="62640" cy="11448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D91A2A2B-DC1C-4B03-BC0E-1A1F60BDF08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838073" y="2273788"/>
                  <a:ext cx="98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19A03B9B-54BD-4309-A5D1-26341A055150}"/>
                    </a:ext>
                  </a:extLst>
                </p14:cNvPr>
                <p14:cNvContentPartPr/>
                <p14:nvPr/>
              </p14:nvContentPartPr>
              <p14:xfrm>
                <a:off x="11016993" y="2334628"/>
                <a:ext cx="18360" cy="7884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19A03B9B-54BD-4309-A5D1-26341A05515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998993" y="2316628"/>
                  <a:ext cx="54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3471ACD5-6CE7-41A5-AD2E-69A922EEF163}"/>
                    </a:ext>
                  </a:extLst>
                </p14:cNvPr>
                <p14:cNvContentPartPr/>
                <p14:nvPr/>
              </p14:nvContentPartPr>
              <p14:xfrm>
                <a:off x="11052273" y="2206828"/>
                <a:ext cx="360" cy="396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3471ACD5-6CE7-41A5-AD2E-69A922EEF16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034273" y="2188828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B69CEB74-8317-4FD7-9561-045845F567C7}"/>
                    </a:ext>
                  </a:extLst>
                </p14:cNvPr>
                <p14:cNvContentPartPr/>
                <p14:nvPr/>
              </p14:nvContentPartPr>
              <p14:xfrm>
                <a:off x="11193753" y="2183428"/>
                <a:ext cx="37080" cy="24804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B69CEB74-8317-4FD7-9561-045845F567C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175753" y="2165788"/>
                  <a:ext cx="72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27C578EF-C7D8-4935-9EBE-6C4D08957011}"/>
                    </a:ext>
                  </a:extLst>
                </p14:cNvPr>
                <p14:cNvContentPartPr/>
                <p14:nvPr/>
              </p14:nvContentPartPr>
              <p14:xfrm>
                <a:off x="11185473" y="2228068"/>
                <a:ext cx="69840" cy="972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27C578EF-C7D8-4935-9EBE-6C4D0895701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67833" y="2210068"/>
                  <a:ext cx="105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E22E6BA0-A5E2-49E0-8AA6-D34C6A9F38D6}"/>
                    </a:ext>
                  </a:extLst>
                </p14:cNvPr>
                <p14:cNvContentPartPr/>
                <p14:nvPr/>
              </p14:nvContentPartPr>
              <p14:xfrm>
                <a:off x="11291313" y="2334628"/>
                <a:ext cx="142560" cy="12996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E22E6BA0-A5E2-49E0-8AA6-D34C6A9F38D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273313" y="2316628"/>
                  <a:ext cx="17820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E94F7242-0288-4AAA-9C8B-C7DA84268864}"/>
                  </a:ext>
                </a:extLst>
              </p14:cNvPr>
              <p14:cNvContentPartPr/>
              <p14:nvPr/>
            </p14:nvContentPartPr>
            <p14:xfrm>
              <a:off x="9468273" y="2851948"/>
              <a:ext cx="109800" cy="95760"/>
            </p14:xfrm>
          </p:contentPart>
        </mc:Choice>
        <mc:Fallback xmlns=""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E94F7242-0288-4AAA-9C8B-C7DA84268864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450273" y="2833948"/>
                <a:ext cx="14544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1DBC36AD-E2E7-4CB9-9DFE-BD1E255BF1CD}"/>
              </a:ext>
            </a:extLst>
          </p:cNvPr>
          <p:cNvGrpSpPr/>
          <p:nvPr/>
        </p:nvGrpSpPr>
        <p:grpSpPr>
          <a:xfrm>
            <a:off x="9778953" y="2841508"/>
            <a:ext cx="208800" cy="78840"/>
            <a:chOff x="9778953" y="2841508"/>
            <a:chExt cx="208800" cy="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75C4D017-2209-4E7D-9B74-F02F6B51F0B6}"/>
                    </a:ext>
                  </a:extLst>
                </p14:cNvPr>
                <p14:cNvContentPartPr/>
                <p14:nvPr/>
              </p14:nvContentPartPr>
              <p14:xfrm>
                <a:off x="9778953" y="2848348"/>
                <a:ext cx="65880" cy="6192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75C4D017-2209-4E7D-9B74-F02F6B51F0B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60953" y="2830708"/>
                  <a:ext cx="1015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07E27FE1-8601-4E39-AADF-DE41662C4A00}"/>
                    </a:ext>
                  </a:extLst>
                </p14:cNvPr>
                <p14:cNvContentPartPr/>
                <p14:nvPr/>
              </p14:nvContentPartPr>
              <p14:xfrm>
                <a:off x="9880473" y="2841508"/>
                <a:ext cx="107280" cy="7884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07E27FE1-8601-4E39-AADF-DE41662C4A0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62473" y="2823868"/>
                  <a:ext cx="14292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AABF8387-370A-452D-B1CF-4B53B441D22C}"/>
              </a:ext>
            </a:extLst>
          </p:cNvPr>
          <p:cNvGrpSpPr/>
          <p:nvPr/>
        </p:nvGrpSpPr>
        <p:grpSpPr>
          <a:xfrm>
            <a:off x="10200153" y="2842588"/>
            <a:ext cx="390600" cy="235080"/>
            <a:chOff x="10200153" y="2842588"/>
            <a:chExt cx="3906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762BE41D-C270-4170-847A-5AA8ECDEBEEE}"/>
                    </a:ext>
                  </a:extLst>
                </p14:cNvPr>
                <p14:cNvContentPartPr/>
                <p14:nvPr/>
              </p14:nvContentPartPr>
              <p14:xfrm>
                <a:off x="10200153" y="2852308"/>
                <a:ext cx="104040" cy="22536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762BE41D-C270-4170-847A-5AA8ECDEBEE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82153" y="2834668"/>
                  <a:ext cx="1396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5AAF2D48-56BA-46C5-A1CF-80EAA8664829}"/>
                    </a:ext>
                  </a:extLst>
                </p14:cNvPr>
                <p14:cNvContentPartPr/>
                <p14:nvPr/>
              </p14:nvContentPartPr>
              <p14:xfrm>
                <a:off x="10361433" y="2849428"/>
                <a:ext cx="79920" cy="7236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5AAF2D48-56BA-46C5-A1CF-80EAA866482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343433" y="2831788"/>
                  <a:ext cx="1155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FF6D1FEF-2772-4A57-B1CD-D4153FB3A0C9}"/>
                    </a:ext>
                  </a:extLst>
                </p14:cNvPr>
                <p14:cNvContentPartPr/>
                <p14:nvPr/>
              </p14:nvContentPartPr>
              <p14:xfrm>
                <a:off x="10484193" y="2842588"/>
                <a:ext cx="106560" cy="8640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FF6D1FEF-2772-4A57-B1CD-D4153FB3A0C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466553" y="2824948"/>
                  <a:ext cx="1422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0F0C385E-04A6-44B2-A567-AD8B5032B707}"/>
              </a:ext>
            </a:extLst>
          </p:cNvPr>
          <p:cNvGrpSpPr/>
          <p:nvPr/>
        </p:nvGrpSpPr>
        <p:grpSpPr>
          <a:xfrm>
            <a:off x="10776873" y="2769508"/>
            <a:ext cx="231480" cy="152280"/>
            <a:chOff x="10776873" y="2769508"/>
            <a:chExt cx="23148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0C9B6309-F85C-4CBE-B44D-AC6301D5BCA7}"/>
                    </a:ext>
                  </a:extLst>
                </p14:cNvPr>
                <p14:cNvContentPartPr/>
                <p14:nvPr/>
              </p14:nvContentPartPr>
              <p14:xfrm>
                <a:off x="10776873" y="2840428"/>
                <a:ext cx="97200" cy="36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0C9B6309-F85C-4CBE-B44D-AC6301D5BCA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759233" y="2822428"/>
                  <a:ext cx="132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87E4914C-13FF-44BB-B1C3-2C5E7A18DBD5}"/>
                    </a:ext>
                  </a:extLst>
                </p14:cNvPr>
                <p14:cNvContentPartPr/>
                <p14:nvPr/>
              </p14:nvContentPartPr>
              <p14:xfrm>
                <a:off x="10795233" y="2876068"/>
                <a:ext cx="84240" cy="972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87E4914C-13FF-44BB-B1C3-2C5E7A18DBD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777233" y="2858068"/>
                  <a:ext cx="119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566ECD2E-84AE-4780-9511-955E2C34C296}"/>
                    </a:ext>
                  </a:extLst>
                </p14:cNvPr>
                <p14:cNvContentPartPr/>
                <p14:nvPr/>
              </p14:nvContentPartPr>
              <p14:xfrm>
                <a:off x="10910433" y="2769508"/>
                <a:ext cx="97920" cy="15228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566ECD2E-84AE-4780-9511-955E2C34C29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892433" y="2751508"/>
                  <a:ext cx="1335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86564A7D-DD3A-4318-968B-1C0D92E62392}"/>
              </a:ext>
            </a:extLst>
          </p:cNvPr>
          <p:cNvGrpSpPr/>
          <p:nvPr/>
        </p:nvGrpSpPr>
        <p:grpSpPr>
          <a:xfrm>
            <a:off x="11238753" y="2751868"/>
            <a:ext cx="550800" cy="134640"/>
            <a:chOff x="11238753" y="2751868"/>
            <a:chExt cx="55080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5F6DDD8B-466B-4609-A608-9F204EA41058}"/>
                    </a:ext>
                  </a:extLst>
                </p14:cNvPr>
                <p14:cNvContentPartPr/>
                <p14:nvPr/>
              </p14:nvContentPartPr>
              <p14:xfrm>
                <a:off x="11238753" y="2760508"/>
                <a:ext cx="360" cy="9720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5F6DDD8B-466B-4609-A608-9F204EA4105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221113" y="2742868"/>
                  <a:ext cx="36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0DA239F4-C915-4FA6-B852-771191499446}"/>
                    </a:ext>
                  </a:extLst>
                </p14:cNvPr>
                <p14:cNvContentPartPr/>
                <p14:nvPr/>
              </p14:nvContentPartPr>
              <p14:xfrm>
                <a:off x="11276913" y="2751868"/>
                <a:ext cx="71640" cy="9648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0DA239F4-C915-4FA6-B852-77119149944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259273" y="2733868"/>
                  <a:ext cx="107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E043618F-E048-4294-B086-E74AC59E1C75}"/>
                    </a:ext>
                  </a:extLst>
                </p14:cNvPr>
                <p14:cNvContentPartPr/>
                <p14:nvPr/>
              </p14:nvContentPartPr>
              <p14:xfrm>
                <a:off x="11441793" y="2778148"/>
                <a:ext cx="67680" cy="8352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E043618F-E048-4294-B086-E74AC59E1C7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423793" y="2760508"/>
                  <a:ext cx="1033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28C0CB81-823E-4D25-988B-765FC0FFC6FA}"/>
                    </a:ext>
                  </a:extLst>
                </p14:cNvPr>
                <p14:cNvContentPartPr/>
                <p14:nvPr/>
              </p14:nvContentPartPr>
              <p14:xfrm>
                <a:off x="11657073" y="2785708"/>
                <a:ext cx="132480" cy="10080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28C0CB81-823E-4D25-988B-765FC0FFC6F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639073" y="2768068"/>
                  <a:ext cx="16812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Agrupar 134">
            <a:extLst>
              <a:ext uri="{FF2B5EF4-FFF2-40B4-BE49-F238E27FC236}">
                <a16:creationId xmlns:a16="http://schemas.microsoft.com/office/drawing/2014/main" id="{2FF9F9F0-D32D-42CB-B1FA-1B642919EB6C}"/>
              </a:ext>
            </a:extLst>
          </p:cNvPr>
          <p:cNvGrpSpPr/>
          <p:nvPr/>
        </p:nvGrpSpPr>
        <p:grpSpPr>
          <a:xfrm>
            <a:off x="8877513" y="2742868"/>
            <a:ext cx="384840" cy="279360"/>
            <a:chOff x="8877513" y="2742868"/>
            <a:chExt cx="38484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87DB9DF5-0FA9-4B30-A989-19F5F591F15B}"/>
                    </a:ext>
                  </a:extLst>
                </p14:cNvPr>
                <p14:cNvContentPartPr/>
                <p14:nvPr/>
              </p14:nvContentPartPr>
              <p14:xfrm>
                <a:off x="8877513" y="2833228"/>
                <a:ext cx="194400" cy="18900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87DB9DF5-0FA9-4B30-A989-19F5F591F15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59513" y="2815228"/>
                  <a:ext cx="230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8788FADB-4E85-44D3-83A7-23A00CF1E256}"/>
                    </a:ext>
                  </a:extLst>
                </p14:cNvPr>
                <p14:cNvContentPartPr/>
                <p14:nvPr/>
              </p14:nvContentPartPr>
              <p14:xfrm>
                <a:off x="9125553" y="2885788"/>
                <a:ext cx="136800" cy="11376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8788FADB-4E85-44D3-83A7-23A00CF1E25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07913" y="2868148"/>
                  <a:ext cx="1724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242DF20C-7397-4822-A5EE-A23DF6453D4E}"/>
                    </a:ext>
                  </a:extLst>
                </p14:cNvPr>
                <p14:cNvContentPartPr/>
                <p14:nvPr/>
              </p14:nvContentPartPr>
              <p14:xfrm>
                <a:off x="9170193" y="2750068"/>
                <a:ext cx="59040" cy="2376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242DF20C-7397-4822-A5EE-A23DF6453D4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52553" y="2732068"/>
                  <a:ext cx="946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A7C90302-122F-4689-BE21-97FDD5F7C2C8}"/>
                    </a:ext>
                  </a:extLst>
                </p14:cNvPr>
                <p14:cNvContentPartPr/>
                <p14:nvPr/>
              </p14:nvContentPartPr>
              <p14:xfrm>
                <a:off x="9214833" y="2742868"/>
                <a:ext cx="41760" cy="4104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A7C90302-122F-4689-BE21-97FDD5F7C2C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196833" y="2725228"/>
                  <a:ext cx="7740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B63A1DED-648D-4ECF-A075-B5B5561F7DBF}"/>
                  </a:ext>
                </a:extLst>
              </p14:cNvPr>
              <p14:cNvContentPartPr/>
              <p14:nvPr/>
            </p14:nvContentPartPr>
            <p14:xfrm>
              <a:off x="8608953" y="2911708"/>
              <a:ext cx="83160" cy="360"/>
            </p14:xfrm>
          </p:contentPart>
        </mc:Choice>
        <mc:Fallback xmlns=""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B63A1DED-648D-4ECF-A075-B5B5561F7DBF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591313" y="2893708"/>
                <a:ext cx="118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Agrupar 160">
            <a:extLst>
              <a:ext uri="{FF2B5EF4-FFF2-40B4-BE49-F238E27FC236}">
                <a16:creationId xmlns:a16="http://schemas.microsoft.com/office/drawing/2014/main" id="{39B7EE14-F253-45A9-AA1E-E5827C9751BC}"/>
              </a:ext>
            </a:extLst>
          </p:cNvPr>
          <p:cNvGrpSpPr/>
          <p:nvPr/>
        </p:nvGrpSpPr>
        <p:grpSpPr>
          <a:xfrm>
            <a:off x="8646393" y="3087748"/>
            <a:ext cx="1037880" cy="316800"/>
            <a:chOff x="8646393" y="3087748"/>
            <a:chExt cx="103788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0D706F07-E1F8-4E66-9D0F-170BC204ED37}"/>
                    </a:ext>
                  </a:extLst>
                </p14:cNvPr>
                <p14:cNvContentPartPr/>
                <p14:nvPr/>
              </p14:nvContentPartPr>
              <p14:xfrm>
                <a:off x="8646393" y="3272068"/>
                <a:ext cx="118440" cy="2160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0D706F07-E1F8-4E66-9D0F-170BC204ED3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628393" y="3254068"/>
                  <a:ext cx="154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1B5A14A6-CA15-4061-822A-EC318CE00704}"/>
                    </a:ext>
                  </a:extLst>
                </p14:cNvPr>
                <p14:cNvContentPartPr/>
                <p14:nvPr/>
              </p14:nvContentPartPr>
              <p14:xfrm>
                <a:off x="8921433" y="3164788"/>
                <a:ext cx="175320" cy="18684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1B5A14A6-CA15-4061-822A-EC318CE0070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903793" y="3147148"/>
                  <a:ext cx="210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DF0FEA96-6968-40E5-B187-1630DA7ABAC9}"/>
                    </a:ext>
                  </a:extLst>
                </p14:cNvPr>
                <p14:cNvContentPartPr/>
                <p14:nvPr/>
              </p14:nvContentPartPr>
              <p14:xfrm>
                <a:off x="9143193" y="3249028"/>
                <a:ext cx="61920" cy="12456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DF0FEA96-6968-40E5-B187-1630DA7ABAC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125553" y="3231028"/>
                  <a:ext cx="975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E328B910-361D-4E59-965E-F4F242FE7434}"/>
                    </a:ext>
                  </a:extLst>
                </p14:cNvPr>
                <p14:cNvContentPartPr/>
                <p14:nvPr/>
              </p14:nvContentPartPr>
              <p14:xfrm>
                <a:off x="9170193" y="3119428"/>
                <a:ext cx="33120" cy="1512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E328B910-361D-4E59-965E-F4F242FE743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152553" y="3101428"/>
                  <a:ext cx="687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13FD42AD-0168-422A-B934-EFC393BADE5A}"/>
                    </a:ext>
                  </a:extLst>
                </p14:cNvPr>
                <p14:cNvContentPartPr/>
                <p14:nvPr/>
              </p14:nvContentPartPr>
              <p14:xfrm>
                <a:off x="9434073" y="3169108"/>
                <a:ext cx="118080" cy="16380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13FD42AD-0168-422A-B934-EFC393BADE5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416433" y="3151468"/>
                  <a:ext cx="153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1F44B6F1-4C79-4009-93AB-00142979E20F}"/>
                    </a:ext>
                  </a:extLst>
                </p14:cNvPr>
                <p14:cNvContentPartPr/>
                <p14:nvPr/>
              </p14:nvContentPartPr>
              <p14:xfrm>
                <a:off x="9381873" y="3390868"/>
                <a:ext cx="10800" cy="1368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1F44B6F1-4C79-4009-93AB-00142979E20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363873" y="3373228"/>
                  <a:ext cx="46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C9A19A4F-65DB-4256-8F89-ADC257034495}"/>
                    </a:ext>
                  </a:extLst>
                </p14:cNvPr>
                <p14:cNvContentPartPr/>
                <p14:nvPr/>
              </p14:nvContentPartPr>
              <p14:xfrm>
                <a:off x="9356673" y="3319588"/>
                <a:ext cx="71280" cy="7236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C9A19A4F-65DB-4256-8F89-ADC25703449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339033" y="3301948"/>
                  <a:ext cx="1069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65CBDF09-4C8C-4C56-84BD-909259C59591}"/>
                    </a:ext>
                  </a:extLst>
                </p14:cNvPr>
                <p14:cNvContentPartPr/>
                <p14:nvPr/>
              </p14:nvContentPartPr>
              <p14:xfrm>
                <a:off x="9436593" y="3195748"/>
                <a:ext cx="177840" cy="20016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65CBDF09-4C8C-4C56-84BD-909259C5959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418593" y="3177748"/>
                  <a:ext cx="2134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3CACD5D6-5653-48FE-8BAF-9681F1AD48BF}"/>
                    </a:ext>
                  </a:extLst>
                </p14:cNvPr>
                <p14:cNvContentPartPr/>
                <p14:nvPr/>
              </p14:nvContentPartPr>
              <p14:xfrm>
                <a:off x="9383313" y="3222388"/>
                <a:ext cx="300960" cy="6300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3CACD5D6-5653-48FE-8BAF-9681F1AD48B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365313" y="3204748"/>
                  <a:ext cx="3366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F6B8C541-D117-49B4-B9CC-8386307F5175}"/>
                    </a:ext>
                  </a:extLst>
                </p14:cNvPr>
                <p14:cNvContentPartPr/>
                <p14:nvPr/>
              </p14:nvContentPartPr>
              <p14:xfrm>
                <a:off x="9338673" y="3266308"/>
                <a:ext cx="256680" cy="8100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F6B8C541-D117-49B4-B9CC-8386307F517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321033" y="3248668"/>
                  <a:ext cx="2923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0965A11B-EAA0-4D5E-9243-008338ACD47C}"/>
                    </a:ext>
                  </a:extLst>
                </p14:cNvPr>
                <p14:cNvContentPartPr/>
                <p14:nvPr/>
              </p14:nvContentPartPr>
              <p14:xfrm>
                <a:off x="9143913" y="3087748"/>
                <a:ext cx="106920" cy="4644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0965A11B-EAA0-4D5E-9243-008338ACD47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125913" y="3069748"/>
                  <a:ext cx="142560" cy="8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AF3F94D8-4CA5-4351-B9AA-325B797A77DE}"/>
                  </a:ext>
                </a:extLst>
              </p14:cNvPr>
              <p14:cNvContentPartPr/>
              <p14:nvPr/>
            </p14:nvContentPartPr>
            <p14:xfrm>
              <a:off x="9942753" y="3169108"/>
              <a:ext cx="360" cy="3960"/>
            </p14:xfrm>
          </p:contentPart>
        </mc:Choice>
        <mc:Fallback xmlns=""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AF3F94D8-4CA5-4351-B9AA-325B797A77DE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9925113" y="3151468"/>
                <a:ext cx="360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Agrupar 179">
            <a:extLst>
              <a:ext uri="{FF2B5EF4-FFF2-40B4-BE49-F238E27FC236}">
                <a16:creationId xmlns:a16="http://schemas.microsoft.com/office/drawing/2014/main" id="{CF603C3E-7837-4B74-9A0F-6E984EADA533}"/>
              </a:ext>
            </a:extLst>
          </p:cNvPr>
          <p:cNvGrpSpPr/>
          <p:nvPr/>
        </p:nvGrpSpPr>
        <p:grpSpPr>
          <a:xfrm>
            <a:off x="9916113" y="3257668"/>
            <a:ext cx="828000" cy="194040"/>
            <a:chOff x="9916113" y="3257668"/>
            <a:chExt cx="82800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CEA399EB-48EF-45BE-B169-D1CFC4B96DA6}"/>
                    </a:ext>
                  </a:extLst>
                </p14:cNvPr>
                <p14:cNvContentPartPr/>
                <p14:nvPr/>
              </p14:nvContentPartPr>
              <p14:xfrm>
                <a:off x="9916113" y="3275668"/>
                <a:ext cx="18720" cy="8424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CEA399EB-48EF-45BE-B169-D1CFC4B96DA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898113" y="3258028"/>
                  <a:ext cx="54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4350C426-5FA1-491A-B41B-CB3E66A145B3}"/>
                    </a:ext>
                  </a:extLst>
                </p14:cNvPr>
                <p14:cNvContentPartPr/>
                <p14:nvPr/>
              </p14:nvContentPartPr>
              <p14:xfrm>
                <a:off x="10031313" y="3257668"/>
                <a:ext cx="36360" cy="7920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4350C426-5FA1-491A-B41B-CB3E66A145B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013313" y="3239668"/>
                  <a:ext cx="72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8BB72DF7-8770-4488-A498-3B55054F1585}"/>
                    </a:ext>
                  </a:extLst>
                </p14:cNvPr>
                <p14:cNvContentPartPr/>
                <p14:nvPr/>
              </p14:nvContentPartPr>
              <p14:xfrm>
                <a:off x="10111593" y="3284668"/>
                <a:ext cx="27360" cy="3564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8BB72DF7-8770-4488-A498-3B55054F158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093593" y="3266668"/>
                  <a:ext cx="63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EF9EB53B-C72C-41EF-A1C0-476BC1F8B8F9}"/>
                    </a:ext>
                  </a:extLst>
                </p14:cNvPr>
                <p14:cNvContentPartPr/>
                <p14:nvPr/>
              </p14:nvContentPartPr>
              <p14:xfrm>
                <a:off x="10191153" y="3284668"/>
                <a:ext cx="52560" cy="6264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EF9EB53B-C72C-41EF-A1C0-476BC1F8B8F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173153" y="3266668"/>
                  <a:ext cx="88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BB9A8421-7266-4B98-A97E-4DA27FE7AD08}"/>
                    </a:ext>
                  </a:extLst>
                </p14:cNvPr>
                <p14:cNvContentPartPr/>
                <p14:nvPr/>
              </p14:nvContentPartPr>
              <p14:xfrm>
                <a:off x="10313193" y="3293308"/>
                <a:ext cx="38160" cy="15840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BB9A8421-7266-4B98-A97E-4DA27FE7AD0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295553" y="3275308"/>
                  <a:ext cx="738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0E797847-CF20-44DB-B518-D269A0782BE4}"/>
                    </a:ext>
                  </a:extLst>
                </p14:cNvPr>
                <p14:cNvContentPartPr/>
                <p14:nvPr/>
              </p14:nvContentPartPr>
              <p14:xfrm>
                <a:off x="10395273" y="3284668"/>
                <a:ext cx="26640" cy="5508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0E797847-CF20-44DB-B518-D269A0782BE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377633" y="3266668"/>
                  <a:ext cx="62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61C1F39C-D28C-45C9-B38A-A57E27F90724}"/>
                    </a:ext>
                  </a:extLst>
                </p14:cNvPr>
                <p14:cNvContentPartPr/>
                <p14:nvPr/>
              </p14:nvContentPartPr>
              <p14:xfrm>
                <a:off x="10461513" y="3266308"/>
                <a:ext cx="95040" cy="8172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61C1F39C-D28C-45C9-B38A-A57E27F9072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443513" y="3248668"/>
                  <a:ext cx="130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0FFFE575-170C-4390-8650-E90EF6735C1F}"/>
                    </a:ext>
                  </a:extLst>
                </p14:cNvPr>
                <p14:cNvContentPartPr/>
                <p14:nvPr/>
              </p14:nvContentPartPr>
              <p14:xfrm>
                <a:off x="10564113" y="3283228"/>
                <a:ext cx="180000" cy="9108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0FFFE575-170C-4390-8650-E90EF6735C1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546113" y="3265588"/>
                  <a:ext cx="21564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Agrupar 178">
            <a:extLst>
              <a:ext uri="{FF2B5EF4-FFF2-40B4-BE49-F238E27FC236}">
                <a16:creationId xmlns:a16="http://schemas.microsoft.com/office/drawing/2014/main" id="{D0D6597F-314A-4DFA-8A99-5A8AB0803E61}"/>
              </a:ext>
            </a:extLst>
          </p:cNvPr>
          <p:cNvGrpSpPr/>
          <p:nvPr/>
        </p:nvGrpSpPr>
        <p:grpSpPr>
          <a:xfrm>
            <a:off x="10945713" y="3240028"/>
            <a:ext cx="238680" cy="134640"/>
            <a:chOff x="10945713" y="3240028"/>
            <a:chExt cx="23868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E9EE462E-0B77-47F3-98EA-2958BCA2219A}"/>
                    </a:ext>
                  </a:extLst>
                </p14:cNvPr>
                <p14:cNvContentPartPr/>
                <p14:nvPr/>
              </p14:nvContentPartPr>
              <p14:xfrm>
                <a:off x="10945713" y="3301948"/>
                <a:ext cx="88200" cy="36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E9EE462E-0B77-47F3-98EA-2958BCA2219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927713" y="3284308"/>
                  <a:ext cx="12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2629E767-A3F0-424B-AFE2-FA069524EBD7}"/>
                    </a:ext>
                  </a:extLst>
                </p14:cNvPr>
                <p14:cNvContentPartPr/>
                <p14:nvPr/>
              </p14:nvContentPartPr>
              <p14:xfrm>
                <a:off x="10954713" y="3346588"/>
                <a:ext cx="60480" cy="36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2629E767-A3F0-424B-AFE2-FA069524EBD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937073" y="3328588"/>
                  <a:ext cx="96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FDC433E2-DDE6-4D6E-906F-5AC866ECA0DF}"/>
                    </a:ext>
                  </a:extLst>
                </p14:cNvPr>
                <p14:cNvContentPartPr/>
                <p14:nvPr/>
              </p14:nvContentPartPr>
              <p14:xfrm>
                <a:off x="11078913" y="3240028"/>
                <a:ext cx="105480" cy="13464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FDC433E2-DDE6-4D6E-906F-5AC866ECA0D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061273" y="3222388"/>
                  <a:ext cx="1411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Agrupar 177">
            <a:extLst>
              <a:ext uri="{FF2B5EF4-FFF2-40B4-BE49-F238E27FC236}">
                <a16:creationId xmlns:a16="http://schemas.microsoft.com/office/drawing/2014/main" id="{6FC50137-F185-41B4-8EC5-9B8C5C6547C4}"/>
              </a:ext>
            </a:extLst>
          </p:cNvPr>
          <p:cNvGrpSpPr/>
          <p:nvPr/>
        </p:nvGrpSpPr>
        <p:grpSpPr>
          <a:xfrm>
            <a:off x="11388153" y="3257668"/>
            <a:ext cx="482400" cy="122400"/>
            <a:chOff x="11388153" y="3257668"/>
            <a:chExt cx="482400" cy="1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0B68F3B3-350F-4505-8D86-97E457F26936}"/>
                    </a:ext>
                  </a:extLst>
                </p14:cNvPr>
                <p14:cNvContentPartPr/>
                <p14:nvPr/>
              </p14:nvContentPartPr>
              <p14:xfrm>
                <a:off x="11388153" y="3257668"/>
                <a:ext cx="11160" cy="12240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0B68F3B3-350F-4505-8D86-97E457F2693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370513" y="3239668"/>
                  <a:ext cx="46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77F456EF-8F5A-481C-9B8A-EA80B719C1C0}"/>
                    </a:ext>
                  </a:extLst>
                </p14:cNvPr>
                <p14:cNvContentPartPr/>
                <p14:nvPr/>
              </p14:nvContentPartPr>
              <p14:xfrm>
                <a:off x="11420913" y="3257668"/>
                <a:ext cx="83520" cy="10512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77F456EF-8F5A-481C-9B8A-EA80B719C1C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402913" y="3239668"/>
                  <a:ext cx="119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A21A7AF8-E6E0-477D-864D-C6AEEA095566}"/>
                    </a:ext>
                  </a:extLst>
                </p14:cNvPr>
                <p14:cNvContentPartPr/>
                <p14:nvPr/>
              </p14:nvContentPartPr>
              <p14:xfrm>
                <a:off x="11574993" y="3257668"/>
                <a:ext cx="77400" cy="9792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A21A7AF8-E6E0-477D-864D-C6AEEA09556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557353" y="3239668"/>
                  <a:ext cx="113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692036FB-D6AA-4AA5-873A-4DE13C272F46}"/>
                    </a:ext>
                  </a:extLst>
                </p14:cNvPr>
                <p14:cNvContentPartPr/>
                <p14:nvPr/>
              </p14:nvContentPartPr>
              <p14:xfrm>
                <a:off x="11744913" y="3264508"/>
                <a:ext cx="125640" cy="9180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692036FB-D6AA-4AA5-873A-4DE13C272F4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726913" y="3246868"/>
                  <a:ext cx="161280" cy="12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7903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DAEC3-34B8-45D2-A9B5-BF22FCD9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7749"/>
          </a:xfrm>
        </p:spPr>
        <p:txBody>
          <a:bodyPr>
            <a:normAutofit/>
          </a:bodyPr>
          <a:lstStyle/>
          <a:p>
            <a:r>
              <a:rPr lang="pt-BR" sz="3600" dirty="0"/>
              <a:t>Explicação sobre LGR no eixo real. Terminar em sala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51ADE0-E89C-4046-97D0-B6AC5EEB8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529"/>
            <a:ext cx="10515600" cy="4827557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D6F25228-AE37-4139-BE26-87E58A749AB4}"/>
                  </a:ext>
                </a:extLst>
              </p14:cNvPr>
              <p14:cNvContentPartPr/>
              <p14:nvPr/>
            </p14:nvContentPartPr>
            <p14:xfrm>
              <a:off x="3612873" y="4015468"/>
              <a:ext cx="6378120" cy="21960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D6F25228-AE37-4139-BE26-87E58A749A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04233" y="4006468"/>
                <a:ext cx="63957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E8962A20-D8E5-47C1-85EC-F725F1E0B238}"/>
                  </a:ext>
                </a:extLst>
              </p14:cNvPr>
              <p14:cNvContentPartPr/>
              <p14:nvPr/>
            </p14:nvContentPartPr>
            <p14:xfrm>
              <a:off x="3462033" y="5310028"/>
              <a:ext cx="6467760" cy="23832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E8962A20-D8E5-47C1-85EC-F725F1E0B2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53033" y="5301388"/>
                <a:ext cx="64854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2778F771-6D76-40BF-9032-01B11CC2AADE}"/>
                  </a:ext>
                </a:extLst>
              </p14:cNvPr>
              <p14:cNvContentPartPr/>
              <p14:nvPr/>
            </p14:nvContentPartPr>
            <p14:xfrm>
              <a:off x="8805153" y="2289988"/>
              <a:ext cx="154800" cy="16956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2778F771-6D76-40BF-9032-01B11CC2AAD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87513" y="2272348"/>
                <a:ext cx="19044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7F796580-AFD6-46CF-A1B8-69DFC3FDB394}"/>
                  </a:ext>
                </a:extLst>
              </p14:cNvPr>
              <p14:cNvContentPartPr/>
              <p14:nvPr/>
            </p14:nvContentPartPr>
            <p14:xfrm>
              <a:off x="7259673" y="1925668"/>
              <a:ext cx="99720" cy="13392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7F796580-AFD6-46CF-A1B8-69DFC3FDB39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41673" y="1907668"/>
                <a:ext cx="1353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1225599F-CC28-47FA-8C0F-6C773656C6BA}"/>
                  </a:ext>
                </a:extLst>
              </p14:cNvPr>
              <p14:cNvContentPartPr/>
              <p14:nvPr/>
            </p14:nvContentPartPr>
            <p14:xfrm>
              <a:off x="5724993" y="2359108"/>
              <a:ext cx="160920" cy="13680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1225599F-CC28-47FA-8C0F-6C773656C6B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06993" y="2341108"/>
                <a:ext cx="19656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Agrupar 26">
            <a:extLst>
              <a:ext uri="{FF2B5EF4-FFF2-40B4-BE49-F238E27FC236}">
                <a16:creationId xmlns:a16="http://schemas.microsoft.com/office/drawing/2014/main" id="{17C9488C-6F86-4848-A87B-AD3014DE976A}"/>
              </a:ext>
            </a:extLst>
          </p:cNvPr>
          <p:cNvGrpSpPr/>
          <p:nvPr/>
        </p:nvGrpSpPr>
        <p:grpSpPr>
          <a:xfrm>
            <a:off x="8714073" y="3958948"/>
            <a:ext cx="203040" cy="212400"/>
            <a:chOff x="8714073" y="3958948"/>
            <a:chExt cx="20304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43A87CEC-62EB-4148-B712-88FEC932C8D8}"/>
                    </a:ext>
                  </a:extLst>
                </p14:cNvPr>
                <p14:cNvContentPartPr/>
                <p14:nvPr/>
              </p14:nvContentPartPr>
              <p14:xfrm>
                <a:off x="8735313" y="4021228"/>
                <a:ext cx="145800" cy="10224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43A87CEC-62EB-4148-B712-88FEC932C8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17313" y="4003588"/>
                  <a:ext cx="1814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E1B3F239-B835-455C-99FD-DE0C09C96CD6}"/>
                    </a:ext>
                  </a:extLst>
                </p14:cNvPr>
                <p14:cNvContentPartPr/>
                <p14:nvPr/>
              </p14:nvContentPartPr>
              <p14:xfrm>
                <a:off x="8754393" y="3994588"/>
                <a:ext cx="79200" cy="14292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E1B3F239-B835-455C-99FD-DE0C09C96C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36393" y="3976588"/>
                  <a:ext cx="114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FBE73EE-2505-4A97-BD10-028B8FA730F6}"/>
                    </a:ext>
                  </a:extLst>
                </p14:cNvPr>
                <p14:cNvContentPartPr/>
                <p14:nvPr/>
              </p14:nvContentPartPr>
              <p14:xfrm>
                <a:off x="8714073" y="4083148"/>
                <a:ext cx="203040" cy="1152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FBE73EE-2505-4A97-BD10-028B8FA730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96433" y="4065148"/>
                  <a:ext cx="238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F0451098-A907-49BE-9EC5-2BDD583049DB}"/>
                    </a:ext>
                  </a:extLst>
                </p14:cNvPr>
                <p14:cNvContentPartPr/>
                <p14:nvPr/>
              </p14:nvContentPartPr>
              <p14:xfrm>
                <a:off x="8806233" y="3958948"/>
                <a:ext cx="360" cy="21240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F0451098-A907-49BE-9EC5-2BDD583049D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88233" y="3940948"/>
                  <a:ext cx="3600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F49D90E7-D3A5-4C24-8EDB-8C8F8AB521EB}"/>
                  </a:ext>
                </a:extLst>
              </p14:cNvPr>
              <p14:cNvContentPartPr/>
              <p14:nvPr/>
            </p14:nvContentPartPr>
            <p14:xfrm>
              <a:off x="8712633" y="3648628"/>
              <a:ext cx="97920" cy="107280"/>
            </p14:xfrm>
          </p:contentPart>
        </mc:Choice>
        <mc:Fallback xmlns=""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F49D90E7-D3A5-4C24-8EDB-8C8F8AB521E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94993" y="3630628"/>
                <a:ext cx="13356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8C6E774E-2BF3-43EA-A670-0D9F33561117}"/>
                  </a:ext>
                </a:extLst>
              </p14:cNvPr>
              <p14:cNvContentPartPr/>
              <p14:nvPr/>
            </p14:nvContentPartPr>
            <p14:xfrm>
              <a:off x="7208913" y="4109068"/>
              <a:ext cx="179640" cy="13464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8C6E774E-2BF3-43EA-A670-0D9F335611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91273" y="4091428"/>
                <a:ext cx="21528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1EAD1312-35E9-42EE-B281-03A0CF937C3B}"/>
                  </a:ext>
                </a:extLst>
              </p14:cNvPr>
              <p14:cNvContentPartPr/>
              <p14:nvPr/>
            </p14:nvContentPartPr>
            <p14:xfrm>
              <a:off x="6187593" y="4083508"/>
              <a:ext cx="219240" cy="15156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1EAD1312-35E9-42EE-B281-03A0CF937C3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69593" y="4065508"/>
                <a:ext cx="25488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Agrupar 32">
            <a:extLst>
              <a:ext uri="{FF2B5EF4-FFF2-40B4-BE49-F238E27FC236}">
                <a16:creationId xmlns:a16="http://schemas.microsoft.com/office/drawing/2014/main" id="{E9F3B437-77C4-4729-8CB7-FC454D1EDD54}"/>
              </a:ext>
            </a:extLst>
          </p:cNvPr>
          <p:cNvGrpSpPr/>
          <p:nvPr/>
        </p:nvGrpSpPr>
        <p:grpSpPr>
          <a:xfrm>
            <a:off x="4967553" y="4074508"/>
            <a:ext cx="218880" cy="176400"/>
            <a:chOff x="4967553" y="4074508"/>
            <a:chExt cx="21888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C504C111-0037-4F64-AA5E-A647C61F14DB}"/>
                    </a:ext>
                  </a:extLst>
                </p14:cNvPr>
                <p14:cNvContentPartPr/>
                <p14:nvPr/>
              </p14:nvContentPartPr>
              <p14:xfrm>
                <a:off x="5024433" y="4083508"/>
                <a:ext cx="162000" cy="12312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C504C111-0037-4F64-AA5E-A647C61F14D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06433" y="4065508"/>
                  <a:ext cx="197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F4804C7B-248E-4139-A02A-A5E4E4550002}"/>
                    </a:ext>
                  </a:extLst>
                </p14:cNvPr>
                <p14:cNvContentPartPr/>
                <p14:nvPr/>
              </p14:nvContentPartPr>
              <p14:xfrm>
                <a:off x="4967553" y="4074508"/>
                <a:ext cx="172440" cy="17640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F4804C7B-248E-4139-A02A-A5E4E45500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49553" y="4056868"/>
                  <a:ext cx="20808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C1897F34-6FD8-4E14-8B61-6D22BD51FB01}"/>
              </a:ext>
            </a:extLst>
          </p:cNvPr>
          <p:cNvGrpSpPr/>
          <p:nvPr/>
        </p:nvGrpSpPr>
        <p:grpSpPr>
          <a:xfrm>
            <a:off x="3977193" y="4109788"/>
            <a:ext cx="277560" cy="197640"/>
            <a:chOff x="3977193" y="4109788"/>
            <a:chExt cx="27756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8A4349DF-8DB0-43C1-A700-8F6392D09D79}"/>
                    </a:ext>
                  </a:extLst>
                </p14:cNvPr>
                <p14:cNvContentPartPr/>
                <p14:nvPr/>
              </p14:nvContentPartPr>
              <p14:xfrm>
                <a:off x="3977193" y="4118788"/>
                <a:ext cx="277560" cy="14148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8A4349DF-8DB0-43C1-A700-8F6392D09D7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59193" y="4100788"/>
                  <a:ext cx="313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E7C1D560-2699-4040-91BD-2728D2E17D2C}"/>
                    </a:ext>
                  </a:extLst>
                </p14:cNvPr>
                <p14:cNvContentPartPr/>
                <p14:nvPr/>
              </p14:nvContentPartPr>
              <p14:xfrm>
                <a:off x="4040193" y="4109788"/>
                <a:ext cx="141120" cy="19764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E7C1D560-2699-4040-91BD-2728D2E17D2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22193" y="4092148"/>
                  <a:ext cx="17676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E2A2BC74-3766-40E3-998F-E1284663F42B}"/>
              </a:ext>
            </a:extLst>
          </p:cNvPr>
          <p:cNvGrpSpPr/>
          <p:nvPr/>
        </p:nvGrpSpPr>
        <p:grpSpPr>
          <a:xfrm>
            <a:off x="8713353" y="5308588"/>
            <a:ext cx="171360" cy="139320"/>
            <a:chOff x="8713353" y="5308588"/>
            <a:chExt cx="171360" cy="13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2AB79EDC-60B7-4ACF-B3F1-9B1F83F19269}"/>
                    </a:ext>
                  </a:extLst>
                </p14:cNvPr>
                <p14:cNvContentPartPr/>
                <p14:nvPr/>
              </p14:nvContentPartPr>
              <p14:xfrm>
                <a:off x="8739993" y="5317228"/>
                <a:ext cx="144720" cy="13068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2AB79EDC-60B7-4ACF-B3F1-9B1F83F192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21993" y="5299588"/>
                  <a:ext cx="180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4FDF2A36-058C-4735-BEE5-597AAC085E12}"/>
                    </a:ext>
                  </a:extLst>
                </p14:cNvPr>
                <p14:cNvContentPartPr/>
                <p14:nvPr/>
              </p14:nvContentPartPr>
              <p14:xfrm>
                <a:off x="8713353" y="5308588"/>
                <a:ext cx="119880" cy="13284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4FDF2A36-058C-4735-BEE5-597AAC085E1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95713" y="5290948"/>
                  <a:ext cx="15552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C7EF10F6-EE64-4D2A-928B-3933691A6E24}"/>
                  </a:ext>
                </a:extLst>
              </p14:cNvPr>
              <p14:cNvContentPartPr/>
              <p14:nvPr/>
            </p14:nvContentPartPr>
            <p14:xfrm>
              <a:off x="7733433" y="5324788"/>
              <a:ext cx="176400" cy="15444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C7EF10F6-EE64-4D2A-928B-3933691A6E2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15433" y="5306788"/>
                <a:ext cx="212040" cy="19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Agrupar 44">
            <a:extLst>
              <a:ext uri="{FF2B5EF4-FFF2-40B4-BE49-F238E27FC236}">
                <a16:creationId xmlns:a16="http://schemas.microsoft.com/office/drawing/2014/main" id="{68483585-A91E-42F8-BFD3-7E001BF20EEF}"/>
              </a:ext>
            </a:extLst>
          </p:cNvPr>
          <p:cNvGrpSpPr/>
          <p:nvPr/>
        </p:nvGrpSpPr>
        <p:grpSpPr>
          <a:xfrm>
            <a:off x="6587913" y="5255308"/>
            <a:ext cx="246960" cy="233640"/>
            <a:chOff x="6587913" y="5255308"/>
            <a:chExt cx="24696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AA06CDC-22A3-4821-A7EB-100CB53BC98A}"/>
                    </a:ext>
                  </a:extLst>
                </p14:cNvPr>
                <p14:cNvContentPartPr/>
                <p14:nvPr/>
              </p14:nvContentPartPr>
              <p14:xfrm>
                <a:off x="6587913" y="5327308"/>
                <a:ext cx="246960" cy="12204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AA06CDC-22A3-4821-A7EB-100CB53BC98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69913" y="5309668"/>
                  <a:ext cx="282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7E0059D6-CE7D-417E-9242-F22F978B7BE7}"/>
                    </a:ext>
                  </a:extLst>
                </p14:cNvPr>
                <p14:cNvContentPartPr/>
                <p14:nvPr/>
              </p14:nvContentPartPr>
              <p14:xfrm>
                <a:off x="6668193" y="5290588"/>
                <a:ext cx="114480" cy="1983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7E0059D6-CE7D-417E-9242-F22F978B7BE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50193" y="5272588"/>
                  <a:ext cx="150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4CBF731E-F136-4F64-86C8-28DB486325D1}"/>
                    </a:ext>
                  </a:extLst>
                </p14:cNvPr>
                <p14:cNvContentPartPr/>
                <p14:nvPr/>
              </p14:nvContentPartPr>
              <p14:xfrm>
                <a:off x="6617073" y="5370868"/>
                <a:ext cx="191160" cy="2664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4CBF731E-F136-4F64-86C8-28DB486325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99073" y="5352868"/>
                  <a:ext cx="2268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53447B88-4228-4B13-92D8-AEB54434E1D1}"/>
                    </a:ext>
                  </a:extLst>
                </p14:cNvPr>
                <p14:cNvContentPartPr/>
                <p14:nvPr/>
              </p14:nvContentPartPr>
              <p14:xfrm>
                <a:off x="6718233" y="5255308"/>
                <a:ext cx="47520" cy="22284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53447B88-4228-4B13-92D8-AEB54434E1D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00593" y="5237668"/>
                  <a:ext cx="83160" cy="25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0CE34175-8A6D-4312-8AF9-3949415D42BF}"/>
                  </a:ext>
                </a:extLst>
              </p14:cNvPr>
              <p14:cNvContentPartPr/>
              <p14:nvPr/>
            </p14:nvContentPartPr>
            <p14:xfrm>
              <a:off x="6675393" y="5005468"/>
              <a:ext cx="72360" cy="82800"/>
            </p14:xfrm>
          </p:contentPart>
        </mc:Choice>
        <mc:Fallback xmlns=""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0CE34175-8A6D-4312-8AF9-3949415D42B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657753" y="4987468"/>
                <a:ext cx="108000" cy="1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Agrupar 48">
            <a:extLst>
              <a:ext uri="{FF2B5EF4-FFF2-40B4-BE49-F238E27FC236}">
                <a16:creationId xmlns:a16="http://schemas.microsoft.com/office/drawing/2014/main" id="{E9461C3C-FDE1-4219-A2AF-5184C4A0B2D8}"/>
              </a:ext>
            </a:extLst>
          </p:cNvPr>
          <p:cNvGrpSpPr/>
          <p:nvPr/>
        </p:nvGrpSpPr>
        <p:grpSpPr>
          <a:xfrm>
            <a:off x="4988073" y="5307508"/>
            <a:ext cx="339120" cy="375840"/>
            <a:chOff x="4988073" y="5307508"/>
            <a:chExt cx="33912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B2B61089-1B08-4110-BBDF-8488E664C5BC}"/>
                    </a:ext>
                  </a:extLst>
                </p14:cNvPr>
                <p14:cNvContentPartPr/>
                <p14:nvPr/>
              </p14:nvContentPartPr>
              <p14:xfrm>
                <a:off x="5084553" y="5423428"/>
                <a:ext cx="172080" cy="16200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B2B61089-1B08-4110-BBDF-8488E664C5B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66553" y="5405428"/>
                  <a:ext cx="207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EDF0A2B7-CDC3-4E32-BC1C-887F227104BB}"/>
                    </a:ext>
                  </a:extLst>
                </p14:cNvPr>
                <p14:cNvContentPartPr/>
                <p14:nvPr/>
              </p14:nvContentPartPr>
              <p14:xfrm>
                <a:off x="4988073" y="5307508"/>
                <a:ext cx="339120" cy="37584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EDF0A2B7-CDC3-4E32-BC1C-887F227104B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70433" y="5289868"/>
                  <a:ext cx="374760" cy="4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1D101223-8F8E-4BD5-A013-D5B11E90CE4E}"/>
                  </a:ext>
                </a:extLst>
              </p14:cNvPr>
              <p14:cNvContentPartPr/>
              <p14:nvPr/>
            </p14:nvContentPartPr>
            <p14:xfrm>
              <a:off x="4367433" y="2013148"/>
              <a:ext cx="88200" cy="10980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1D101223-8F8E-4BD5-A013-D5B11E90CE4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349793" y="1995508"/>
                <a:ext cx="123840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Agrupar 61">
            <a:extLst>
              <a:ext uri="{FF2B5EF4-FFF2-40B4-BE49-F238E27FC236}">
                <a16:creationId xmlns:a16="http://schemas.microsoft.com/office/drawing/2014/main" id="{E6841D41-0FC1-4511-B456-742B0BC4E894}"/>
              </a:ext>
            </a:extLst>
          </p:cNvPr>
          <p:cNvGrpSpPr/>
          <p:nvPr/>
        </p:nvGrpSpPr>
        <p:grpSpPr>
          <a:xfrm>
            <a:off x="1127073" y="2259388"/>
            <a:ext cx="1046880" cy="209160"/>
            <a:chOff x="1127073" y="2259388"/>
            <a:chExt cx="104688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F15A5C9A-B5FB-4B06-BF6E-80E486D680EC}"/>
                    </a:ext>
                  </a:extLst>
                </p14:cNvPr>
                <p14:cNvContentPartPr/>
                <p14:nvPr/>
              </p14:nvContentPartPr>
              <p14:xfrm>
                <a:off x="1127073" y="2289988"/>
                <a:ext cx="81000" cy="11448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F15A5C9A-B5FB-4B06-BF6E-80E486D680E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9433" y="2272348"/>
                  <a:ext cx="116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C5387DB7-C618-4BD0-9532-ADD69215BA94}"/>
                    </a:ext>
                  </a:extLst>
                </p14:cNvPr>
                <p14:cNvContentPartPr/>
                <p14:nvPr/>
              </p14:nvContentPartPr>
              <p14:xfrm>
                <a:off x="1304553" y="2307268"/>
                <a:ext cx="61200" cy="972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C5387DB7-C618-4BD0-9532-ADD69215BA9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86553" y="2289628"/>
                  <a:ext cx="96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8111FC50-C684-4C57-9667-6218A10AF7DF}"/>
                    </a:ext>
                  </a:extLst>
                </p14:cNvPr>
                <p14:cNvContentPartPr/>
                <p14:nvPr/>
              </p14:nvContentPartPr>
              <p14:xfrm>
                <a:off x="1499313" y="2291068"/>
                <a:ext cx="177480" cy="9684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8111FC50-C684-4C57-9667-6218A10AF7D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81313" y="2273428"/>
                  <a:ext cx="213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3EA2CE76-51D0-40D7-9845-BBE34FCC672B}"/>
                    </a:ext>
                  </a:extLst>
                </p14:cNvPr>
                <p14:cNvContentPartPr/>
                <p14:nvPr/>
              </p14:nvContentPartPr>
              <p14:xfrm>
                <a:off x="1836993" y="2325628"/>
                <a:ext cx="70200" cy="36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3EA2CE76-51D0-40D7-9845-BBE34FCC672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19353" y="2307988"/>
                  <a:ext cx="105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9155647D-1AEC-4F09-AD2C-6F92674903BE}"/>
                    </a:ext>
                  </a:extLst>
                </p14:cNvPr>
                <p14:cNvContentPartPr/>
                <p14:nvPr/>
              </p14:nvContentPartPr>
              <p14:xfrm>
                <a:off x="1846353" y="2387908"/>
                <a:ext cx="87840" cy="36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9155647D-1AEC-4F09-AD2C-6F92674903B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28713" y="2369908"/>
                  <a:ext cx="123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2E5BA540-2CFF-4FA8-9478-9003CD35FC8F}"/>
                    </a:ext>
                  </a:extLst>
                </p14:cNvPr>
                <p14:cNvContentPartPr/>
                <p14:nvPr/>
              </p14:nvContentPartPr>
              <p14:xfrm>
                <a:off x="2071713" y="2259388"/>
                <a:ext cx="102240" cy="20916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2E5BA540-2CFF-4FA8-9478-9003CD35FC8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54073" y="2241388"/>
                  <a:ext cx="13788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706174DC-99E1-44E3-B957-13ACCE435641}"/>
              </a:ext>
            </a:extLst>
          </p:cNvPr>
          <p:cNvGrpSpPr/>
          <p:nvPr/>
        </p:nvGrpSpPr>
        <p:grpSpPr>
          <a:xfrm>
            <a:off x="1056153" y="3957508"/>
            <a:ext cx="1119960" cy="162720"/>
            <a:chOff x="1056153" y="3957508"/>
            <a:chExt cx="1119960" cy="16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F43B9156-6F4E-44A3-B04E-8A51BAD30CF0}"/>
                    </a:ext>
                  </a:extLst>
                </p14:cNvPr>
                <p14:cNvContentPartPr/>
                <p14:nvPr/>
              </p14:nvContentPartPr>
              <p14:xfrm>
                <a:off x="1056153" y="4045708"/>
                <a:ext cx="81360" cy="7452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F43B9156-6F4E-44A3-B04E-8A51BAD30CF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38513" y="4027708"/>
                  <a:ext cx="117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1A432CE8-3600-412C-9BEB-1480EECA8376}"/>
                    </a:ext>
                  </a:extLst>
                </p14:cNvPr>
                <p14:cNvContentPartPr/>
                <p14:nvPr/>
              </p14:nvContentPartPr>
              <p14:xfrm>
                <a:off x="1242273" y="4047868"/>
                <a:ext cx="99000" cy="36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1A432CE8-3600-412C-9BEB-1480EECA837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24633" y="4029868"/>
                  <a:ext cx="134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B12C8D02-32A8-470B-9894-E847C7DCE25D}"/>
                    </a:ext>
                  </a:extLst>
                </p14:cNvPr>
                <p14:cNvContentPartPr/>
                <p14:nvPr/>
              </p14:nvContentPartPr>
              <p14:xfrm>
                <a:off x="1429113" y="4010068"/>
                <a:ext cx="25560" cy="8496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B12C8D02-32A8-470B-9894-E847C7DCE2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11113" y="3992428"/>
                  <a:ext cx="61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9E6B2B6C-3BAE-4EB2-B1C0-2F5F47AA6DE0}"/>
                    </a:ext>
                  </a:extLst>
                </p14:cNvPr>
                <p14:cNvContentPartPr/>
                <p14:nvPr/>
              </p14:nvContentPartPr>
              <p14:xfrm>
                <a:off x="1464393" y="3997468"/>
                <a:ext cx="150840" cy="8532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9E6B2B6C-3BAE-4EB2-B1C0-2F5F47AA6D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46393" y="3979828"/>
                  <a:ext cx="186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BB5F904D-BCB9-4465-8ABA-68C21654D3E4}"/>
                    </a:ext>
                  </a:extLst>
                </p14:cNvPr>
                <p14:cNvContentPartPr/>
                <p14:nvPr/>
              </p14:nvContentPartPr>
              <p14:xfrm>
                <a:off x="1757433" y="3994228"/>
                <a:ext cx="79200" cy="936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BB5F904D-BCB9-4465-8ABA-68C21654D3E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39793" y="3976588"/>
                  <a:ext cx="114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E39AD453-7FED-4CE3-9480-458DEEE71E14}"/>
                    </a:ext>
                  </a:extLst>
                </p14:cNvPr>
                <p14:cNvContentPartPr/>
                <p14:nvPr/>
              </p14:nvContentPartPr>
              <p14:xfrm>
                <a:off x="1757433" y="4047868"/>
                <a:ext cx="88200" cy="36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E39AD453-7FED-4CE3-9480-458DEEE71E1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39793" y="4029868"/>
                  <a:ext cx="12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115F4C1C-9B5C-4A60-8ECB-60D4AC62498B}"/>
                    </a:ext>
                  </a:extLst>
                </p14:cNvPr>
                <p14:cNvContentPartPr/>
                <p14:nvPr/>
              </p14:nvContentPartPr>
              <p14:xfrm>
                <a:off x="2006193" y="3957508"/>
                <a:ext cx="169920" cy="10044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115F4C1C-9B5C-4A60-8ECB-60D4AC62498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988193" y="3939868"/>
                  <a:ext cx="20556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33040D20-9EF5-4660-B623-C35109B74D88}"/>
              </a:ext>
            </a:extLst>
          </p:cNvPr>
          <p:cNvGrpSpPr/>
          <p:nvPr/>
        </p:nvGrpSpPr>
        <p:grpSpPr>
          <a:xfrm>
            <a:off x="1038153" y="5421628"/>
            <a:ext cx="1369080" cy="135000"/>
            <a:chOff x="1038153" y="5421628"/>
            <a:chExt cx="1369080" cy="1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25750572-03D8-4FA0-B661-BEECF3F5064C}"/>
                    </a:ext>
                  </a:extLst>
                </p14:cNvPr>
                <p14:cNvContentPartPr/>
                <p14:nvPr/>
              </p14:nvContentPartPr>
              <p14:xfrm>
                <a:off x="1038153" y="5466628"/>
                <a:ext cx="131040" cy="9000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25750572-03D8-4FA0-B661-BEECF3F5064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20153" y="5448988"/>
                  <a:ext cx="166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8B292996-6B72-4AD2-A050-B739B5661D54}"/>
                    </a:ext>
                  </a:extLst>
                </p14:cNvPr>
                <p14:cNvContentPartPr/>
                <p14:nvPr/>
              </p14:nvContentPartPr>
              <p14:xfrm>
                <a:off x="1322553" y="5441428"/>
                <a:ext cx="87840" cy="1872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8B292996-6B72-4AD2-A050-B739B5661D5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304553" y="5423428"/>
                  <a:ext cx="123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1086BB91-D361-4E91-97AA-D8CC4AA96B3A}"/>
                    </a:ext>
                  </a:extLst>
                </p14:cNvPr>
                <p14:cNvContentPartPr/>
                <p14:nvPr/>
              </p14:nvContentPartPr>
              <p14:xfrm>
                <a:off x="1563753" y="5459428"/>
                <a:ext cx="274680" cy="7776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1086BB91-D361-4E91-97AA-D8CC4AA96B3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546113" y="5441788"/>
                  <a:ext cx="310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9D5F2DD5-9FC6-4E32-AE09-1317871E9A29}"/>
                    </a:ext>
                  </a:extLst>
                </p14:cNvPr>
                <p14:cNvContentPartPr/>
                <p14:nvPr/>
              </p14:nvContentPartPr>
              <p14:xfrm>
                <a:off x="1979193" y="5441428"/>
                <a:ext cx="79200" cy="36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9D5F2DD5-9FC6-4E32-AE09-1317871E9A2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61553" y="5423788"/>
                  <a:ext cx="114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7A889205-18C0-44F7-B561-92FF85612143}"/>
                    </a:ext>
                  </a:extLst>
                </p14:cNvPr>
                <p14:cNvContentPartPr/>
                <p14:nvPr/>
              </p14:nvContentPartPr>
              <p14:xfrm>
                <a:off x="1961553" y="5521348"/>
                <a:ext cx="109440" cy="972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7A889205-18C0-44F7-B561-92FF8561214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43913" y="5503348"/>
                  <a:ext cx="145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4851557C-E636-4E6A-8BBF-5D8F4CC78891}"/>
                    </a:ext>
                  </a:extLst>
                </p14:cNvPr>
                <p14:cNvContentPartPr/>
                <p14:nvPr/>
              </p14:nvContentPartPr>
              <p14:xfrm>
                <a:off x="2229393" y="5421628"/>
                <a:ext cx="177840" cy="1270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4851557C-E636-4E6A-8BBF-5D8F4CC7889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211753" y="5403988"/>
                  <a:ext cx="2134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83A4B7E6-17B7-46ED-8F54-6E8D5744FC0D}"/>
              </a:ext>
            </a:extLst>
          </p:cNvPr>
          <p:cNvGrpSpPr/>
          <p:nvPr/>
        </p:nvGrpSpPr>
        <p:grpSpPr>
          <a:xfrm>
            <a:off x="10217793" y="5556988"/>
            <a:ext cx="88920" cy="132840"/>
            <a:chOff x="10217793" y="5556988"/>
            <a:chExt cx="8892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2765122B-D055-4A62-B7A7-C4E7960ED13B}"/>
                    </a:ext>
                  </a:extLst>
                </p14:cNvPr>
                <p14:cNvContentPartPr/>
                <p14:nvPr/>
              </p14:nvContentPartPr>
              <p14:xfrm>
                <a:off x="10217793" y="5556988"/>
                <a:ext cx="360" cy="13284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2765122B-D055-4A62-B7A7-C4E7960ED13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00153" y="5538988"/>
                  <a:ext cx="36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A62E35AD-04F6-4D45-957C-4A4D11A581C8}"/>
                    </a:ext>
                  </a:extLst>
                </p14:cNvPr>
                <p14:cNvContentPartPr/>
                <p14:nvPr/>
              </p14:nvContentPartPr>
              <p14:xfrm>
                <a:off x="10244073" y="5574988"/>
                <a:ext cx="62640" cy="8172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A62E35AD-04F6-4D45-957C-4A4D11A581C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226433" y="5556988"/>
                  <a:ext cx="9828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E99553BA-BB43-4B38-A1DF-3890269A3D23}"/>
              </a:ext>
            </a:extLst>
          </p:cNvPr>
          <p:cNvGrpSpPr/>
          <p:nvPr/>
        </p:nvGrpSpPr>
        <p:grpSpPr>
          <a:xfrm>
            <a:off x="10457193" y="5415148"/>
            <a:ext cx="763560" cy="416880"/>
            <a:chOff x="10457193" y="5415148"/>
            <a:chExt cx="76356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E4A13FEC-E210-4F07-9C9C-E20D152BB3B4}"/>
                    </a:ext>
                  </a:extLst>
                </p14:cNvPr>
                <p14:cNvContentPartPr/>
                <p14:nvPr/>
              </p14:nvContentPartPr>
              <p14:xfrm>
                <a:off x="10457193" y="5527468"/>
                <a:ext cx="29880" cy="30456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E4A13FEC-E210-4F07-9C9C-E20D152BB3B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39193" y="5509828"/>
                  <a:ext cx="655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F77C6DD9-D670-4270-8080-2360E88250E7}"/>
                    </a:ext>
                  </a:extLst>
                </p14:cNvPr>
                <p14:cNvContentPartPr/>
                <p14:nvPr/>
              </p14:nvContentPartPr>
              <p14:xfrm>
                <a:off x="10582113" y="5610268"/>
                <a:ext cx="3960" cy="7560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F77C6DD9-D670-4270-8080-2360E88250E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564113" y="5592268"/>
                  <a:ext cx="39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DCAD220B-CFEB-4CA2-9A89-12AA952C2B0A}"/>
                    </a:ext>
                  </a:extLst>
                </p14:cNvPr>
                <p14:cNvContentPartPr/>
                <p14:nvPr/>
              </p14:nvContentPartPr>
              <p14:xfrm>
                <a:off x="10590753" y="5500108"/>
                <a:ext cx="10800" cy="1296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DCAD220B-CFEB-4CA2-9A89-12AA952C2B0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573113" y="5482468"/>
                  <a:ext cx="46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78D36503-E764-4140-90FB-570D6EB38CC1}"/>
                    </a:ext>
                  </a:extLst>
                </p14:cNvPr>
                <p14:cNvContentPartPr/>
                <p14:nvPr/>
              </p14:nvContentPartPr>
              <p14:xfrm>
                <a:off x="10687953" y="5592628"/>
                <a:ext cx="60840" cy="460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78D36503-E764-4140-90FB-570D6EB38CC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669953" y="5574628"/>
                  <a:ext cx="96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E9C02BDE-6D12-40D5-9ACF-4F6E06B6FBCC}"/>
                    </a:ext>
                  </a:extLst>
                </p14:cNvPr>
                <p14:cNvContentPartPr/>
                <p14:nvPr/>
              </p14:nvContentPartPr>
              <p14:xfrm>
                <a:off x="10839153" y="5601268"/>
                <a:ext cx="8640" cy="3420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E9C02BDE-6D12-40D5-9ACF-4F6E06B6FBC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821153" y="5583628"/>
                  <a:ext cx="442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5FCCDCFB-37F9-438F-9A9B-476E8FF075FC}"/>
                    </a:ext>
                  </a:extLst>
                </p14:cNvPr>
                <p14:cNvContentPartPr/>
                <p14:nvPr/>
              </p14:nvContentPartPr>
              <p14:xfrm>
                <a:off x="10865793" y="5500108"/>
                <a:ext cx="360" cy="396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5FCCDCFB-37F9-438F-9A9B-476E8FF075F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848153" y="5482468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58A388ED-7758-4B08-99F8-FD41F216FDFF}"/>
                    </a:ext>
                  </a:extLst>
                </p14:cNvPr>
                <p14:cNvContentPartPr/>
                <p14:nvPr/>
              </p14:nvContentPartPr>
              <p14:xfrm>
                <a:off x="10928073" y="5415148"/>
                <a:ext cx="37080" cy="23544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58A388ED-7758-4B08-99F8-FD41F216FDF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910073" y="5397148"/>
                  <a:ext cx="72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885975C7-B098-4FD4-8119-9C3EC9360EDF}"/>
                    </a:ext>
                  </a:extLst>
                </p14:cNvPr>
                <p14:cNvContentPartPr/>
                <p14:nvPr/>
              </p14:nvContentPartPr>
              <p14:xfrm>
                <a:off x="10928073" y="5494708"/>
                <a:ext cx="79920" cy="3960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885975C7-B098-4FD4-8119-9C3EC9360ED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910073" y="5477068"/>
                  <a:ext cx="115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BDBEE199-8902-4A39-B44D-80D955EFEC36}"/>
                    </a:ext>
                  </a:extLst>
                </p14:cNvPr>
                <p14:cNvContentPartPr/>
                <p14:nvPr/>
              </p14:nvContentPartPr>
              <p14:xfrm>
                <a:off x="11132193" y="5573548"/>
                <a:ext cx="88560" cy="7812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BDBEE199-8902-4A39-B44D-80D955EFEC3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114553" y="5555908"/>
                  <a:ext cx="12420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4C1125B9-318D-4432-830D-BEF9CD83DF87}"/>
              </a:ext>
            </a:extLst>
          </p:cNvPr>
          <p:cNvGrpSpPr/>
          <p:nvPr/>
        </p:nvGrpSpPr>
        <p:grpSpPr>
          <a:xfrm>
            <a:off x="10199793" y="5885668"/>
            <a:ext cx="347760" cy="114120"/>
            <a:chOff x="10199793" y="5885668"/>
            <a:chExt cx="34776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3FE41B4E-6CA0-47F9-A1BF-DF220E280127}"/>
                    </a:ext>
                  </a:extLst>
                </p14:cNvPr>
                <p14:cNvContentPartPr/>
                <p14:nvPr/>
              </p14:nvContentPartPr>
              <p14:xfrm>
                <a:off x="10199793" y="5912308"/>
                <a:ext cx="28080" cy="6984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3FE41B4E-6CA0-47F9-A1BF-DF220E28012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182153" y="5894308"/>
                  <a:ext cx="63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B5FDF48B-FD51-4733-895B-74BDFA748469}"/>
                    </a:ext>
                  </a:extLst>
                </p14:cNvPr>
                <p14:cNvContentPartPr/>
                <p14:nvPr/>
              </p14:nvContentPartPr>
              <p14:xfrm>
                <a:off x="10267473" y="5885668"/>
                <a:ext cx="55440" cy="5436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B5FDF48B-FD51-4733-895B-74BDFA74846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249833" y="5868028"/>
                  <a:ext cx="910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98169BE3-A89D-4056-8814-E20927169822}"/>
                    </a:ext>
                  </a:extLst>
                </p14:cNvPr>
                <p14:cNvContentPartPr/>
                <p14:nvPr/>
              </p14:nvContentPartPr>
              <p14:xfrm>
                <a:off x="10445313" y="5920948"/>
                <a:ext cx="102240" cy="7884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98169BE3-A89D-4056-8814-E2092716982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427313" y="5902948"/>
                  <a:ext cx="13788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96" name="Tinta 95">
                <a:extLst>
                  <a:ext uri="{FF2B5EF4-FFF2-40B4-BE49-F238E27FC236}">
                    <a16:creationId xmlns:a16="http://schemas.microsoft.com/office/drawing/2014/main" id="{E30F3239-AB64-4D3F-BB64-0BFF373B4A34}"/>
                  </a:ext>
                </a:extLst>
              </p14:cNvPr>
              <p14:cNvContentPartPr/>
              <p14:nvPr/>
            </p14:nvContentPartPr>
            <p14:xfrm>
              <a:off x="10723593" y="5902228"/>
              <a:ext cx="140400" cy="91440"/>
            </p14:xfrm>
          </p:contentPart>
        </mc:Choice>
        <mc:Fallback xmlns="">
          <p:pic>
            <p:nvPicPr>
              <p:cNvPr id="96" name="Tinta 95">
                <a:extLst>
                  <a:ext uri="{FF2B5EF4-FFF2-40B4-BE49-F238E27FC236}">
                    <a16:creationId xmlns:a16="http://schemas.microsoft.com/office/drawing/2014/main" id="{E30F3239-AB64-4D3F-BB64-0BFF373B4A34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705953" y="5884228"/>
                <a:ext cx="1760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6784FA1B-7948-4030-BF4E-A74BD865E28F}"/>
                  </a:ext>
                </a:extLst>
              </p14:cNvPr>
              <p14:cNvContentPartPr/>
              <p14:nvPr/>
            </p14:nvContentPartPr>
            <p14:xfrm>
              <a:off x="8984073" y="2377108"/>
              <a:ext cx="917280" cy="30240"/>
            </p14:xfrm>
          </p:contentPart>
        </mc:Choice>
        <mc:Fallback xmlns=""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6784FA1B-7948-4030-BF4E-A74BD865E28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966073" y="2341108"/>
                <a:ext cx="95292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E5859BAE-1674-4671-9F81-3D43CF16C801}"/>
                  </a:ext>
                </a:extLst>
              </p14:cNvPr>
              <p14:cNvContentPartPr/>
              <p14:nvPr/>
            </p14:nvContentPartPr>
            <p14:xfrm>
              <a:off x="8859513" y="4055788"/>
              <a:ext cx="1109160" cy="19800"/>
            </p14:xfrm>
          </p:contentPart>
        </mc:Choice>
        <mc:Fallback xmlns=""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E5859BAE-1674-4671-9F81-3D43CF16C801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8841513" y="4020148"/>
                <a:ext cx="11448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FC64936A-829F-4365-8946-3443A1348338}"/>
                  </a:ext>
                </a:extLst>
              </p14:cNvPr>
              <p14:cNvContentPartPr/>
              <p14:nvPr/>
            </p14:nvContentPartPr>
            <p14:xfrm>
              <a:off x="8832873" y="5334148"/>
              <a:ext cx="1117800" cy="29160"/>
            </p14:xfrm>
          </p:contentPart>
        </mc:Choice>
        <mc:Fallback xmlns=""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FC64936A-829F-4365-8946-3443A1348338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8815233" y="5298508"/>
                <a:ext cx="11534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4F03C53B-BB4A-4042-AEF5-A1A88B0CC4BC}"/>
                  </a:ext>
                </a:extLst>
              </p14:cNvPr>
              <p14:cNvContentPartPr/>
              <p14:nvPr/>
            </p14:nvContentPartPr>
            <p14:xfrm>
              <a:off x="7412313" y="4093588"/>
              <a:ext cx="1314720" cy="70560"/>
            </p14:xfrm>
          </p:contentPart>
        </mc:Choice>
        <mc:Fallback xmlns=""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4F03C53B-BB4A-4042-AEF5-A1A88B0CC4BC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394673" y="4057948"/>
                <a:ext cx="135036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E81B294F-8A78-4775-ACE4-BFAC43122B97}"/>
                  </a:ext>
                </a:extLst>
              </p14:cNvPr>
              <p14:cNvContentPartPr/>
              <p14:nvPr/>
            </p14:nvContentPartPr>
            <p14:xfrm>
              <a:off x="5139633" y="4126708"/>
              <a:ext cx="1034640" cy="29160"/>
            </p14:xfrm>
          </p:contentPart>
        </mc:Choice>
        <mc:Fallback xmlns=""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E81B294F-8A78-4775-ACE4-BFAC43122B97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121993" y="4090708"/>
                <a:ext cx="107028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3B07C7DF-BAA4-4CC0-881A-AA20DDB837A1}"/>
                  </a:ext>
                </a:extLst>
              </p14:cNvPr>
              <p14:cNvContentPartPr/>
              <p14:nvPr/>
            </p14:nvContentPartPr>
            <p14:xfrm>
              <a:off x="2875953" y="4180348"/>
              <a:ext cx="913680" cy="10440"/>
            </p14:xfrm>
          </p:contentPart>
        </mc:Choice>
        <mc:Fallback xmlns=""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3B07C7DF-BAA4-4CC0-881A-AA20DDB837A1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2858313" y="4144708"/>
                <a:ext cx="9493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5F23A7EB-33EF-4F99-BFAB-9FE5A58B300D}"/>
                  </a:ext>
                </a:extLst>
              </p14:cNvPr>
              <p14:cNvContentPartPr/>
              <p14:nvPr/>
            </p14:nvContentPartPr>
            <p14:xfrm>
              <a:off x="4056753" y="4190068"/>
              <a:ext cx="360" cy="360"/>
            </p14:xfrm>
          </p:contentPart>
        </mc:Choice>
        <mc:Fallback xmlns=""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5F23A7EB-33EF-4F99-BFAB-9FE5A58B300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038753" y="4154068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D1837C48-F0ED-471E-AAB9-C3334DCC0F37}"/>
                  </a:ext>
                </a:extLst>
              </p14:cNvPr>
              <p14:cNvContentPartPr/>
              <p14:nvPr/>
            </p14:nvContentPartPr>
            <p14:xfrm>
              <a:off x="3666153" y="4172068"/>
              <a:ext cx="371520" cy="19080"/>
            </p14:xfrm>
          </p:contentPart>
        </mc:Choice>
        <mc:Fallback xmlns=""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D1837C48-F0ED-471E-AAB9-C3334DCC0F37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648513" y="4136068"/>
                <a:ext cx="40716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EE8BAEDF-4D42-43EA-8316-E1E5FA908100}"/>
                  </a:ext>
                </a:extLst>
              </p14:cNvPr>
              <p14:cNvContentPartPr/>
              <p14:nvPr/>
            </p14:nvContentPartPr>
            <p14:xfrm>
              <a:off x="6835233" y="5379148"/>
              <a:ext cx="880200" cy="36720"/>
            </p14:xfrm>
          </p:contentPart>
        </mc:Choice>
        <mc:Fallback xmlns=""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EE8BAEDF-4D42-43EA-8316-E1E5FA908100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817593" y="5343148"/>
                <a:ext cx="9158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6371B4FD-537D-44DF-8155-F001ECE6822E}"/>
                  </a:ext>
                </a:extLst>
              </p14:cNvPr>
              <p14:cNvContentPartPr/>
              <p14:nvPr/>
            </p14:nvContentPartPr>
            <p14:xfrm>
              <a:off x="5343753" y="5390308"/>
              <a:ext cx="1305000" cy="78480"/>
            </p14:xfrm>
          </p:contentPart>
        </mc:Choice>
        <mc:Fallback xmlns=""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6371B4FD-537D-44DF-8155-F001ECE6822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326113" y="5354308"/>
                <a:ext cx="134064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F5AA0062-D0D3-4B67-992A-C3301CEBC283}"/>
                  </a:ext>
                </a:extLst>
              </p14:cNvPr>
              <p14:cNvContentPartPr/>
              <p14:nvPr/>
            </p14:nvContentPartPr>
            <p14:xfrm>
              <a:off x="3115713" y="5476708"/>
              <a:ext cx="1892520" cy="63000"/>
            </p14:xfrm>
          </p:contentPart>
        </mc:Choice>
        <mc:Fallback xmlns=""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F5AA0062-D0D3-4B67-992A-C3301CEBC28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3097713" y="5440708"/>
                <a:ext cx="19281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AD84923C-A7C0-4E9B-8A49-4E308328FD31}"/>
                  </a:ext>
                </a:extLst>
              </p14:cNvPr>
              <p14:cNvContentPartPr/>
              <p14:nvPr/>
            </p14:nvContentPartPr>
            <p14:xfrm>
              <a:off x="7403673" y="2379268"/>
              <a:ext cx="1392840" cy="45360"/>
            </p14:xfrm>
          </p:contentPart>
        </mc:Choice>
        <mc:Fallback xmlns=""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AD84923C-A7C0-4E9B-8A49-4E308328FD31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385673" y="2343628"/>
                <a:ext cx="142848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625ADB39-F635-4A2A-92B5-C4897F81A801}"/>
                  </a:ext>
                </a:extLst>
              </p14:cNvPr>
              <p14:cNvContentPartPr/>
              <p14:nvPr/>
            </p14:nvContentPartPr>
            <p14:xfrm>
              <a:off x="5991753" y="2404828"/>
              <a:ext cx="1322280" cy="1080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625ADB39-F635-4A2A-92B5-C4897F81A801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974113" y="2368828"/>
                <a:ext cx="135792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FDE12157-3EF7-4C7D-AF09-E57B65BDB2DB}"/>
                  </a:ext>
                </a:extLst>
              </p14:cNvPr>
              <p14:cNvContentPartPr/>
              <p14:nvPr/>
            </p14:nvContentPartPr>
            <p14:xfrm>
              <a:off x="4589193" y="2414188"/>
              <a:ext cx="1066680" cy="28800"/>
            </p14:xfrm>
          </p:contentPart>
        </mc:Choice>
        <mc:Fallback xmlns=""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FDE12157-3EF7-4C7D-AF09-E57B65BDB2DB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571553" y="2378548"/>
                <a:ext cx="11023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91822C59-6012-450C-9490-98EE6272638A}"/>
                  </a:ext>
                </a:extLst>
              </p14:cNvPr>
              <p14:cNvContentPartPr/>
              <p14:nvPr/>
            </p14:nvContentPartPr>
            <p14:xfrm>
              <a:off x="2671833" y="2405908"/>
              <a:ext cx="1775520" cy="54360"/>
            </p14:xfrm>
          </p:contentPart>
        </mc:Choice>
        <mc:Fallback xmlns=""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91822C59-6012-450C-9490-98EE6272638A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653833" y="2369908"/>
                <a:ext cx="18111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43D36B68-7C80-4532-8FBA-47A6530B7E04}"/>
                  </a:ext>
                </a:extLst>
              </p14:cNvPr>
              <p14:cNvContentPartPr/>
              <p14:nvPr/>
            </p14:nvContentPartPr>
            <p14:xfrm>
              <a:off x="6391713" y="4145068"/>
              <a:ext cx="807120" cy="27720"/>
            </p14:xfrm>
          </p:contentPart>
        </mc:Choice>
        <mc:Fallback xmlns=""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43D36B68-7C80-4532-8FBA-47A6530B7E04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373713" y="4109428"/>
                <a:ext cx="8427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3F8D516D-BA96-44D5-BFE6-F84D4223C59D}"/>
                  </a:ext>
                </a:extLst>
              </p14:cNvPr>
              <p14:cNvContentPartPr/>
              <p14:nvPr/>
            </p14:nvContentPartPr>
            <p14:xfrm>
              <a:off x="4180953" y="4118428"/>
              <a:ext cx="887040" cy="54360"/>
            </p14:xfrm>
          </p:contentPart>
        </mc:Choice>
        <mc:Fallback xmlns=""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3F8D516D-BA96-44D5-BFE6-F84D4223C59D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4162953" y="4082428"/>
                <a:ext cx="9226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A47E538D-CA42-4474-8E92-53F59018D2B6}"/>
                  </a:ext>
                </a:extLst>
              </p14:cNvPr>
              <p14:cNvContentPartPr/>
              <p14:nvPr/>
            </p14:nvContentPartPr>
            <p14:xfrm>
              <a:off x="7900833" y="5387428"/>
              <a:ext cx="834120" cy="28800"/>
            </p14:xfrm>
          </p:contentPart>
        </mc:Choice>
        <mc:Fallback xmlns=""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A47E538D-CA42-4474-8E92-53F59018D2B6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882833" y="5351788"/>
                <a:ext cx="86976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09B017BC-D199-4A6A-B88C-F3E857DE25D7}"/>
              </a:ext>
            </a:extLst>
          </p:cNvPr>
          <p:cNvGrpSpPr/>
          <p:nvPr/>
        </p:nvGrpSpPr>
        <p:grpSpPr>
          <a:xfrm>
            <a:off x="3532953" y="2262268"/>
            <a:ext cx="7201080" cy="339840"/>
            <a:chOff x="3532953" y="2262268"/>
            <a:chExt cx="720108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44263565-2415-4541-9A03-2B3B59FF2ADF}"/>
                    </a:ext>
                  </a:extLst>
                </p14:cNvPr>
                <p14:cNvContentPartPr/>
                <p14:nvPr/>
              </p14:nvContentPartPr>
              <p14:xfrm>
                <a:off x="3532953" y="2369548"/>
                <a:ext cx="6400080" cy="9864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44263565-2415-4541-9A03-2B3B59FF2AD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523953" y="2360548"/>
                  <a:ext cx="6417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5A24E572-B4DF-4441-AFB2-D8B588CEFB93}"/>
                    </a:ext>
                  </a:extLst>
                </p14:cNvPr>
                <p14:cNvContentPartPr/>
                <p14:nvPr/>
              </p14:nvContentPartPr>
              <p14:xfrm>
                <a:off x="9791913" y="2287828"/>
                <a:ext cx="131040" cy="18000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5A24E572-B4DF-4441-AFB2-D8B588CEFB9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782913" y="2278828"/>
                  <a:ext cx="148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BF206F3A-1877-445A-9FA6-599A1C5ACCB3}"/>
                    </a:ext>
                  </a:extLst>
                </p14:cNvPr>
                <p14:cNvContentPartPr/>
                <p14:nvPr/>
              </p14:nvContentPartPr>
              <p14:xfrm>
                <a:off x="7279473" y="2316988"/>
                <a:ext cx="185400" cy="17100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BF206F3A-1877-445A-9FA6-599A1C5ACCB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261833" y="2298988"/>
                  <a:ext cx="221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529E00D4-5DB6-468D-B5EE-5DD4C9E89A2A}"/>
                    </a:ext>
                  </a:extLst>
                </p14:cNvPr>
                <p14:cNvContentPartPr/>
                <p14:nvPr/>
              </p14:nvContentPartPr>
              <p14:xfrm>
                <a:off x="7288113" y="2289988"/>
                <a:ext cx="160560" cy="24912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529E00D4-5DB6-468D-B5EE-5DD4C9E89A2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270113" y="2272348"/>
                  <a:ext cx="1962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B7D08937-B997-4F07-A028-4C987DE93E65}"/>
                    </a:ext>
                  </a:extLst>
                </p14:cNvPr>
                <p14:cNvContentPartPr/>
                <p14:nvPr/>
              </p14:nvContentPartPr>
              <p14:xfrm>
                <a:off x="7241313" y="2413828"/>
                <a:ext cx="214560" cy="1980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B7D08937-B997-4F07-A028-4C987DE93E6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223313" y="2395828"/>
                  <a:ext cx="250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5F3193D6-3192-45B1-8F7B-4E9F2DCFC42C}"/>
                    </a:ext>
                  </a:extLst>
                </p14:cNvPr>
                <p14:cNvContentPartPr/>
                <p14:nvPr/>
              </p14:nvContentPartPr>
              <p14:xfrm>
                <a:off x="7359033" y="2281348"/>
                <a:ext cx="9720" cy="21240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5F3193D6-3192-45B1-8F7B-4E9F2DCFC42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341393" y="2263348"/>
                  <a:ext cx="453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E2CD11E4-2958-4AEA-BA6A-D4EEC2296553}"/>
                    </a:ext>
                  </a:extLst>
                </p14:cNvPr>
                <p14:cNvContentPartPr/>
                <p14:nvPr/>
              </p14:nvContentPartPr>
              <p14:xfrm>
                <a:off x="5645073" y="2262268"/>
                <a:ext cx="338040" cy="31248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E2CD11E4-2958-4AEA-BA6A-D4EEC229655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627433" y="2244268"/>
                  <a:ext cx="3736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ED8C34DD-1E26-48FD-8F24-6DF49C741082}"/>
                    </a:ext>
                  </a:extLst>
                </p14:cNvPr>
                <p14:cNvContentPartPr/>
                <p14:nvPr/>
              </p14:nvContentPartPr>
              <p14:xfrm>
                <a:off x="4420713" y="2343268"/>
                <a:ext cx="189000" cy="1396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ED8C34DD-1E26-48FD-8F24-6DF49C74108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403073" y="2325628"/>
                  <a:ext cx="224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1E20B9BA-A083-40F2-8991-3770CE38451B}"/>
                    </a:ext>
                  </a:extLst>
                </p14:cNvPr>
                <p14:cNvContentPartPr/>
                <p14:nvPr/>
              </p14:nvContentPartPr>
              <p14:xfrm>
                <a:off x="4440153" y="2281348"/>
                <a:ext cx="107280" cy="23940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1E20B9BA-A083-40F2-8991-3770CE38451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422513" y="2263348"/>
                  <a:ext cx="142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2C62A093-1EDC-4D83-A32A-41BBDF16CF5B}"/>
                    </a:ext>
                  </a:extLst>
                </p14:cNvPr>
                <p14:cNvContentPartPr/>
                <p14:nvPr/>
              </p14:nvContentPartPr>
              <p14:xfrm>
                <a:off x="4465353" y="2281348"/>
                <a:ext cx="48600" cy="20844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2C62A093-1EDC-4D83-A32A-41BBDF16CF5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447353" y="2263348"/>
                  <a:ext cx="842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1C587351-89E4-482A-850C-905BBC962BF0}"/>
                    </a:ext>
                  </a:extLst>
                </p14:cNvPr>
                <p14:cNvContentPartPr/>
                <p14:nvPr/>
              </p14:nvContentPartPr>
              <p14:xfrm>
                <a:off x="4340793" y="2388268"/>
                <a:ext cx="239400" cy="4500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1C587351-89E4-482A-850C-905BBC962BF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322793" y="2370268"/>
                  <a:ext cx="275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4561125B-EE0F-41BA-8EDE-20C4A01C05A2}"/>
                    </a:ext>
                  </a:extLst>
                </p14:cNvPr>
                <p14:cNvContentPartPr/>
                <p14:nvPr/>
              </p14:nvContentPartPr>
              <p14:xfrm>
                <a:off x="9996033" y="2476828"/>
                <a:ext cx="9720" cy="12528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4561125B-EE0F-41BA-8EDE-20C4A01C05A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978393" y="2458828"/>
                  <a:ext cx="45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E1F05A1C-F0A6-4915-AB98-D0CB122679BE}"/>
                    </a:ext>
                  </a:extLst>
                </p14:cNvPr>
                <p14:cNvContentPartPr/>
                <p14:nvPr/>
              </p14:nvContentPartPr>
              <p14:xfrm>
                <a:off x="10016553" y="2485468"/>
                <a:ext cx="86400" cy="10152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E1F05A1C-F0A6-4915-AB98-D0CB122679B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998553" y="2467828"/>
                  <a:ext cx="122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99BB0DE4-1632-4E7F-98F5-86B8FA747F31}"/>
                    </a:ext>
                  </a:extLst>
                </p14:cNvPr>
                <p14:cNvContentPartPr/>
                <p14:nvPr/>
              </p14:nvContentPartPr>
              <p14:xfrm>
                <a:off x="10182153" y="2503108"/>
                <a:ext cx="79200" cy="36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99BB0DE4-1632-4E7F-98F5-86B8FA747F3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64513" y="2485468"/>
                  <a:ext cx="114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3A5FEE79-3455-4E6F-8FD1-DD2FA8C3F6BD}"/>
                    </a:ext>
                  </a:extLst>
                </p14:cNvPr>
                <p14:cNvContentPartPr/>
                <p14:nvPr/>
              </p14:nvContentPartPr>
              <p14:xfrm>
                <a:off x="10191153" y="2570068"/>
                <a:ext cx="56520" cy="540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3A5FEE79-3455-4E6F-8FD1-DD2FA8C3F6B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173153" y="2552428"/>
                  <a:ext cx="92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90B9A772-F65E-4C15-B8E7-2E5F15985E2D}"/>
                    </a:ext>
                  </a:extLst>
                </p14:cNvPr>
                <p14:cNvContentPartPr/>
                <p14:nvPr/>
              </p14:nvContentPartPr>
              <p14:xfrm>
                <a:off x="10368993" y="2511748"/>
                <a:ext cx="87840" cy="972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90B9A772-F65E-4C15-B8E7-2E5F15985E2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350993" y="2494108"/>
                  <a:ext cx="123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51428ED2-6A55-4C61-B654-4EF01188DCA1}"/>
                    </a:ext>
                  </a:extLst>
                </p14:cNvPr>
                <p14:cNvContentPartPr/>
                <p14:nvPr/>
              </p14:nvContentPartPr>
              <p14:xfrm>
                <a:off x="10538193" y="2478988"/>
                <a:ext cx="87840" cy="7020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51428ED2-6A55-4C61-B654-4EF01188DCA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520553" y="2460988"/>
                  <a:ext cx="123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A65106DB-1533-404C-8D7E-C3588F17C6A5}"/>
                    </a:ext>
                  </a:extLst>
                </p14:cNvPr>
                <p14:cNvContentPartPr/>
                <p14:nvPr/>
              </p14:nvContentPartPr>
              <p14:xfrm>
                <a:off x="10635033" y="2466028"/>
                <a:ext cx="99000" cy="9144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A65106DB-1533-404C-8D7E-C3588F17C6A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17033" y="2448388"/>
                  <a:ext cx="13464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C26E6029-2678-466F-8EA2-E8C4FC5DCCF4}"/>
              </a:ext>
            </a:extLst>
          </p:cNvPr>
          <p:cNvGrpSpPr/>
          <p:nvPr/>
        </p:nvGrpSpPr>
        <p:grpSpPr>
          <a:xfrm>
            <a:off x="10102593" y="4047148"/>
            <a:ext cx="896760" cy="151200"/>
            <a:chOff x="10102593" y="4047148"/>
            <a:chExt cx="896760" cy="15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AACB2B9C-5950-4F37-913D-7F472BE34FEC}"/>
                    </a:ext>
                  </a:extLst>
                </p14:cNvPr>
                <p14:cNvContentPartPr/>
                <p14:nvPr/>
              </p14:nvContentPartPr>
              <p14:xfrm>
                <a:off x="10102593" y="4065508"/>
                <a:ext cx="360" cy="13284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AACB2B9C-5950-4F37-913D-7F472BE34FE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084953" y="4047508"/>
                  <a:ext cx="36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56513FBA-3E50-45E2-9657-06B323DFAEB3}"/>
                    </a:ext>
                  </a:extLst>
                </p14:cNvPr>
                <p14:cNvContentPartPr/>
                <p14:nvPr/>
              </p14:nvContentPartPr>
              <p14:xfrm>
                <a:off x="10141113" y="4074508"/>
                <a:ext cx="77040" cy="8964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56513FBA-3E50-45E2-9657-06B323DFAEB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123113" y="4056868"/>
                  <a:ext cx="112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E28907C2-19F9-4120-8DB8-7C0AE4FAAF89}"/>
                    </a:ext>
                  </a:extLst>
                </p14:cNvPr>
                <p14:cNvContentPartPr/>
                <p14:nvPr/>
              </p14:nvContentPartPr>
              <p14:xfrm>
                <a:off x="10359633" y="4109788"/>
                <a:ext cx="70200" cy="36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E28907C2-19F9-4120-8DB8-7C0AE4FAAF8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41993" y="4092148"/>
                  <a:ext cx="105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F49787A5-3B6F-40BD-8A78-B092C34CAD0E}"/>
                    </a:ext>
                  </a:extLst>
                </p14:cNvPr>
                <p14:cNvContentPartPr/>
                <p14:nvPr/>
              </p14:nvContentPartPr>
              <p14:xfrm>
                <a:off x="10359633" y="4154428"/>
                <a:ext cx="60840" cy="36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F49787A5-3B6F-40BD-8A78-B092C34CAD0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341993" y="4136428"/>
                  <a:ext cx="96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170EE331-051C-47D3-BCF1-666A66D5B41A}"/>
                    </a:ext>
                  </a:extLst>
                </p14:cNvPr>
                <p14:cNvContentPartPr/>
                <p14:nvPr/>
              </p14:nvContentPartPr>
              <p14:xfrm>
                <a:off x="10546473" y="4118788"/>
                <a:ext cx="75240" cy="756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170EE331-051C-47D3-BCF1-666A66D5B41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528473" y="4100788"/>
                  <a:ext cx="110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DAC494C3-F443-48AD-BA34-745CBD359A01}"/>
                    </a:ext>
                  </a:extLst>
                </p14:cNvPr>
                <p14:cNvContentPartPr/>
                <p14:nvPr/>
              </p14:nvContentPartPr>
              <p14:xfrm>
                <a:off x="10759233" y="4063348"/>
                <a:ext cx="91080" cy="6912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DAC494C3-F443-48AD-BA34-745CBD359A0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741233" y="4045708"/>
                  <a:ext cx="1267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DB95D9CC-AA8D-483C-976F-314929485463}"/>
                    </a:ext>
                  </a:extLst>
                </p14:cNvPr>
                <p14:cNvContentPartPr/>
                <p14:nvPr/>
              </p14:nvContentPartPr>
              <p14:xfrm>
                <a:off x="10883433" y="4047148"/>
                <a:ext cx="115920" cy="8064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DB95D9CC-AA8D-483C-976F-31492948546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865793" y="4029148"/>
                  <a:ext cx="15156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2593AD0B-4915-489B-87EE-555E20510DFB}"/>
              </a:ext>
            </a:extLst>
          </p:cNvPr>
          <p:cNvGrpSpPr/>
          <p:nvPr/>
        </p:nvGrpSpPr>
        <p:grpSpPr>
          <a:xfrm>
            <a:off x="5654793" y="2680588"/>
            <a:ext cx="347040" cy="204480"/>
            <a:chOff x="5654793" y="2680588"/>
            <a:chExt cx="34704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CEAFFCB4-32B3-40FD-A270-1B0410E333CC}"/>
                    </a:ext>
                  </a:extLst>
                </p14:cNvPr>
                <p14:cNvContentPartPr/>
                <p14:nvPr/>
              </p14:nvContentPartPr>
              <p14:xfrm>
                <a:off x="5708073" y="2680588"/>
                <a:ext cx="9720" cy="10800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CEAFFCB4-32B3-40FD-A270-1B0410E333C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690073" y="2662588"/>
                  <a:ext cx="45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E7750482-184C-4BCE-BDDB-7E29067750F8}"/>
                    </a:ext>
                  </a:extLst>
                </p14:cNvPr>
                <p14:cNvContentPartPr/>
                <p14:nvPr/>
              </p14:nvContentPartPr>
              <p14:xfrm>
                <a:off x="5654793" y="2733868"/>
                <a:ext cx="97200" cy="36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E7750482-184C-4BCE-BDDB-7E29067750F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36793" y="2715868"/>
                  <a:ext cx="132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F0CDD7B0-331D-4F48-933F-72DB0D8050A3}"/>
                    </a:ext>
                  </a:extLst>
                </p14:cNvPr>
                <p14:cNvContentPartPr/>
                <p14:nvPr/>
              </p14:nvContentPartPr>
              <p14:xfrm>
                <a:off x="5663433" y="2879308"/>
                <a:ext cx="82800" cy="576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F0CDD7B0-331D-4F48-933F-72DB0D8050A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45793" y="2861668"/>
                  <a:ext cx="118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D08EB54D-E262-483C-9EDE-5159D026A1B7}"/>
                    </a:ext>
                  </a:extLst>
                </p14:cNvPr>
                <p14:cNvContentPartPr/>
                <p14:nvPr/>
              </p14:nvContentPartPr>
              <p14:xfrm>
                <a:off x="5827233" y="2742868"/>
                <a:ext cx="102960" cy="7992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D08EB54D-E262-483C-9EDE-5159D026A1B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09233" y="2724868"/>
                  <a:ext cx="138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49C35271-6682-4BFE-9920-7676AD490793}"/>
                    </a:ext>
                  </a:extLst>
                </p14:cNvPr>
                <p14:cNvContentPartPr/>
                <p14:nvPr/>
              </p14:nvContentPartPr>
              <p14:xfrm>
                <a:off x="5920833" y="2740348"/>
                <a:ext cx="81000" cy="8424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49C35271-6682-4BFE-9920-7676AD49079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02833" y="2722348"/>
                  <a:ext cx="11664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3140A8D9-EA48-42A5-BA4B-B8D0D02FF15E}"/>
              </a:ext>
            </a:extLst>
          </p:cNvPr>
          <p:cNvGrpSpPr/>
          <p:nvPr/>
        </p:nvGrpSpPr>
        <p:grpSpPr>
          <a:xfrm>
            <a:off x="4882593" y="5043628"/>
            <a:ext cx="455040" cy="167760"/>
            <a:chOff x="4882593" y="5043628"/>
            <a:chExt cx="455040" cy="1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59DF4B05-1747-4E86-ACC9-B5436CE585E5}"/>
                    </a:ext>
                  </a:extLst>
                </p14:cNvPr>
                <p14:cNvContentPartPr/>
                <p14:nvPr/>
              </p14:nvContentPartPr>
              <p14:xfrm>
                <a:off x="4917873" y="5059828"/>
                <a:ext cx="28080" cy="9864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59DF4B05-1747-4E86-ACC9-B5436CE585E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899873" y="5042188"/>
                  <a:ext cx="63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03CB10C4-5F0B-4A76-9587-2B71E8191711}"/>
                    </a:ext>
                  </a:extLst>
                </p14:cNvPr>
                <p14:cNvContentPartPr/>
                <p14:nvPr/>
              </p14:nvContentPartPr>
              <p14:xfrm>
                <a:off x="4882593" y="5088268"/>
                <a:ext cx="151920" cy="2520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03CB10C4-5F0B-4A76-9587-2B71E819171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864593" y="5070628"/>
                  <a:ext cx="187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F3697D8D-E6FA-42A7-957F-A1E2CE87A802}"/>
                    </a:ext>
                  </a:extLst>
                </p14:cNvPr>
                <p14:cNvContentPartPr/>
                <p14:nvPr/>
              </p14:nvContentPartPr>
              <p14:xfrm>
                <a:off x="4891233" y="5200588"/>
                <a:ext cx="95400" cy="1080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F3697D8D-E6FA-42A7-957F-A1E2CE87A8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873593" y="5182588"/>
                  <a:ext cx="131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3A6293A3-42DF-44EE-9729-2F208763D6AC}"/>
                    </a:ext>
                  </a:extLst>
                </p14:cNvPr>
                <p14:cNvContentPartPr/>
                <p14:nvPr/>
              </p14:nvContentPartPr>
              <p14:xfrm>
                <a:off x="5148633" y="5063068"/>
                <a:ext cx="90360" cy="8676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3A6293A3-42DF-44EE-9729-2F208763D6A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130993" y="5045068"/>
                  <a:ext cx="126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62450191-B3BB-4D51-B4D1-C34C1414A1E4}"/>
                    </a:ext>
                  </a:extLst>
                </p14:cNvPr>
                <p14:cNvContentPartPr/>
                <p14:nvPr/>
              </p14:nvContentPartPr>
              <p14:xfrm>
                <a:off x="5246193" y="5043628"/>
                <a:ext cx="91440" cy="8028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62450191-B3BB-4D51-B4D1-C34C1414A1E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228193" y="5025628"/>
                  <a:ext cx="127080" cy="11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4" name="Tinta 143">
                <a:extLst>
                  <a:ext uri="{FF2B5EF4-FFF2-40B4-BE49-F238E27FC236}">
                    <a16:creationId xmlns:a16="http://schemas.microsoft.com/office/drawing/2014/main" id="{308189AD-DE43-4CBA-B0B4-9C7E2D36E55D}"/>
                  </a:ext>
                </a:extLst>
              </p14:cNvPr>
              <p14:cNvContentPartPr/>
              <p14:nvPr/>
            </p14:nvContentPartPr>
            <p14:xfrm>
              <a:off x="7326273" y="2647828"/>
              <a:ext cx="78480" cy="87840"/>
            </p14:xfrm>
          </p:contentPart>
        </mc:Choice>
        <mc:Fallback xmlns="">
          <p:pic>
            <p:nvPicPr>
              <p:cNvPr id="144" name="Tinta 143">
                <a:extLst>
                  <a:ext uri="{FF2B5EF4-FFF2-40B4-BE49-F238E27FC236}">
                    <a16:creationId xmlns:a16="http://schemas.microsoft.com/office/drawing/2014/main" id="{308189AD-DE43-4CBA-B0B4-9C7E2D36E55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308273" y="2629828"/>
                <a:ext cx="1141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5" name="Tinta 144">
                <a:extLst>
                  <a:ext uri="{FF2B5EF4-FFF2-40B4-BE49-F238E27FC236}">
                    <a16:creationId xmlns:a16="http://schemas.microsoft.com/office/drawing/2014/main" id="{3669B5AF-C036-444E-B115-C7DEBAF90CFA}"/>
                  </a:ext>
                </a:extLst>
              </p14:cNvPr>
              <p14:cNvContentPartPr/>
              <p14:nvPr/>
            </p14:nvContentPartPr>
            <p14:xfrm>
              <a:off x="4481553" y="2626948"/>
              <a:ext cx="84240" cy="117360"/>
            </p14:xfrm>
          </p:contentPart>
        </mc:Choice>
        <mc:Fallback xmlns="">
          <p:pic>
            <p:nvPicPr>
              <p:cNvPr id="145" name="Tinta 144">
                <a:extLst>
                  <a:ext uri="{FF2B5EF4-FFF2-40B4-BE49-F238E27FC236}">
                    <a16:creationId xmlns:a16="http://schemas.microsoft.com/office/drawing/2014/main" id="{3669B5AF-C036-444E-B115-C7DEBAF90CF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463553" y="2608948"/>
                <a:ext cx="1198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6" name="Tinta 145">
                <a:extLst>
                  <a:ext uri="{FF2B5EF4-FFF2-40B4-BE49-F238E27FC236}">
                    <a16:creationId xmlns:a16="http://schemas.microsoft.com/office/drawing/2014/main" id="{4F3B4C5D-AF05-4799-B920-7A0EB529940F}"/>
                  </a:ext>
                </a:extLst>
              </p14:cNvPr>
              <p14:cNvContentPartPr/>
              <p14:nvPr/>
            </p14:nvContentPartPr>
            <p14:xfrm>
              <a:off x="8743593" y="4313188"/>
              <a:ext cx="65880" cy="92880"/>
            </p14:xfrm>
          </p:contentPart>
        </mc:Choice>
        <mc:Fallback xmlns="">
          <p:pic>
            <p:nvPicPr>
              <p:cNvPr id="146" name="Tinta 145">
                <a:extLst>
                  <a:ext uri="{FF2B5EF4-FFF2-40B4-BE49-F238E27FC236}">
                    <a16:creationId xmlns:a16="http://schemas.microsoft.com/office/drawing/2014/main" id="{4F3B4C5D-AF05-4799-B920-7A0EB529940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725593" y="4295188"/>
                <a:ext cx="1015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7" name="Tinta 146">
                <a:extLst>
                  <a:ext uri="{FF2B5EF4-FFF2-40B4-BE49-F238E27FC236}">
                    <a16:creationId xmlns:a16="http://schemas.microsoft.com/office/drawing/2014/main" id="{4FCB5D34-66F4-4883-BED7-2C15260772F2}"/>
                  </a:ext>
                </a:extLst>
              </p14:cNvPr>
              <p14:cNvContentPartPr/>
              <p14:nvPr/>
            </p14:nvContentPartPr>
            <p14:xfrm>
              <a:off x="8792553" y="5653828"/>
              <a:ext cx="77040" cy="80640"/>
            </p14:xfrm>
          </p:contentPart>
        </mc:Choice>
        <mc:Fallback xmlns="">
          <p:pic>
            <p:nvPicPr>
              <p:cNvPr id="147" name="Tinta 146">
                <a:extLst>
                  <a:ext uri="{FF2B5EF4-FFF2-40B4-BE49-F238E27FC236}">
                    <a16:creationId xmlns:a16="http://schemas.microsoft.com/office/drawing/2014/main" id="{4FCB5D34-66F4-4883-BED7-2C15260772F2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774553" y="5635828"/>
                <a:ext cx="1126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1C32B266-711D-44BB-83FC-A3BDA2AD0135}"/>
                  </a:ext>
                </a:extLst>
              </p14:cNvPr>
              <p14:cNvContentPartPr/>
              <p14:nvPr/>
            </p14:nvContentPartPr>
            <p14:xfrm>
              <a:off x="6685113" y="5631508"/>
              <a:ext cx="106560" cy="96480"/>
            </p14:xfrm>
          </p:contentPart>
        </mc:Choice>
        <mc:Fallback xmlns=""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1C32B266-711D-44BB-83FC-A3BDA2AD0135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667473" y="5613508"/>
                <a:ext cx="142200" cy="13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3879DAEC-9E6A-49A0-AE64-8733E1C96ECA}"/>
              </a:ext>
            </a:extLst>
          </p:cNvPr>
          <p:cNvGrpSpPr/>
          <p:nvPr/>
        </p:nvGrpSpPr>
        <p:grpSpPr>
          <a:xfrm>
            <a:off x="8708313" y="2636668"/>
            <a:ext cx="316800" cy="151200"/>
            <a:chOff x="8708313" y="2636668"/>
            <a:chExt cx="316800" cy="15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FF78CAC1-3F38-4DC7-A4A3-6E42D76F8B90}"/>
                    </a:ext>
                  </a:extLst>
                </p14:cNvPr>
                <p14:cNvContentPartPr/>
                <p14:nvPr/>
              </p14:nvContentPartPr>
              <p14:xfrm>
                <a:off x="8736753" y="2636668"/>
                <a:ext cx="16200" cy="7992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FF78CAC1-3F38-4DC7-A4A3-6E42D76F8B9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719113" y="2618668"/>
                  <a:ext cx="51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C2D46605-DA5A-43AA-AA50-73C4D9BB7642}"/>
                    </a:ext>
                  </a:extLst>
                </p14:cNvPr>
                <p14:cNvContentPartPr/>
                <p14:nvPr/>
              </p14:nvContentPartPr>
              <p14:xfrm>
                <a:off x="8717673" y="2671588"/>
                <a:ext cx="78840" cy="36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C2D46605-DA5A-43AA-AA50-73C4D9BB764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700033" y="2653948"/>
                  <a:ext cx="11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CB559050-88CA-4704-8762-9EFB39200B46}"/>
                    </a:ext>
                  </a:extLst>
                </p14:cNvPr>
                <p14:cNvContentPartPr/>
                <p14:nvPr/>
              </p14:nvContentPartPr>
              <p14:xfrm>
                <a:off x="8708313" y="2778148"/>
                <a:ext cx="84600" cy="972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CB559050-88CA-4704-8762-9EFB39200B4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690673" y="2760508"/>
                  <a:ext cx="120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E8E61EE2-BEB2-4CFB-B903-573B0C968202}"/>
                    </a:ext>
                  </a:extLst>
                </p14:cNvPr>
                <p14:cNvContentPartPr/>
                <p14:nvPr/>
              </p14:nvContentPartPr>
              <p14:xfrm>
                <a:off x="8828553" y="2679148"/>
                <a:ext cx="91800" cy="7164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E8E61EE2-BEB2-4CFB-B903-573B0C96820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810913" y="2661148"/>
                  <a:ext cx="127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A5ED228C-8E4F-4C9E-8A44-31A979B92BF4}"/>
                    </a:ext>
                  </a:extLst>
                </p14:cNvPr>
                <p14:cNvContentPartPr/>
                <p14:nvPr/>
              </p14:nvContentPartPr>
              <p14:xfrm>
                <a:off x="8921433" y="2664388"/>
                <a:ext cx="103680" cy="9288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A5ED228C-8E4F-4C9E-8A44-31A979B92BF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903793" y="2646748"/>
                  <a:ext cx="139320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55" name="Tinta 154">
                <a:extLst>
                  <a:ext uri="{FF2B5EF4-FFF2-40B4-BE49-F238E27FC236}">
                    <a16:creationId xmlns:a16="http://schemas.microsoft.com/office/drawing/2014/main" id="{317858E6-C902-44AB-AF94-EAA7CA8FA4EC}"/>
                  </a:ext>
                </a:extLst>
              </p14:cNvPr>
              <p14:cNvContentPartPr/>
              <p14:nvPr/>
            </p14:nvContentPartPr>
            <p14:xfrm>
              <a:off x="8984073" y="798508"/>
              <a:ext cx="360" cy="360"/>
            </p14:xfrm>
          </p:contentPart>
        </mc:Choice>
        <mc:Fallback xmlns="">
          <p:pic>
            <p:nvPicPr>
              <p:cNvPr id="155" name="Tinta 154">
                <a:extLst>
                  <a:ext uri="{FF2B5EF4-FFF2-40B4-BE49-F238E27FC236}">
                    <a16:creationId xmlns:a16="http://schemas.microsoft.com/office/drawing/2014/main" id="{317858E6-C902-44AB-AF94-EAA7CA8FA4EC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8966073" y="78086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56" name="Tinta 155">
                <a:extLst>
                  <a:ext uri="{FF2B5EF4-FFF2-40B4-BE49-F238E27FC236}">
                    <a16:creationId xmlns:a16="http://schemas.microsoft.com/office/drawing/2014/main" id="{04AEAD18-4C34-425E-8E2D-7BECC2DC1929}"/>
                  </a:ext>
                </a:extLst>
              </p14:cNvPr>
              <p14:cNvContentPartPr/>
              <p14:nvPr/>
            </p14:nvContentPartPr>
            <p14:xfrm>
              <a:off x="8042673" y="772228"/>
              <a:ext cx="360" cy="360"/>
            </p14:xfrm>
          </p:contentPart>
        </mc:Choice>
        <mc:Fallback xmlns="">
          <p:pic>
            <p:nvPicPr>
              <p:cNvPr id="156" name="Tinta 155">
                <a:extLst>
                  <a:ext uri="{FF2B5EF4-FFF2-40B4-BE49-F238E27FC236}">
                    <a16:creationId xmlns:a16="http://schemas.microsoft.com/office/drawing/2014/main" id="{04AEAD18-4C34-425E-8E2D-7BECC2DC1929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8025033" y="75422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9130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3AFCB-8881-4C54-BE60-7FA280E2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1287"/>
            <a:ext cx="10515600" cy="826366"/>
          </a:xfrm>
        </p:spPr>
        <p:txBody>
          <a:bodyPr>
            <a:normAutofit/>
          </a:bodyPr>
          <a:lstStyle/>
          <a:p>
            <a:r>
              <a:rPr lang="pt-BR" sz="3600" dirty="0"/>
              <a:t>Observação sobre simetria vertical no LGR: 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D9A7B67-4729-4645-844E-96AB3402E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2663" y="1377653"/>
            <a:ext cx="7162799" cy="4807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A60A3BD-44C1-4FCA-AE8D-FB5BDD20A1C0}"/>
                  </a:ext>
                </a:extLst>
              </p14:cNvPr>
              <p14:cNvContentPartPr/>
              <p14:nvPr/>
            </p14:nvContentPartPr>
            <p14:xfrm>
              <a:off x="4323153" y="3745468"/>
              <a:ext cx="2776320" cy="4608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A60A3BD-44C1-4FCA-AE8D-FB5BDD20A1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05153" y="3709468"/>
                <a:ext cx="281196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F395F33D-E786-4F5A-8CB3-C8D25E921614}"/>
                  </a:ext>
                </a:extLst>
              </p14:cNvPr>
              <p14:cNvContentPartPr/>
              <p14:nvPr/>
            </p14:nvContentPartPr>
            <p14:xfrm>
              <a:off x="5670633" y="2805148"/>
              <a:ext cx="74520" cy="91332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F395F33D-E786-4F5A-8CB3-C8D25E9216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52633" y="2769148"/>
                <a:ext cx="110160" cy="9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A96F14DA-80BA-4A00-B5C8-FCB663921736}"/>
                  </a:ext>
                </a:extLst>
              </p14:cNvPr>
              <p14:cNvContentPartPr/>
              <p14:nvPr/>
            </p14:nvContentPartPr>
            <p14:xfrm>
              <a:off x="5656233" y="3763828"/>
              <a:ext cx="43200" cy="94428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A96F14DA-80BA-4A00-B5C8-FCB6639217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38593" y="3728188"/>
                <a:ext cx="78840" cy="10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5EA45297-9D18-4122-8F26-25E6B69AC368}"/>
                  </a:ext>
                </a:extLst>
              </p14:cNvPr>
              <p14:cNvContentPartPr/>
              <p14:nvPr/>
            </p14:nvContentPartPr>
            <p14:xfrm>
              <a:off x="5787993" y="3606868"/>
              <a:ext cx="64800" cy="5940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5EA45297-9D18-4122-8F26-25E6B69AC36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70353" y="3571228"/>
                <a:ext cx="10044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C6BDEABB-B614-4618-AC5D-02158E544ABA}"/>
                  </a:ext>
                </a:extLst>
              </p14:cNvPr>
              <p14:cNvContentPartPr/>
              <p14:nvPr/>
            </p14:nvContentPartPr>
            <p14:xfrm>
              <a:off x="5733633" y="2630548"/>
              <a:ext cx="1590480" cy="107748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C6BDEABB-B614-4618-AC5D-02158E544AB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15993" y="2594548"/>
                <a:ext cx="1626120" cy="11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ABB15691-B84B-4803-9066-BE8B5665AA9B}"/>
                  </a:ext>
                </a:extLst>
              </p14:cNvPr>
              <p14:cNvContentPartPr/>
              <p14:nvPr/>
            </p14:nvContentPartPr>
            <p14:xfrm>
              <a:off x="6906513" y="2664388"/>
              <a:ext cx="293760" cy="14112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ABB15691-B84B-4803-9066-BE8B5665AA9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88873" y="2628388"/>
                <a:ext cx="3294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EEB381C5-7FF0-4F22-A95A-C5728A13DEE1}"/>
                  </a:ext>
                </a:extLst>
              </p14:cNvPr>
              <p14:cNvContentPartPr/>
              <p14:nvPr/>
            </p14:nvContentPartPr>
            <p14:xfrm>
              <a:off x="6977433" y="1467388"/>
              <a:ext cx="1983960" cy="131976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EEB381C5-7FF0-4F22-A95A-C5728A13DEE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59793" y="1431748"/>
                <a:ext cx="2019600" cy="13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A4814536-1FF8-4534-BEA5-A77A212F4186}"/>
                  </a:ext>
                </a:extLst>
              </p14:cNvPr>
              <p14:cNvContentPartPr/>
              <p14:nvPr/>
            </p14:nvContentPartPr>
            <p14:xfrm>
              <a:off x="2462673" y="1577188"/>
              <a:ext cx="3201480" cy="216900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A4814536-1FF8-4534-BEA5-A77A212F418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44673" y="1541188"/>
                <a:ext cx="3237120" cy="22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41FA242B-587F-42EA-A548-08B6F7DF25F4}"/>
                  </a:ext>
                </a:extLst>
              </p14:cNvPr>
              <p14:cNvContentPartPr/>
              <p14:nvPr/>
            </p14:nvContentPartPr>
            <p14:xfrm>
              <a:off x="2609553" y="5830228"/>
              <a:ext cx="187200" cy="15336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41FA242B-587F-42EA-A548-08B6F7DF25F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91913" y="5794228"/>
                <a:ext cx="2228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0681B6B4-F6BA-472D-8F59-E4D924CA41A9}"/>
                  </a:ext>
                </a:extLst>
              </p14:cNvPr>
              <p14:cNvContentPartPr/>
              <p14:nvPr/>
            </p14:nvContentPartPr>
            <p14:xfrm>
              <a:off x="2902593" y="5627188"/>
              <a:ext cx="217440" cy="13428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0681B6B4-F6BA-472D-8F59-E4D924CA41A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84593" y="5591548"/>
                <a:ext cx="2530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C50B30A6-EC84-45AB-9CCC-2F1D65B49D3D}"/>
                  </a:ext>
                </a:extLst>
              </p14:cNvPr>
              <p14:cNvContentPartPr/>
              <p14:nvPr/>
            </p14:nvContentPartPr>
            <p14:xfrm>
              <a:off x="2849313" y="3764908"/>
              <a:ext cx="2848680" cy="204120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C50B30A6-EC84-45AB-9CCC-2F1D65B49D3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31313" y="3728908"/>
                <a:ext cx="2884320" cy="21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A1D1C6DC-BEF0-43E9-B19A-3E05194A3731}"/>
                  </a:ext>
                </a:extLst>
              </p14:cNvPr>
              <p14:cNvContentPartPr/>
              <p14:nvPr/>
            </p14:nvContentPartPr>
            <p14:xfrm>
              <a:off x="5699073" y="3785068"/>
              <a:ext cx="3329640" cy="220500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A1D1C6DC-BEF0-43E9-B19A-3E05194A373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681433" y="3749068"/>
                <a:ext cx="3365280" cy="22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A21BFA04-A8C3-43A0-A91E-C3F71D456929}"/>
                  </a:ext>
                </a:extLst>
              </p14:cNvPr>
              <p14:cNvContentPartPr/>
              <p14:nvPr/>
            </p14:nvContentPartPr>
            <p14:xfrm>
              <a:off x="7172913" y="3736828"/>
              <a:ext cx="1756800" cy="3780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A21BFA04-A8C3-43A0-A91E-C3F71D45692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155273" y="3700828"/>
                <a:ext cx="17924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C5EF9E0E-F252-4079-886D-FC8B8C3CF92F}"/>
                  </a:ext>
                </a:extLst>
              </p14:cNvPr>
              <p14:cNvContentPartPr/>
              <p14:nvPr/>
            </p14:nvContentPartPr>
            <p14:xfrm>
              <a:off x="2432433" y="3745108"/>
              <a:ext cx="1847520" cy="2880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C5EF9E0E-F252-4079-886D-FC8B8C3CF92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14433" y="3709468"/>
                <a:ext cx="18831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08A54A86-9175-412D-A045-D16169B505F0}"/>
                  </a:ext>
                </a:extLst>
              </p14:cNvPr>
              <p14:cNvContentPartPr/>
              <p14:nvPr/>
            </p14:nvContentPartPr>
            <p14:xfrm>
              <a:off x="5698353" y="4829068"/>
              <a:ext cx="54360" cy="115200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08A54A86-9175-412D-A045-D16169B505F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680353" y="4793428"/>
                <a:ext cx="90000" cy="12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67B4520F-237D-43A5-9DF5-AB99CC9078CD}"/>
                  </a:ext>
                </a:extLst>
              </p14:cNvPr>
              <p14:cNvContentPartPr/>
              <p14:nvPr/>
            </p14:nvContentPartPr>
            <p14:xfrm>
              <a:off x="5725713" y="5077468"/>
              <a:ext cx="36000" cy="19836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67B4520F-237D-43A5-9DF5-AB99CC9078C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707713" y="5041828"/>
                <a:ext cx="716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48B13466-2050-4822-8D5B-4FC4FF9D60BC}"/>
                  </a:ext>
                </a:extLst>
              </p14:cNvPr>
              <p14:cNvContentPartPr/>
              <p14:nvPr/>
            </p14:nvContentPartPr>
            <p14:xfrm>
              <a:off x="5715993" y="5246668"/>
              <a:ext cx="27720" cy="14652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48B13466-2050-4822-8D5B-4FC4FF9D60B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698353" y="5210668"/>
                <a:ext cx="6336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7E8AC45C-D527-45AC-BDEB-68DA8B058D0F}"/>
                  </a:ext>
                </a:extLst>
              </p14:cNvPr>
              <p14:cNvContentPartPr/>
              <p14:nvPr/>
            </p14:nvContentPartPr>
            <p14:xfrm>
              <a:off x="5706273" y="1348228"/>
              <a:ext cx="46800" cy="136512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7E8AC45C-D527-45AC-BDEB-68DA8B058D0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688633" y="1312228"/>
                <a:ext cx="82440" cy="14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590719D0-7593-4E9E-962F-6BAA432D295F}"/>
                  </a:ext>
                </a:extLst>
              </p14:cNvPr>
              <p14:cNvContentPartPr/>
              <p14:nvPr/>
            </p14:nvContentPartPr>
            <p14:xfrm>
              <a:off x="8226993" y="3955708"/>
              <a:ext cx="172080" cy="16416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590719D0-7593-4E9E-962F-6BAA432D295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208993" y="3919708"/>
                <a:ext cx="2077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93A1A169-45F0-419A-9487-B45D9DDC5597}"/>
                  </a:ext>
                </a:extLst>
              </p14:cNvPr>
              <p14:cNvContentPartPr/>
              <p14:nvPr/>
            </p14:nvContentPartPr>
            <p14:xfrm>
              <a:off x="8477193" y="3984868"/>
              <a:ext cx="100080" cy="10872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93A1A169-45F0-419A-9487-B45D9DDC559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459193" y="3948868"/>
                <a:ext cx="1357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863997CF-0959-4665-ABBC-111B9285F201}"/>
                  </a:ext>
                </a:extLst>
              </p14:cNvPr>
              <p14:cNvContentPartPr/>
              <p14:nvPr/>
            </p14:nvContentPartPr>
            <p14:xfrm>
              <a:off x="7977513" y="2219068"/>
              <a:ext cx="140400" cy="20808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863997CF-0959-4665-ABBC-111B9285F20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959513" y="2183428"/>
                <a:ext cx="1760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BD366105-50A0-4BC6-BF62-87740D134222}"/>
                  </a:ext>
                </a:extLst>
              </p14:cNvPr>
              <p14:cNvContentPartPr/>
              <p14:nvPr/>
            </p14:nvContentPartPr>
            <p14:xfrm>
              <a:off x="8193513" y="2178388"/>
              <a:ext cx="124560" cy="14760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BD366105-50A0-4BC6-BF62-87740D13422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175513" y="2142748"/>
                <a:ext cx="160200" cy="21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Agrupar 58">
            <a:extLst>
              <a:ext uri="{FF2B5EF4-FFF2-40B4-BE49-F238E27FC236}">
                <a16:creationId xmlns:a16="http://schemas.microsoft.com/office/drawing/2014/main" id="{23EEBE46-B443-46F0-B4AB-69B5E23BD660}"/>
              </a:ext>
            </a:extLst>
          </p:cNvPr>
          <p:cNvGrpSpPr/>
          <p:nvPr/>
        </p:nvGrpSpPr>
        <p:grpSpPr>
          <a:xfrm>
            <a:off x="8914953" y="2039428"/>
            <a:ext cx="1159920" cy="270360"/>
            <a:chOff x="8914953" y="2039428"/>
            <a:chExt cx="11599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C83E09E2-9A7B-42CC-85F0-32A256843905}"/>
                    </a:ext>
                  </a:extLst>
                </p14:cNvPr>
                <p14:cNvContentPartPr/>
                <p14:nvPr/>
              </p14:nvContentPartPr>
              <p14:xfrm>
                <a:off x="8914953" y="2183788"/>
                <a:ext cx="99000" cy="12600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C83E09E2-9A7B-42CC-85F0-32A25684390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96953" y="2165788"/>
                  <a:ext cx="134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EEFC939D-900C-4E13-9BE1-8F26CD23879F}"/>
                    </a:ext>
                  </a:extLst>
                </p14:cNvPr>
                <p14:cNvContentPartPr/>
                <p14:nvPr/>
              </p14:nvContentPartPr>
              <p14:xfrm>
                <a:off x="9099993" y="2209348"/>
                <a:ext cx="84600" cy="7596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EEFC939D-900C-4E13-9BE1-8F26CD23879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82353" y="2191348"/>
                  <a:ext cx="120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F92B6553-115A-444E-86B5-51B80A0B1C73}"/>
                    </a:ext>
                  </a:extLst>
                </p14:cNvPr>
                <p14:cNvContentPartPr/>
                <p14:nvPr/>
              </p14:nvContentPartPr>
              <p14:xfrm>
                <a:off x="9276753" y="2188468"/>
                <a:ext cx="18720" cy="7956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F92B6553-115A-444E-86B5-51B80A0B1C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59113" y="2170468"/>
                  <a:ext cx="543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7894FD69-1E67-451E-A0D8-226FC85A52E3}"/>
                    </a:ext>
                  </a:extLst>
                </p14:cNvPr>
                <p14:cNvContentPartPr/>
                <p14:nvPr/>
              </p14:nvContentPartPr>
              <p14:xfrm>
                <a:off x="9282153" y="2089108"/>
                <a:ext cx="3960" cy="576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7894FD69-1E67-451E-A0D8-226FC85A52E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64153" y="2071468"/>
                  <a:ext cx="39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F8E763E9-7D29-49DA-BF52-D18A9A21F3A4}"/>
                    </a:ext>
                  </a:extLst>
                </p14:cNvPr>
                <p14:cNvContentPartPr/>
                <p14:nvPr/>
              </p14:nvContentPartPr>
              <p14:xfrm>
                <a:off x="9374673" y="2165788"/>
                <a:ext cx="81000" cy="6876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F8E763E9-7D29-49DA-BF52-D18A9A21F3A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56673" y="2148148"/>
                  <a:ext cx="116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7C358182-BA2F-4052-A76E-7AF7B2B022D2}"/>
                    </a:ext>
                  </a:extLst>
                </p14:cNvPr>
                <p14:cNvContentPartPr/>
                <p14:nvPr/>
              </p14:nvContentPartPr>
              <p14:xfrm>
                <a:off x="9550713" y="2165788"/>
                <a:ext cx="65520" cy="8964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7C358182-BA2F-4052-A76E-7AF7B2B022D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33073" y="2148148"/>
                  <a:ext cx="101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B1F2B0ED-0968-414F-A5DF-9110AE9260FD}"/>
                    </a:ext>
                  </a:extLst>
                </p14:cNvPr>
                <p14:cNvContentPartPr/>
                <p14:nvPr/>
              </p14:nvContentPartPr>
              <p14:xfrm>
                <a:off x="9676353" y="2192428"/>
                <a:ext cx="38880" cy="3888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B1F2B0ED-0968-414F-A5DF-9110AE9260F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58713" y="2174428"/>
                  <a:ext cx="745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0F980CE0-D542-45FC-80A5-8FEE3777ADC2}"/>
                    </a:ext>
                  </a:extLst>
                </p14:cNvPr>
                <p14:cNvContentPartPr/>
                <p14:nvPr/>
              </p14:nvContentPartPr>
              <p14:xfrm>
                <a:off x="9720633" y="2087668"/>
                <a:ext cx="9360" cy="720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0F980CE0-D542-45FC-80A5-8FEE3777ADC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02633" y="2070028"/>
                  <a:ext cx="45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09E81C10-0526-44FA-A908-9C333B2EE3E6}"/>
                    </a:ext>
                  </a:extLst>
                </p14:cNvPr>
                <p14:cNvContentPartPr/>
                <p14:nvPr/>
              </p14:nvContentPartPr>
              <p14:xfrm>
                <a:off x="9862833" y="2174788"/>
                <a:ext cx="57240" cy="6696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09E81C10-0526-44FA-A908-9C333B2EE3E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44833" y="2156788"/>
                  <a:ext cx="92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C7FDCB15-ACC7-4550-85E8-916364CD6C9E}"/>
                    </a:ext>
                  </a:extLst>
                </p14:cNvPr>
                <p14:cNvContentPartPr/>
                <p14:nvPr/>
              </p14:nvContentPartPr>
              <p14:xfrm>
                <a:off x="9888393" y="2039428"/>
                <a:ext cx="54720" cy="18108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C7FDCB15-ACC7-4550-85E8-916364CD6C9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70753" y="2021788"/>
                  <a:ext cx="90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90123A21-1DA9-41B2-B092-7EB0C3C11210}"/>
                    </a:ext>
                  </a:extLst>
                </p14:cNvPr>
                <p14:cNvContentPartPr/>
                <p14:nvPr/>
              </p14:nvContentPartPr>
              <p14:xfrm>
                <a:off x="9984873" y="2150308"/>
                <a:ext cx="90000" cy="10512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90123A21-1DA9-41B2-B092-7EB0C3C1121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66873" y="2132668"/>
                  <a:ext cx="12564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E153C861-0846-4798-8328-8E8A534E8C16}"/>
              </a:ext>
            </a:extLst>
          </p:cNvPr>
          <p:cNvGrpSpPr/>
          <p:nvPr/>
        </p:nvGrpSpPr>
        <p:grpSpPr>
          <a:xfrm>
            <a:off x="10395273" y="2032588"/>
            <a:ext cx="284400" cy="212400"/>
            <a:chOff x="10395273" y="2032588"/>
            <a:chExt cx="28440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0408184D-5749-4C93-991A-8558010C58DA}"/>
                    </a:ext>
                  </a:extLst>
                </p14:cNvPr>
                <p14:cNvContentPartPr/>
                <p14:nvPr/>
              </p14:nvContentPartPr>
              <p14:xfrm>
                <a:off x="10395273" y="2126188"/>
                <a:ext cx="79200" cy="9468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0408184D-5749-4C93-991A-8558010C58D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77633" y="2108188"/>
                  <a:ext cx="114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63347A61-E899-442F-9266-986FAEFE96A2}"/>
                    </a:ext>
                  </a:extLst>
                </p14:cNvPr>
                <p14:cNvContentPartPr/>
                <p14:nvPr/>
              </p14:nvContentPartPr>
              <p14:xfrm>
                <a:off x="10531713" y="2032588"/>
                <a:ext cx="147960" cy="2124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63347A61-E899-442F-9266-986FAEFE96A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514073" y="2014588"/>
                  <a:ext cx="18360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DFE4FD67-85EF-4B9E-A3F2-6ECD62B69D04}"/>
                  </a:ext>
                </a:extLst>
              </p14:cNvPr>
              <p14:cNvContentPartPr/>
              <p14:nvPr/>
            </p14:nvContentPartPr>
            <p14:xfrm>
              <a:off x="10963713" y="2129068"/>
              <a:ext cx="133920" cy="7956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DFE4FD67-85EF-4B9E-A3F2-6ECD62B69D0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945713" y="2111428"/>
                <a:ext cx="169560" cy="11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Agrupar 66">
            <a:extLst>
              <a:ext uri="{FF2B5EF4-FFF2-40B4-BE49-F238E27FC236}">
                <a16:creationId xmlns:a16="http://schemas.microsoft.com/office/drawing/2014/main" id="{567A6BBF-D33B-4C46-B969-32CA483D3E1F}"/>
              </a:ext>
            </a:extLst>
          </p:cNvPr>
          <p:cNvGrpSpPr/>
          <p:nvPr/>
        </p:nvGrpSpPr>
        <p:grpSpPr>
          <a:xfrm>
            <a:off x="8928993" y="2423548"/>
            <a:ext cx="739800" cy="315360"/>
            <a:chOff x="8928993" y="2423548"/>
            <a:chExt cx="73980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1805008E-5BF9-4360-9E42-912BBA604D46}"/>
                    </a:ext>
                  </a:extLst>
                </p14:cNvPr>
                <p14:cNvContentPartPr/>
                <p14:nvPr/>
              </p14:nvContentPartPr>
              <p14:xfrm>
                <a:off x="8928993" y="2583388"/>
                <a:ext cx="11520" cy="15552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1805008E-5BF9-4360-9E42-912BBA604D4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910993" y="2565388"/>
                  <a:ext cx="47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497810BC-C3EE-4599-B72D-0B70DF876429}"/>
                    </a:ext>
                  </a:extLst>
                </p14:cNvPr>
                <p14:cNvContentPartPr/>
                <p14:nvPr/>
              </p14:nvContentPartPr>
              <p14:xfrm>
                <a:off x="8930793" y="2551348"/>
                <a:ext cx="130680" cy="6588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497810BC-C3EE-4599-B72D-0B70DF87642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912793" y="2533348"/>
                  <a:ext cx="166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B7BC4EF6-5742-4BB8-B4CB-3162B9A78CF7}"/>
                    </a:ext>
                  </a:extLst>
                </p14:cNvPr>
                <p14:cNvContentPartPr/>
                <p14:nvPr/>
              </p14:nvContentPartPr>
              <p14:xfrm>
                <a:off x="9063993" y="2618308"/>
                <a:ext cx="98640" cy="7380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B7BC4EF6-5742-4BB8-B4CB-3162B9A78CF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46353" y="2600668"/>
                  <a:ext cx="134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36BB27C7-E78E-4A55-8FA4-0B1722063D33}"/>
                    </a:ext>
                  </a:extLst>
                </p14:cNvPr>
                <p14:cNvContentPartPr/>
                <p14:nvPr/>
              </p14:nvContentPartPr>
              <p14:xfrm>
                <a:off x="9249753" y="2600668"/>
                <a:ext cx="83880" cy="6696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36BB27C7-E78E-4A55-8FA4-0B1722063D3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232113" y="2583028"/>
                  <a:ext cx="119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3844AA30-357C-46A6-9D9D-AFB214E33343}"/>
                    </a:ext>
                  </a:extLst>
                </p14:cNvPr>
                <p14:cNvContentPartPr/>
                <p14:nvPr/>
              </p14:nvContentPartPr>
              <p14:xfrm>
                <a:off x="9410313" y="2423548"/>
                <a:ext cx="18720" cy="24444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3844AA30-357C-46A6-9D9D-AFB214E3334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392313" y="2405548"/>
                  <a:ext cx="543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3893B2AF-569B-4199-8BEA-2C5900FC06A7}"/>
                    </a:ext>
                  </a:extLst>
                </p14:cNvPr>
                <p14:cNvContentPartPr/>
                <p14:nvPr/>
              </p14:nvContentPartPr>
              <p14:xfrm>
                <a:off x="9418953" y="2520748"/>
                <a:ext cx="97200" cy="1512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3893B2AF-569B-4199-8BEA-2C5900FC06A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401313" y="2502748"/>
                  <a:ext cx="132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FB2F5AE2-C71D-4BAE-922C-8EB125900C5A}"/>
                    </a:ext>
                  </a:extLst>
                </p14:cNvPr>
                <p14:cNvContentPartPr/>
                <p14:nvPr/>
              </p14:nvContentPartPr>
              <p14:xfrm>
                <a:off x="9578433" y="2599228"/>
                <a:ext cx="90360" cy="7344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FB2F5AE2-C71D-4BAE-922C-8EB125900C5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560793" y="2581588"/>
                  <a:ext cx="1260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6539F817-60F6-4E6A-8267-C5B68BA00A69}"/>
              </a:ext>
            </a:extLst>
          </p:cNvPr>
          <p:cNvGrpSpPr/>
          <p:nvPr/>
        </p:nvGrpSpPr>
        <p:grpSpPr>
          <a:xfrm>
            <a:off x="10014753" y="2378908"/>
            <a:ext cx="333720" cy="267480"/>
            <a:chOff x="10014753" y="2378908"/>
            <a:chExt cx="33372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2B4A0F4D-99AB-4256-91E3-C00BDCCA215C}"/>
                    </a:ext>
                  </a:extLst>
                </p14:cNvPr>
                <p14:cNvContentPartPr/>
                <p14:nvPr/>
              </p14:nvContentPartPr>
              <p14:xfrm>
                <a:off x="10014753" y="2583028"/>
                <a:ext cx="104760" cy="5472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2B4A0F4D-99AB-4256-91E3-C00BDCCA215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997113" y="2565028"/>
                  <a:ext cx="1404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455C10C0-59D4-4EF6-B15A-5D338B1CFB85}"/>
                    </a:ext>
                  </a:extLst>
                </p14:cNvPr>
                <p14:cNvContentPartPr/>
                <p14:nvPr/>
              </p14:nvContentPartPr>
              <p14:xfrm>
                <a:off x="10101873" y="2378908"/>
                <a:ext cx="51120" cy="26568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455C10C0-59D4-4EF6-B15A-5D338B1CFB8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084233" y="2361268"/>
                  <a:ext cx="867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B621D5A3-407C-4AF2-B91F-E78A53D1507E}"/>
                    </a:ext>
                  </a:extLst>
                </p14:cNvPr>
                <p14:cNvContentPartPr/>
                <p14:nvPr/>
              </p14:nvContentPartPr>
              <p14:xfrm>
                <a:off x="10256673" y="2557108"/>
                <a:ext cx="91800" cy="8928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B621D5A3-407C-4AF2-B91F-E78A53D1507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38673" y="2539108"/>
                  <a:ext cx="12744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EE5A139A-A338-46CE-8F3A-2203E42670FE}"/>
              </a:ext>
            </a:extLst>
          </p:cNvPr>
          <p:cNvGrpSpPr/>
          <p:nvPr/>
        </p:nvGrpSpPr>
        <p:grpSpPr>
          <a:xfrm>
            <a:off x="10671753" y="2460988"/>
            <a:ext cx="421920" cy="282960"/>
            <a:chOff x="10671753" y="2460988"/>
            <a:chExt cx="42192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02AA3DCE-E1B4-4F9E-9989-6AC1CDB0D1A2}"/>
                    </a:ext>
                  </a:extLst>
                </p14:cNvPr>
                <p14:cNvContentPartPr/>
                <p14:nvPr/>
              </p14:nvContentPartPr>
              <p14:xfrm>
                <a:off x="10671753" y="2510308"/>
                <a:ext cx="79920" cy="7236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02AA3DCE-E1B4-4F9E-9989-6AC1CDB0D1A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654113" y="2492308"/>
                  <a:ext cx="1155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18E6E3A9-BA6B-4CD9-A63E-07C154C51637}"/>
                    </a:ext>
                  </a:extLst>
                </p14:cNvPr>
                <p14:cNvContentPartPr/>
                <p14:nvPr/>
              </p14:nvContentPartPr>
              <p14:xfrm>
                <a:off x="10714953" y="2511748"/>
                <a:ext cx="19080" cy="23220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18E6E3A9-BA6B-4CD9-A63E-07C154C5163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697313" y="2494108"/>
                  <a:ext cx="547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C2655A7D-0B5D-4A2F-953B-3D4DBF9182F8}"/>
                    </a:ext>
                  </a:extLst>
                </p14:cNvPr>
                <p14:cNvContentPartPr/>
                <p14:nvPr/>
              </p14:nvContentPartPr>
              <p14:xfrm>
                <a:off x="10856793" y="2503108"/>
                <a:ext cx="115200" cy="9108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C2655A7D-0B5D-4A2F-953B-3D4DBF9182F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839153" y="2485468"/>
                  <a:ext cx="150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B0C10E64-F78B-4468-890A-29991469956F}"/>
                    </a:ext>
                  </a:extLst>
                </p14:cNvPr>
                <p14:cNvContentPartPr/>
                <p14:nvPr/>
              </p14:nvContentPartPr>
              <p14:xfrm>
                <a:off x="11025273" y="2460988"/>
                <a:ext cx="68400" cy="11412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B0C10E64-F78B-4468-890A-29991469956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007633" y="2442988"/>
                  <a:ext cx="10404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A7170DC8-1497-416A-9E22-09D96CFC0FF9}"/>
              </a:ext>
            </a:extLst>
          </p:cNvPr>
          <p:cNvGrpSpPr/>
          <p:nvPr/>
        </p:nvGrpSpPr>
        <p:grpSpPr>
          <a:xfrm>
            <a:off x="11238753" y="2316988"/>
            <a:ext cx="450720" cy="268200"/>
            <a:chOff x="11238753" y="2316988"/>
            <a:chExt cx="45072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998533AB-7960-41B1-BEB0-98D519595FB0}"/>
                    </a:ext>
                  </a:extLst>
                </p14:cNvPr>
                <p14:cNvContentPartPr/>
                <p14:nvPr/>
              </p14:nvContentPartPr>
              <p14:xfrm>
                <a:off x="11238753" y="2520748"/>
                <a:ext cx="136080" cy="6264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998533AB-7960-41B1-BEB0-98D519595FB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221113" y="2502748"/>
                  <a:ext cx="1717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890B0E3A-2823-4280-B1BC-F6F918D6989D}"/>
                    </a:ext>
                  </a:extLst>
                </p14:cNvPr>
                <p14:cNvContentPartPr/>
                <p14:nvPr/>
              </p14:nvContentPartPr>
              <p14:xfrm>
                <a:off x="11272593" y="2316988"/>
                <a:ext cx="19800" cy="19872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890B0E3A-2823-4280-B1BC-F6F918D6989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254593" y="2298988"/>
                  <a:ext cx="55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6B09308A-659E-4B64-989E-EFF547AE0113}"/>
                    </a:ext>
                  </a:extLst>
                </p14:cNvPr>
                <p14:cNvContentPartPr/>
                <p14:nvPr/>
              </p14:nvContentPartPr>
              <p14:xfrm>
                <a:off x="11443233" y="2460268"/>
                <a:ext cx="27720" cy="964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6B09308A-659E-4B64-989E-EFF547AE011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425233" y="2442628"/>
                  <a:ext cx="63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ABBF54F4-804C-4D47-97FD-E451D5DEB0E1}"/>
                    </a:ext>
                  </a:extLst>
                </p14:cNvPr>
                <p14:cNvContentPartPr/>
                <p14:nvPr/>
              </p14:nvContentPartPr>
              <p14:xfrm>
                <a:off x="11550153" y="2492308"/>
                <a:ext cx="139320" cy="9288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ABBF54F4-804C-4D47-97FD-E451D5DEB0E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532153" y="2474668"/>
                  <a:ext cx="17496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3EC1E6E4-4A10-44C1-B709-6E82C6FE383C}"/>
              </a:ext>
            </a:extLst>
          </p:cNvPr>
          <p:cNvGrpSpPr/>
          <p:nvPr/>
        </p:nvGrpSpPr>
        <p:grpSpPr>
          <a:xfrm>
            <a:off x="10579593" y="2827828"/>
            <a:ext cx="256320" cy="181440"/>
            <a:chOff x="10579593" y="2827828"/>
            <a:chExt cx="25632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FABC864D-D498-4EC7-BC7C-E1890E3C6030}"/>
                    </a:ext>
                  </a:extLst>
                </p14:cNvPr>
                <p14:cNvContentPartPr/>
                <p14:nvPr/>
              </p14:nvContentPartPr>
              <p14:xfrm>
                <a:off x="10713873" y="2920348"/>
                <a:ext cx="122040" cy="8892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FABC864D-D498-4EC7-BC7C-E1890E3C603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696233" y="2902708"/>
                  <a:ext cx="157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0AAC7F96-6FE6-4C4A-B01C-0D7DAF76CFD9}"/>
                    </a:ext>
                  </a:extLst>
                </p14:cNvPr>
                <p14:cNvContentPartPr/>
                <p14:nvPr/>
              </p14:nvContentPartPr>
              <p14:xfrm>
                <a:off x="10579593" y="2827828"/>
                <a:ext cx="37800" cy="1296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0AAC7F96-6FE6-4C4A-B01C-0D7DAF76CFD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61953" y="2809828"/>
                  <a:ext cx="734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9FC1E4D7-393B-448F-A9B3-15B051065C08}"/>
              </a:ext>
            </a:extLst>
          </p:cNvPr>
          <p:cNvGrpSpPr/>
          <p:nvPr/>
        </p:nvGrpSpPr>
        <p:grpSpPr>
          <a:xfrm>
            <a:off x="9304183" y="2866528"/>
            <a:ext cx="992880" cy="267120"/>
            <a:chOff x="9252273" y="2822788"/>
            <a:chExt cx="99288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383E9DC4-78CF-47FB-85A3-568B98422753}"/>
                    </a:ext>
                  </a:extLst>
                </p14:cNvPr>
                <p14:cNvContentPartPr/>
                <p14:nvPr/>
              </p14:nvContentPartPr>
              <p14:xfrm>
                <a:off x="9305193" y="2999908"/>
                <a:ext cx="62640" cy="9000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383E9DC4-78CF-47FB-85A3-568B9842275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87553" y="2981908"/>
                  <a:ext cx="98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236D9B96-0646-490D-9EF9-927F4F389F6D}"/>
                    </a:ext>
                  </a:extLst>
                </p14:cNvPr>
                <p14:cNvContentPartPr/>
                <p14:nvPr/>
              </p14:nvContentPartPr>
              <p14:xfrm>
                <a:off x="9347673" y="2822788"/>
                <a:ext cx="27360" cy="22140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236D9B96-0646-490D-9EF9-927F4F389F6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329673" y="2804788"/>
                  <a:ext cx="630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1687C409-4170-41C1-AE7D-5788CB1BB49E}"/>
                    </a:ext>
                  </a:extLst>
                </p14:cNvPr>
                <p14:cNvContentPartPr/>
                <p14:nvPr/>
              </p14:nvContentPartPr>
              <p14:xfrm>
                <a:off x="9463233" y="2947708"/>
                <a:ext cx="69120" cy="9756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1687C409-4170-41C1-AE7D-5788CB1BB49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45233" y="2930068"/>
                  <a:ext cx="104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2743C3BE-3F74-46DC-97BA-208DC58EDD5F}"/>
                    </a:ext>
                  </a:extLst>
                </p14:cNvPr>
                <p14:cNvContentPartPr/>
                <p14:nvPr/>
              </p14:nvContentPartPr>
              <p14:xfrm>
                <a:off x="9612633" y="2934028"/>
                <a:ext cx="97920" cy="1090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2743C3BE-3F74-46DC-97BA-208DC58EDD5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594993" y="2916028"/>
                  <a:ext cx="133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F5664028-EE6E-4A44-84D4-20749178A264}"/>
                    </a:ext>
                  </a:extLst>
                </p14:cNvPr>
                <p14:cNvContentPartPr/>
                <p14:nvPr/>
              </p14:nvContentPartPr>
              <p14:xfrm>
                <a:off x="9747273" y="2946988"/>
                <a:ext cx="27720" cy="9720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F5664028-EE6E-4A44-84D4-20749178A26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729633" y="2928988"/>
                  <a:ext cx="63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374AC960-B84D-481B-AF00-9058C0D10C7F}"/>
                    </a:ext>
                  </a:extLst>
                </p14:cNvPr>
                <p14:cNvContentPartPr/>
                <p14:nvPr/>
              </p14:nvContentPartPr>
              <p14:xfrm>
                <a:off x="9818193" y="2876068"/>
                <a:ext cx="9360" cy="36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374AC960-B84D-481B-AF00-9058C0D10C7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800193" y="2858068"/>
                  <a:ext cx="45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4152F913-D75B-4E25-A180-D7ACB1DB7254}"/>
                    </a:ext>
                  </a:extLst>
                </p14:cNvPr>
                <p14:cNvContentPartPr/>
                <p14:nvPr/>
              </p14:nvContentPartPr>
              <p14:xfrm>
                <a:off x="9941673" y="2964988"/>
                <a:ext cx="50400" cy="6372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4152F913-D75B-4E25-A180-D7ACB1DB725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923673" y="2946988"/>
                  <a:ext cx="86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80D44907-3D63-4E6C-A0C6-63DCC9D42FD1}"/>
                    </a:ext>
                  </a:extLst>
                </p14:cNvPr>
                <p14:cNvContentPartPr/>
                <p14:nvPr/>
              </p14:nvContentPartPr>
              <p14:xfrm>
                <a:off x="10005033" y="2844028"/>
                <a:ext cx="240120" cy="17316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80D44907-3D63-4E6C-A0C6-63DCC9D42FD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987393" y="2826028"/>
                  <a:ext cx="275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3ADAFD9B-48B0-4D7C-9ED8-7506FB64D6B1}"/>
                    </a:ext>
                  </a:extLst>
                </p14:cNvPr>
                <p14:cNvContentPartPr/>
                <p14:nvPr/>
              </p14:nvContentPartPr>
              <p14:xfrm>
                <a:off x="9252273" y="3003148"/>
                <a:ext cx="34920" cy="5724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3ADAFD9B-48B0-4D7C-9ED8-7506FB64D6B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234633" y="2985508"/>
                  <a:ext cx="7056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38" name="Tinta 137">
                <a:extLst>
                  <a:ext uri="{FF2B5EF4-FFF2-40B4-BE49-F238E27FC236}">
                    <a16:creationId xmlns:a16="http://schemas.microsoft.com/office/drawing/2014/main" id="{B2C0F6BC-B9DE-4C46-9CB8-F94B3AD2497C}"/>
                  </a:ext>
                </a:extLst>
              </p14:cNvPr>
              <p14:cNvContentPartPr/>
              <p14:nvPr/>
            </p14:nvContentPartPr>
            <p14:xfrm>
              <a:off x="8937633" y="1649548"/>
              <a:ext cx="207000" cy="284400"/>
            </p14:xfrm>
          </p:contentPart>
        </mc:Choice>
        <mc:Fallback xmlns="">
          <p:pic>
            <p:nvPicPr>
              <p:cNvPr id="138" name="Tinta 137">
                <a:extLst>
                  <a:ext uri="{FF2B5EF4-FFF2-40B4-BE49-F238E27FC236}">
                    <a16:creationId xmlns:a16="http://schemas.microsoft.com/office/drawing/2014/main" id="{B2C0F6BC-B9DE-4C46-9CB8-F94B3AD2497C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919633" y="1631908"/>
                <a:ext cx="242640" cy="32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CBB16056-5D7A-4624-9B64-F06716AA38AF}"/>
              </a:ext>
            </a:extLst>
          </p:cNvPr>
          <p:cNvGrpSpPr/>
          <p:nvPr/>
        </p:nvGrpSpPr>
        <p:grpSpPr>
          <a:xfrm>
            <a:off x="9366033" y="1553068"/>
            <a:ext cx="1410480" cy="338400"/>
            <a:chOff x="9366033" y="1553068"/>
            <a:chExt cx="141048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C95840C3-7CE6-4158-BC25-B72FE1410BDD}"/>
                    </a:ext>
                  </a:extLst>
                </p14:cNvPr>
                <p14:cNvContentPartPr/>
                <p14:nvPr/>
              </p14:nvContentPartPr>
              <p14:xfrm>
                <a:off x="9366033" y="1765108"/>
                <a:ext cx="104400" cy="12636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C95840C3-7CE6-4158-BC25-B72FE1410BD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348033" y="1747468"/>
                  <a:ext cx="140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DDB50A3C-DC19-4881-99C5-4CB3FC1FFCC0}"/>
                    </a:ext>
                  </a:extLst>
                </p14:cNvPr>
                <p14:cNvContentPartPr/>
                <p14:nvPr/>
              </p14:nvContentPartPr>
              <p14:xfrm>
                <a:off x="9545313" y="1766188"/>
                <a:ext cx="77400" cy="11268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DDB50A3C-DC19-4881-99C5-4CB3FC1FFCC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527313" y="1748188"/>
                  <a:ext cx="113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D78CB58B-DBE5-40C5-AE50-575EA9FF21DC}"/>
                    </a:ext>
                  </a:extLst>
                </p14:cNvPr>
                <p14:cNvContentPartPr/>
                <p14:nvPr/>
              </p14:nvContentPartPr>
              <p14:xfrm>
                <a:off x="9663033" y="1757188"/>
                <a:ext cx="113400" cy="12384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D78CB58B-DBE5-40C5-AE50-575EA9FF21D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645033" y="1739548"/>
                  <a:ext cx="149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49708099-9C71-4BA1-8586-E604E60C2CD8}"/>
                    </a:ext>
                  </a:extLst>
                </p14:cNvPr>
                <p14:cNvContentPartPr/>
                <p14:nvPr/>
              </p14:nvContentPartPr>
              <p14:xfrm>
                <a:off x="9878673" y="1588708"/>
                <a:ext cx="13680" cy="27180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49708099-9C71-4BA1-8586-E604E60C2CD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861033" y="1571068"/>
                  <a:ext cx="493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BF29085A-99DB-4B9E-9D08-F1940BCDB2B8}"/>
                    </a:ext>
                  </a:extLst>
                </p14:cNvPr>
                <p14:cNvContentPartPr/>
                <p14:nvPr/>
              </p14:nvContentPartPr>
              <p14:xfrm>
                <a:off x="9898473" y="1668628"/>
                <a:ext cx="55440" cy="612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BF29085A-99DB-4B9E-9D08-F1940BCDB2B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880473" y="1650628"/>
                  <a:ext cx="91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7F78F33B-4F9A-404C-843A-031D1CB310AB}"/>
                    </a:ext>
                  </a:extLst>
                </p14:cNvPr>
                <p14:cNvContentPartPr/>
                <p14:nvPr/>
              </p14:nvContentPartPr>
              <p14:xfrm>
                <a:off x="10013673" y="1708948"/>
                <a:ext cx="53640" cy="11700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7F78F33B-4F9A-404C-843A-031D1CB310A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996033" y="1690948"/>
                  <a:ext cx="89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B28BAE95-CAFE-4AAB-BE0E-8C87483F05B5}"/>
                    </a:ext>
                  </a:extLst>
                </p14:cNvPr>
                <p14:cNvContentPartPr/>
                <p14:nvPr/>
              </p14:nvContentPartPr>
              <p14:xfrm>
                <a:off x="10158033" y="1731988"/>
                <a:ext cx="83880" cy="9720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B28BAE95-CAFE-4AAB-BE0E-8C87483F05B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140033" y="1714348"/>
                  <a:ext cx="119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F738342B-6BB7-4F3C-A713-2AE24965B0A9}"/>
                    </a:ext>
                  </a:extLst>
                </p14:cNvPr>
                <p14:cNvContentPartPr/>
                <p14:nvPr/>
              </p14:nvContentPartPr>
              <p14:xfrm>
                <a:off x="10280073" y="1599508"/>
                <a:ext cx="12600" cy="1620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F738342B-6BB7-4F3C-A713-2AE24965B0A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262073" y="1581508"/>
                  <a:ext cx="48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61857E05-C2A5-4763-ADF9-1CCAEB844E8E}"/>
                    </a:ext>
                  </a:extLst>
                </p14:cNvPr>
                <p14:cNvContentPartPr/>
                <p14:nvPr/>
              </p14:nvContentPartPr>
              <p14:xfrm>
                <a:off x="10341993" y="1712908"/>
                <a:ext cx="360" cy="8820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61857E05-C2A5-4763-ADF9-1CCAEB844E8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324353" y="1695268"/>
                  <a:ext cx="36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EEA01051-0D1B-40E1-8B9D-2430EC4CECCD}"/>
                    </a:ext>
                  </a:extLst>
                </p14:cNvPr>
                <p14:cNvContentPartPr/>
                <p14:nvPr/>
              </p14:nvContentPartPr>
              <p14:xfrm>
                <a:off x="10377633" y="1609948"/>
                <a:ext cx="3960" cy="576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EEA01051-0D1B-40E1-8B9D-2430EC4CECC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359993" y="1591948"/>
                  <a:ext cx="39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74A421C7-09FB-44D8-AD2E-81F807DCD768}"/>
                    </a:ext>
                  </a:extLst>
                </p14:cNvPr>
                <p14:cNvContentPartPr/>
                <p14:nvPr/>
              </p14:nvContentPartPr>
              <p14:xfrm>
                <a:off x="10467273" y="1717588"/>
                <a:ext cx="105480" cy="10332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74A421C7-09FB-44D8-AD2E-81F807DCD76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449273" y="1699948"/>
                  <a:ext cx="141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73FF3DF0-786F-477B-B21B-1FF3566ABA2C}"/>
                    </a:ext>
                  </a:extLst>
                </p14:cNvPr>
                <p14:cNvContentPartPr/>
                <p14:nvPr/>
              </p14:nvContentPartPr>
              <p14:xfrm>
                <a:off x="10546473" y="1553068"/>
                <a:ext cx="27000" cy="24804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73FF3DF0-786F-477B-B21B-1FF3566ABA2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528473" y="1535428"/>
                  <a:ext cx="626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802C037C-69C3-4155-9918-C9DE56892F1D}"/>
                    </a:ext>
                  </a:extLst>
                </p14:cNvPr>
                <p14:cNvContentPartPr/>
                <p14:nvPr/>
              </p14:nvContentPartPr>
              <p14:xfrm>
                <a:off x="10660233" y="1711828"/>
                <a:ext cx="116280" cy="9936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802C037C-69C3-4155-9918-C9DE56892F1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642233" y="1694188"/>
                  <a:ext cx="15192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62" name="Tinta 161">
                <a:extLst>
                  <a:ext uri="{FF2B5EF4-FFF2-40B4-BE49-F238E27FC236}">
                    <a16:creationId xmlns:a16="http://schemas.microsoft.com/office/drawing/2014/main" id="{F528F436-CFC5-4228-AA71-78C2F67C8FB2}"/>
                  </a:ext>
                </a:extLst>
              </p14:cNvPr>
              <p14:cNvContentPartPr/>
              <p14:nvPr/>
            </p14:nvContentPartPr>
            <p14:xfrm>
              <a:off x="10872993" y="2901988"/>
              <a:ext cx="84240" cy="92160"/>
            </p14:xfrm>
          </p:contentPart>
        </mc:Choice>
        <mc:Fallback xmlns="">
          <p:pic>
            <p:nvPicPr>
              <p:cNvPr id="162" name="Tinta 161">
                <a:extLst>
                  <a:ext uri="{FF2B5EF4-FFF2-40B4-BE49-F238E27FC236}">
                    <a16:creationId xmlns:a16="http://schemas.microsoft.com/office/drawing/2014/main" id="{F528F436-CFC5-4228-AA71-78C2F67C8FB2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0855353" y="2884348"/>
                <a:ext cx="11988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9D35B60B-CA03-4DFC-BD57-AB46B404863E}"/>
              </a:ext>
            </a:extLst>
          </p:cNvPr>
          <p:cNvGrpSpPr/>
          <p:nvPr/>
        </p:nvGrpSpPr>
        <p:grpSpPr>
          <a:xfrm>
            <a:off x="9303753" y="3321388"/>
            <a:ext cx="506160" cy="210240"/>
            <a:chOff x="9303753" y="3321388"/>
            <a:chExt cx="5061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105D1259-C24E-4D20-AAA9-9AC8CAAF0C42}"/>
                    </a:ext>
                  </a:extLst>
                </p14:cNvPr>
                <p14:cNvContentPartPr/>
                <p14:nvPr/>
              </p14:nvContentPartPr>
              <p14:xfrm>
                <a:off x="9303753" y="3410308"/>
                <a:ext cx="146160" cy="12132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105D1259-C24E-4D20-AAA9-9AC8CAAF0C4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285753" y="3392308"/>
                  <a:ext cx="181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9A9669C6-BBA1-41E1-B04A-F015A9240168}"/>
                    </a:ext>
                  </a:extLst>
                </p14:cNvPr>
                <p14:cNvContentPartPr/>
                <p14:nvPr/>
              </p14:nvContentPartPr>
              <p14:xfrm>
                <a:off x="9534153" y="3426148"/>
                <a:ext cx="3960" cy="7560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9A9669C6-BBA1-41E1-B04A-F015A924016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516513" y="3408508"/>
                  <a:ext cx="39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8B2BC929-DFAD-4B8E-9BF2-00DBA1452563}"/>
                    </a:ext>
                  </a:extLst>
                </p14:cNvPr>
                <p14:cNvContentPartPr/>
                <p14:nvPr/>
              </p14:nvContentPartPr>
              <p14:xfrm>
                <a:off x="9543153" y="3321388"/>
                <a:ext cx="7200" cy="792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8B2BC929-DFAD-4B8E-9BF2-00DBA145256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525153" y="3303388"/>
                  <a:ext cx="428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4750B66A-E9BF-4414-B5C0-20F01A57F41F}"/>
                    </a:ext>
                  </a:extLst>
                </p14:cNvPr>
                <p14:cNvContentPartPr/>
                <p14:nvPr/>
              </p14:nvContentPartPr>
              <p14:xfrm>
                <a:off x="9676353" y="3408508"/>
                <a:ext cx="120960" cy="10944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4750B66A-E9BF-4414-B5C0-20F01A57F41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658713" y="3390868"/>
                  <a:ext cx="156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84BE5726-5F7B-432E-B3D4-A0ABC16217FA}"/>
                    </a:ext>
                  </a:extLst>
                </p14:cNvPr>
                <p14:cNvContentPartPr/>
                <p14:nvPr/>
              </p14:nvContentPartPr>
              <p14:xfrm>
                <a:off x="9695793" y="3399868"/>
                <a:ext cx="114120" cy="10692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84BE5726-5F7B-432E-B3D4-A0ABC16217F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677793" y="3381868"/>
                  <a:ext cx="14976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16A6F808-2E0B-4F35-8071-3B3FAEF693A1}"/>
                  </a:ext>
                </a:extLst>
              </p14:cNvPr>
              <p14:cNvContentPartPr/>
              <p14:nvPr/>
            </p14:nvContentPartPr>
            <p14:xfrm>
              <a:off x="9969393" y="3407068"/>
              <a:ext cx="106560" cy="101880"/>
            </p14:xfrm>
          </p:contentPart>
        </mc:Choice>
        <mc:Fallback xmlns=""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16A6F808-2E0B-4F35-8071-3B3FAEF693A1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9951393" y="3389428"/>
                <a:ext cx="142200" cy="13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9E9803FA-A25A-4F0E-A377-A766DC175BF3}"/>
              </a:ext>
            </a:extLst>
          </p:cNvPr>
          <p:cNvGrpSpPr/>
          <p:nvPr/>
        </p:nvGrpSpPr>
        <p:grpSpPr>
          <a:xfrm>
            <a:off x="10434513" y="3301948"/>
            <a:ext cx="350640" cy="213840"/>
            <a:chOff x="10434513" y="3301948"/>
            <a:chExt cx="35064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10173AB7-6B64-4AE8-B263-4AED075B08C1}"/>
                    </a:ext>
                  </a:extLst>
                </p14:cNvPr>
                <p14:cNvContentPartPr/>
                <p14:nvPr/>
              </p14:nvContentPartPr>
              <p14:xfrm>
                <a:off x="10434513" y="3406348"/>
                <a:ext cx="122400" cy="10116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10173AB7-6B64-4AE8-B263-4AED075B08C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416873" y="3388348"/>
                  <a:ext cx="1580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11C05B8B-62B9-4862-B560-58CDBF54A7EC}"/>
                    </a:ext>
                  </a:extLst>
                </p14:cNvPr>
                <p14:cNvContentPartPr/>
                <p14:nvPr/>
              </p14:nvContentPartPr>
              <p14:xfrm>
                <a:off x="10544313" y="3301948"/>
                <a:ext cx="29160" cy="20340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11C05B8B-62B9-4862-B560-58CDBF54A7E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526673" y="3284308"/>
                  <a:ext cx="648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6C79A1FC-7352-48C3-BB0E-E727D0B35576}"/>
                    </a:ext>
                  </a:extLst>
                </p14:cNvPr>
                <p14:cNvContentPartPr/>
                <p14:nvPr/>
              </p14:nvContentPartPr>
              <p14:xfrm>
                <a:off x="10674273" y="3398788"/>
                <a:ext cx="110880" cy="11700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6C79A1FC-7352-48C3-BB0E-E727D0B3557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656633" y="3381148"/>
                  <a:ext cx="14652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991DCB2B-C1A3-48AB-A29A-4CC43A77A21A}"/>
              </a:ext>
            </a:extLst>
          </p:cNvPr>
          <p:cNvGrpSpPr/>
          <p:nvPr/>
        </p:nvGrpSpPr>
        <p:grpSpPr>
          <a:xfrm>
            <a:off x="9304113" y="3683908"/>
            <a:ext cx="1564920" cy="261360"/>
            <a:chOff x="9304113" y="3683908"/>
            <a:chExt cx="156492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AC0973C6-37BA-4B4E-8CD9-E20BA481EA29}"/>
                    </a:ext>
                  </a:extLst>
                </p14:cNvPr>
                <p14:cNvContentPartPr/>
                <p14:nvPr/>
              </p14:nvContentPartPr>
              <p14:xfrm>
                <a:off x="9304113" y="3755188"/>
                <a:ext cx="148320" cy="16740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AC0973C6-37BA-4B4E-8CD9-E20BA481EA2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286473" y="3737188"/>
                  <a:ext cx="183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59E215C6-3642-4E4B-861C-6766B02DDAC9}"/>
                    </a:ext>
                  </a:extLst>
                </p14:cNvPr>
                <p14:cNvContentPartPr/>
                <p14:nvPr/>
              </p14:nvContentPartPr>
              <p14:xfrm>
                <a:off x="9534513" y="3817108"/>
                <a:ext cx="17280" cy="12816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59E215C6-3642-4E4B-861C-6766B02DDAC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516513" y="3799468"/>
                  <a:ext cx="52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EC215078-0A25-4D9C-A5B5-8036E102C764}"/>
                    </a:ext>
                  </a:extLst>
                </p14:cNvPr>
                <p14:cNvContentPartPr/>
                <p14:nvPr/>
              </p14:nvContentPartPr>
              <p14:xfrm>
                <a:off x="9578793" y="3719548"/>
                <a:ext cx="12600" cy="396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EC215078-0A25-4D9C-A5B5-8036E102C76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560793" y="3701548"/>
                  <a:ext cx="48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45BC14C3-49DB-4F62-AD57-D666CCB90C55}"/>
                    </a:ext>
                  </a:extLst>
                </p14:cNvPr>
                <p14:cNvContentPartPr/>
                <p14:nvPr/>
              </p14:nvContentPartPr>
              <p14:xfrm>
                <a:off x="9674913" y="3852388"/>
                <a:ext cx="51480" cy="5616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45BC14C3-49DB-4F62-AD57-D666CCB90C5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657273" y="3834388"/>
                  <a:ext cx="871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2BF3FDBF-6F24-4E3A-9285-694CA1D73E7F}"/>
                    </a:ext>
                  </a:extLst>
                </p14:cNvPr>
                <p14:cNvContentPartPr/>
                <p14:nvPr/>
              </p14:nvContentPartPr>
              <p14:xfrm>
                <a:off x="9800553" y="3879388"/>
                <a:ext cx="22320" cy="1620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2BF3FDBF-6F24-4E3A-9285-694CA1D73E7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782913" y="3861388"/>
                  <a:ext cx="57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26DCE648-1B3A-4057-B549-D7C5B2B7883A}"/>
                    </a:ext>
                  </a:extLst>
                </p14:cNvPr>
                <p14:cNvContentPartPr/>
                <p14:nvPr/>
              </p14:nvContentPartPr>
              <p14:xfrm>
                <a:off x="9889473" y="3843748"/>
                <a:ext cx="39600" cy="3960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26DCE648-1B3A-4057-B549-D7C5B2B7883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871833" y="3825748"/>
                  <a:ext cx="75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FDCF664B-111D-470F-8A23-0085D53E2AA3}"/>
                    </a:ext>
                  </a:extLst>
                </p14:cNvPr>
                <p14:cNvContentPartPr/>
                <p14:nvPr/>
              </p14:nvContentPartPr>
              <p14:xfrm>
                <a:off x="9711633" y="3834748"/>
                <a:ext cx="95760" cy="3744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FDCF664B-111D-470F-8A23-0085D53E2AA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693993" y="3817108"/>
                  <a:ext cx="131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F62B9A6F-6877-463B-A0A4-AF2F51EC221B}"/>
                    </a:ext>
                  </a:extLst>
                </p14:cNvPr>
                <p14:cNvContentPartPr/>
                <p14:nvPr/>
              </p14:nvContentPartPr>
              <p14:xfrm>
                <a:off x="9836193" y="3843748"/>
                <a:ext cx="90360" cy="3924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F62B9A6F-6877-463B-A0A4-AF2F51EC221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818553" y="3825748"/>
                  <a:ext cx="126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85BFC22C-2093-4D87-82CE-B3B5007B7206}"/>
                    </a:ext>
                  </a:extLst>
                </p14:cNvPr>
                <p14:cNvContentPartPr/>
                <p14:nvPr/>
              </p14:nvContentPartPr>
              <p14:xfrm>
                <a:off x="10039953" y="3834028"/>
                <a:ext cx="96840" cy="8856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85BFC22C-2093-4D87-82CE-B3B5007B720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022313" y="3816028"/>
                  <a:ext cx="1324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3E2E17C3-3348-45C4-8716-08C619F20CF1}"/>
                    </a:ext>
                  </a:extLst>
                </p14:cNvPr>
                <p14:cNvContentPartPr/>
                <p14:nvPr/>
              </p14:nvContentPartPr>
              <p14:xfrm>
                <a:off x="10253073" y="3683908"/>
                <a:ext cx="18720" cy="23904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3E2E17C3-3348-45C4-8716-08C619F20CF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235433" y="3665908"/>
                  <a:ext cx="543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9BD0D87F-D011-47C4-96AD-821F472D547F}"/>
                    </a:ext>
                  </a:extLst>
                </p14:cNvPr>
                <p14:cNvContentPartPr/>
                <p14:nvPr/>
              </p14:nvContentPartPr>
              <p14:xfrm>
                <a:off x="10226793" y="3790468"/>
                <a:ext cx="79920" cy="2700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9BD0D87F-D011-47C4-96AD-821F472D547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208793" y="3772468"/>
                  <a:ext cx="115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4BA8759F-25F0-4E44-BD6A-41A3219DB566}"/>
                    </a:ext>
                  </a:extLst>
                </p14:cNvPr>
                <p14:cNvContentPartPr/>
                <p14:nvPr/>
              </p14:nvContentPartPr>
              <p14:xfrm>
                <a:off x="10395273" y="3791188"/>
                <a:ext cx="55800" cy="7812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4BA8759F-25F0-4E44-BD6A-41A3219DB56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377633" y="3773548"/>
                  <a:ext cx="914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8ED54933-4367-4A84-B652-6202CFABE8ED}"/>
                    </a:ext>
                  </a:extLst>
                </p14:cNvPr>
                <p14:cNvContentPartPr/>
                <p14:nvPr/>
              </p14:nvContentPartPr>
              <p14:xfrm>
                <a:off x="10590753" y="3817108"/>
                <a:ext cx="18720" cy="8784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8ED54933-4367-4A84-B652-6202CFABE8E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573113" y="3799468"/>
                  <a:ext cx="543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BF0F3817-A51A-4027-A4C7-0E0655C072E6}"/>
                    </a:ext>
                  </a:extLst>
                </p14:cNvPr>
                <p14:cNvContentPartPr/>
                <p14:nvPr/>
              </p14:nvContentPartPr>
              <p14:xfrm>
                <a:off x="10675713" y="3719548"/>
                <a:ext cx="3960" cy="36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BF0F3817-A51A-4027-A4C7-0E0655C072E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658073" y="3701548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AEE7CBA7-456C-4C6D-825C-05ED53B469ED}"/>
                    </a:ext>
                  </a:extLst>
                </p14:cNvPr>
                <p14:cNvContentPartPr/>
                <p14:nvPr/>
              </p14:nvContentPartPr>
              <p14:xfrm>
                <a:off x="10732593" y="3808468"/>
                <a:ext cx="136440" cy="11232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AEE7CBA7-456C-4C6D-825C-05ED53B469E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714953" y="3790468"/>
                  <a:ext cx="1720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Agrupar 205">
            <a:extLst>
              <a:ext uri="{FF2B5EF4-FFF2-40B4-BE49-F238E27FC236}">
                <a16:creationId xmlns:a16="http://schemas.microsoft.com/office/drawing/2014/main" id="{463734FA-A3D2-4976-A3DF-29805FD34BE3}"/>
              </a:ext>
            </a:extLst>
          </p:cNvPr>
          <p:cNvGrpSpPr/>
          <p:nvPr/>
        </p:nvGrpSpPr>
        <p:grpSpPr>
          <a:xfrm>
            <a:off x="9285753" y="4257028"/>
            <a:ext cx="369720" cy="152280"/>
            <a:chOff x="9285753" y="4257028"/>
            <a:chExt cx="36972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98B3191D-0969-49BA-919D-E1921315FFF8}"/>
                    </a:ext>
                  </a:extLst>
                </p14:cNvPr>
                <p14:cNvContentPartPr/>
                <p14:nvPr/>
              </p14:nvContentPartPr>
              <p14:xfrm>
                <a:off x="9285753" y="4257028"/>
                <a:ext cx="149040" cy="14904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98B3191D-0969-49BA-919D-E1921315FFF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267753" y="4239388"/>
                  <a:ext cx="1846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952DBA4D-F719-46D4-A691-95E34AD33261}"/>
                    </a:ext>
                  </a:extLst>
                </p14:cNvPr>
                <p14:cNvContentPartPr/>
                <p14:nvPr/>
              </p14:nvContentPartPr>
              <p14:xfrm>
                <a:off x="9482313" y="4297708"/>
                <a:ext cx="68760" cy="11160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952DBA4D-F719-46D4-A691-95E34AD3326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464673" y="4280068"/>
                  <a:ext cx="104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256014E9-1473-4D84-BE71-E4EAF8BFC422}"/>
                    </a:ext>
                  </a:extLst>
                </p14:cNvPr>
                <p14:cNvContentPartPr/>
                <p14:nvPr/>
              </p14:nvContentPartPr>
              <p14:xfrm>
                <a:off x="9623073" y="4299508"/>
                <a:ext cx="32400" cy="8856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256014E9-1473-4D84-BE71-E4EAF8BFC42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605433" y="4281868"/>
                  <a:ext cx="680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04D761A5-7EE2-4962-8653-1949263FA2EC}"/>
              </a:ext>
            </a:extLst>
          </p:cNvPr>
          <p:cNvGrpSpPr/>
          <p:nvPr/>
        </p:nvGrpSpPr>
        <p:grpSpPr>
          <a:xfrm>
            <a:off x="9845193" y="4109788"/>
            <a:ext cx="585000" cy="284040"/>
            <a:chOff x="9845193" y="4109788"/>
            <a:chExt cx="58500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29DA45E0-587E-4A29-92D3-F55FF050741D}"/>
                    </a:ext>
                  </a:extLst>
                </p14:cNvPr>
                <p14:cNvContentPartPr/>
                <p14:nvPr/>
              </p14:nvContentPartPr>
              <p14:xfrm>
                <a:off x="9880473" y="4109788"/>
                <a:ext cx="21960" cy="28404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29DA45E0-587E-4A29-92D3-F55FF050741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862473" y="4092148"/>
                  <a:ext cx="576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8948B3BA-B32E-4CC9-BD2F-8A2B140BACAE}"/>
                    </a:ext>
                  </a:extLst>
                </p14:cNvPr>
                <p14:cNvContentPartPr/>
                <p14:nvPr/>
              </p14:nvContentPartPr>
              <p14:xfrm>
                <a:off x="9845193" y="4225348"/>
                <a:ext cx="108000" cy="1692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8948B3BA-B32E-4CC9-BD2F-8A2B140BACA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827193" y="4207348"/>
                  <a:ext cx="143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D92BD664-F7B5-49ED-BECA-A433F091E64F}"/>
                    </a:ext>
                  </a:extLst>
                </p14:cNvPr>
                <p14:cNvContentPartPr/>
                <p14:nvPr/>
              </p14:nvContentPartPr>
              <p14:xfrm>
                <a:off x="10075593" y="4287628"/>
                <a:ext cx="9720" cy="9648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D92BD664-F7B5-49ED-BECA-A433F091E64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057953" y="4269988"/>
                  <a:ext cx="45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19E168A6-4B09-4538-AC9D-E9AACC9B9156}"/>
                    </a:ext>
                  </a:extLst>
                </p14:cNvPr>
                <p14:cNvContentPartPr/>
                <p14:nvPr/>
              </p14:nvContentPartPr>
              <p14:xfrm>
                <a:off x="10134273" y="4172068"/>
                <a:ext cx="3960" cy="36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19E168A6-4B09-4538-AC9D-E9AACC9B915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116633" y="4154068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32F31CB4-38DD-43E3-96A9-550EBE16AF3E}"/>
                    </a:ext>
                  </a:extLst>
                </p14:cNvPr>
                <p14:cNvContentPartPr/>
                <p14:nvPr/>
              </p14:nvContentPartPr>
              <p14:xfrm>
                <a:off x="10155153" y="4225348"/>
                <a:ext cx="70560" cy="11700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32F31CB4-38DD-43E3-96A9-550EBE16AF3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137153" y="4207348"/>
                  <a:ext cx="106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FBE38564-BA91-48E4-B46A-CAA555BA6120}"/>
                    </a:ext>
                  </a:extLst>
                </p14:cNvPr>
                <p14:cNvContentPartPr/>
                <p14:nvPr/>
              </p14:nvContentPartPr>
              <p14:xfrm>
                <a:off x="10288713" y="4268908"/>
                <a:ext cx="141480" cy="88920"/>
              </p14:xfrm>
            </p:contentPart>
          </mc:Choice>
          <mc:Fallback xmlns=""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FBE38564-BA91-48E4-B46A-CAA555BA612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71073" y="4250908"/>
                  <a:ext cx="17712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99" name="Tinta 198">
                <a:extLst>
                  <a:ext uri="{FF2B5EF4-FFF2-40B4-BE49-F238E27FC236}">
                    <a16:creationId xmlns:a16="http://schemas.microsoft.com/office/drawing/2014/main" id="{7B796BFD-5651-46DE-A873-AFE3C80F1D6A}"/>
                  </a:ext>
                </a:extLst>
              </p14:cNvPr>
              <p14:cNvContentPartPr/>
              <p14:nvPr/>
            </p14:nvContentPartPr>
            <p14:xfrm>
              <a:off x="10582113" y="4154428"/>
              <a:ext cx="45720" cy="239040"/>
            </p14:xfrm>
          </p:contentPart>
        </mc:Choice>
        <mc:Fallback xmlns="">
          <p:pic>
            <p:nvPicPr>
              <p:cNvPr id="199" name="Tinta 198">
                <a:extLst>
                  <a:ext uri="{FF2B5EF4-FFF2-40B4-BE49-F238E27FC236}">
                    <a16:creationId xmlns:a16="http://schemas.microsoft.com/office/drawing/2014/main" id="{7B796BFD-5651-46DE-A873-AFE3C80F1D6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564113" y="4136428"/>
                <a:ext cx="81360" cy="27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DD6B4692-C4C2-4C2A-A614-3471F1804B97}"/>
              </a:ext>
            </a:extLst>
          </p:cNvPr>
          <p:cNvGrpSpPr/>
          <p:nvPr/>
        </p:nvGrpSpPr>
        <p:grpSpPr>
          <a:xfrm>
            <a:off x="11006913" y="4136788"/>
            <a:ext cx="555120" cy="240480"/>
            <a:chOff x="11006913" y="4136788"/>
            <a:chExt cx="55512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B38F2263-AC70-49D6-97B5-00D803F5EA04}"/>
                    </a:ext>
                  </a:extLst>
                </p14:cNvPr>
                <p14:cNvContentPartPr/>
                <p14:nvPr/>
              </p14:nvContentPartPr>
              <p14:xfrm>
                <a:off x="11006913" y="4243348"/>
                <a:ext cx="43560" cy="9036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B38F2263-AC70-49D6-97B5-00D803F5EA0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988913" y="4225348"/>
                  <a:ext cx="79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224E8A6C-8750-4395-BF5D-75191EA9F078}"/>
                    </a:ext>
                  </a:extLst>
                </p14:cNvPr>
                <p14:cNvContentPartPr/>
                <p14:nvPr/>
              </p14:nvContentPartPr>
              <p14:xfrm>
                <a:off x="11087193" y="4136788"/>
                <a:ext cx="38520" cy="18396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224E8A6C-8750-4395-BF5D-75191EA9F07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69553" y="4118788"/>
                  <a:ext cx="74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2426C04E-120B-41E1-B72E-D42268D5ADC2}"/>
                    </a:ext>
                  </a:extLst>
                </p14:cNvPr>
                <p14:cNvContentPartPr/>
                <p14:nvPr/>
              </p14:nvContentPartPr>
              <p14:xfrm>
                <a:off x="11238753" y="4256668"/>
                <a:ext cx="98640" cy="85320"/>
              </p14:xfrm>
            </p:contentPart>
          </mc:Choice>
          <mc:Fallback xmlns=""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2426C04E-120B-41E1-B72E-D42268D5ADC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221113" y="4239028"/>
                  <a:ext cx="134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E897A438-1064-4125-A444-D5A6CF3B4AAB}"/>
                    </a:ext>
                  </a:extLst>
                </p14:cNvPr>
                <p14:cNvContentPartPr/>
                <p14:nvPr/>
              </p14:nvContentPartPr>
              <p14:xfrm>
                <a:off x="11451873" y="4225348"/>
                <a:ext cx="110160" cy="15192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E897A438-1064-4125-A444-D5A6CF3B4A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434233" y="4207348"/>
                  <a:ext cx="14580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Agrupar 220">
            <a:extLst>
              <a:ext uri="{FF2B5EF4-FFF2-40B4-BE49-F238E27FC236}">
                <a16:creationId xmlns:a16="http://schemas.microsoft.com/office/drawing/2014/main" id="{E7030841-AF6F-444A-8E83-9F601FFD77EE}"/>
              </a:ext>
            </a:extLst>
          </p:cNvPr>
          <p:cNvGrpSpPr/>
          <p:nvPr/>
        </p:nvGrpSpPr>
        <p:grpSpPr>
          <a:xfrm>
            <a:off x="9358833" y="4686868"/>
            <a:ext cx="758160" cy="357480"/>
            <a:chOff x="9358833" y="4686868"/>
            <a:chExt cx="7581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C64D317A-B6C5-4FD1-9AEA-6ABB676ADE23}"/>
                    </a:ext>
                  </a:extLst>
                </p14:cNvPr>
                <p14:cNvContentPartPr/>
                <p14:nvPr/>
              </p14:nvContentPartPr>
              <p14:xfrm>
                <a:off x="9358833" y="4861468"/>
                <a:ext cx="42480" cy="18288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C64D317A-B6C5-4FD1-9AEA-6ABB676ADE2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340833" y="4843468"/>
                  <a:ext cx="78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BB52136B-8D66-48C2-AD58-4AC3FFAE7C3A}"/>
                    </a:ext>
                  </a:extLst>
                </p14:cNvPr>
                <p14:cNvContentPartPr/>
                <p14:nvPr/>
              </p14:nvContentPartPr>
              <p14:xfrm>
                <a:off x="9391953" y="4792348"/>
                <a:ext cx="117000" cy="100440"/>
              </p14:xfrm>
            </p:contentPart>
          </mc:Choice>
          <mc:Fallback xmlns=""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BB52136B-8D66-48C2-AD58-4AC3FFAE7C3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374313" y="4774708"/>
                  <a:ext cx="1526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13036EF0-C00E-401C-B77D-54CE19FDBADE}"/>
                    </a:ext>
                  </a:extLst>
                </p14:cNvPr>
                <p14:cNvContentPartPr/>
                <p14:nvPr/>
              </p14:nvContentPartPr>
              <p14:xfrm>
                <a:off x="9534153" y="4925188"/>
                <a:ext cx="80640" cy="91080"/>
              </p14:xfrm>
            </p:contentPart>
          </mc:Choice>
          <mc:Fallback xmlns=""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13036EF0-C00E-401C-B77D-54CE19FDBAD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516513" y="4907548"/>
                  <a:ext cx="116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7674F513-8C3C-4CE4-B152-C3CFB07B8FC1}"/>
                    </a:ext>
                  </a:extLst>
                </p14:cNvPr>
                <p14:cNvContentPartPr/>
                <p14:nvPr/>
              </p14:nvContentPartPr>
              <p14:xfrm>
                <a:off x="9667353" y="4686868"/>
                <a:ext cx="72000" cy="283680"/>
              </p14:xfrm>
            </p:contentPart>
          </mc:Choice>
          <mc:Fallback xmlns=""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7674F513-8C3C-4CE4-B152-C3CFB07B8FC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649353" y="4669228"/>
                  <a:ext cx="1076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A0C58603-2588-4735-8926-397EF9822F7F}"/>
                    </a:ext>
                  </a:extLst>
                </p14:cNvPr>
                <p14:cNvContentPartPr/>
                <p14:nvPr/>
              </p14:nvContentPartPr>
              <p14:xfrm>
                <a:off x="9845193" y="4893508"/>
                <a:ext cx="88560" cy="8424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A0C58603-2588-4735-8926-397EF9822F7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827193" y="4875868"/>
                  <a:ext cx="124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CC8CA849-3C14-48EF-AC4A-0A3F2000A311}"/>
                    </a:ext>
                  </a:extLst>
                </p14:cNvPr>
                <p14:cNvContentPartPr/>
                <p14:nvPr/>
              </p14:nvContentPartPr>
              <p14:xfrm>
                <a:off x="10042833" y="4873708"/>
                <a:ext cx="74160" cy="116280"/>
              </p14:xfrm>
            </p:contentPart>
          </mc:Choice>
          <mc:Fallback xmlns=""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CC8CA849-3C14-48EF-AC4A-0A3F2000A31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024833" y="4855708"/>
                  <a:ext cx="10980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Agrupar 219">
            <a:extLst>
              <a:ext uri="{FF2B5EF4-FFF2-40B4-BE49-F238E27FC236}">
                <a16:creationId xmlns:a16="http://schemas.microsoft.com/office/drawing/2014/main" id="{41136285-32DE-4A2D-A1FD-9DC1608C3BB3}"/>
              </a:ext>
            </a:extLst>
          </p:cNvPr>
          <p:cNvGrpSpPr/>
          <p:nvPr/>
        </p:nvGrpSpPr>
        <p:grpSpPr>
          <a:xfrm>
            <a:off x="10422273" y="4722508"/>
            <a:ext cx="292320" cy="276120"/>
            <a:chOff x="10422273" y="4722508"/>
            <a:chExt cx="29232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ADC6785C-6ACC-48BE-960B-06E259FA7F11}"/>
                    </a:ext>
                  </a:extLst>
                </p14:cNvPr>
                <p14:cNvContentPartPr/>
                <p14:nvPr/>
              </p14:nvContentPartPr>
              <p14:xfrm>
                <a:off x="10422273" y="4891348"/>
                <a:ext cx="77400" cy="81360"/>
              </p14:xfrm>
            </p:contentPart>
          </mc:Choice>
          <mc:Fallback xmlns=""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ADC6785C-6ACC-48BE-960B-06E259FA7F1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404633" y="4873348"/>
                  <a:ext cx="113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1F7B16EF-5C3B-4D8E-9F02-22F972045F5C}"/>
                    </a:ext>
                  </a:extLst>
                </p14:cNvPr>
                <p14:cNvContentPartPr/>
                <p14:nvPr/>
              </p14:nvContentPartPr>
              <p14:xfrm>
                <a:off x="10464393" y="4722508"/>
                <a:ext cx="250200" cy="27612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1F7B16EF-5C3B-4D8E-9F02-22F972045F5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446753" y="4704868"/>
                  <a:ext cx="285840" cy="31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Agrupar 222">
            <a:extLst>
              <a:ext uri="{FF2B5EF4-FFF2-40B4-BE49-F238E27FC236}">
                <a16:creationId xmlns:a16="http://schemas.microsoft.com/office/drawing/2014/main" id="{7C26A4FC-F231-47F5-A62F-16B1D6D3286B}"/>
              </a:ext>
            </a:extLst>
          </p:cNvPr>
          <p:cNvGrpSpPr/>
          <p:nvPr/>
        </p:nvGrpSpPr>
        <p:grpSpPr>
          <a:xfrm>
            <a:off x="11025633" y="4784788"/>
            <a:ext cx="152640" cy="196560"/>
            <a:chOff x="11025633" y="4784788"/>
            <a:chExt cx="15264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35B33A89-FDEB-4CEC-AECD-D3EEE623DCDA}"/>
                    </a:ext>
                  </a:extLst>
                </p14:cNvPr>
                <p14:cNvContentPartPr/>
                <p14:nvPr/>
              </p14:nvContentPartPr>
              <p14:xfrm>
                <a:off x="11025633" y="4838068"/>
                <a:ext cx="36360" cy="14328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35B33A89-FDEB-4CEC-AECD-D3EEE623DCD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007993" y="4820068"/>
                  <a:ext cx="72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86D22AB6-33EB-4A8A-8432-22ACB76BDC30}"/>
                    </a:ext>
                  </a:extLst>
                </p14:cNvPr>
                <p14:cNvContentPartPr/>
                <p14:nvPr/>
              </p14:nvContentPartPr>
              <p14:xfrm>
                <a:off x="11052273" y="4784788"/>
                <a:ext cx="126000" cy="720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86D22AB6-33EB-4A8A-8432-22ACB76BDC3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034273" y="4766788"/>
                  <a:ext cx="161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17B7098F-608A-47A7-AC9E-FB0EB4517B42}"/>
                    </a:ext>
                  </a:extLst>
                </p14:cNvPr>
                <p14:cNvContentPartPr/>
                <p14:nvPr/>
              </p14:nvContentPartPr>
              <p14:xfrm>
                <a:off x="11114553" y="4855708"/>
                <a:ext cx="9360" cy="7200"/>
              </p14:xfrm>
            </p:contentPart>
          </mc:Choice>
          <mc:Fallback xmlns=""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17B7098F-608A-47A7-AC9E-FB0EB4517B4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096913" y="4837708"/>
                  <a:ext cx="45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3F124C2B-F065-4998-B652-287A0FFF77E2}"/>
                    </a:ext>
                  </a:extLst>
                </p14:cNvPr>
                <p14:cNvContentPartPr/>
                <p14:nvPr/>
              </p14:nvContentPartPr>
              <p14:xfrm>
                <a:off x="11096553" y="4846708"/>
                <a:ext cx="60840" cy="9720"/>
              </p14:xfrm>
            </p:contentPart>
          </mc:Choice>
          <mc:Fallback xmlns=""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3F124C2B-F065-4998-B652-287A0FFF77E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078913" y="4829068"/>
                  <a:ext cx="9648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24" name="Tinta 223">
                <a:extLst>
                  <a:ext uri="{FF2B5EF4-FFF2-40B4-BE49-F238E27FC236}">
                    <a16:creationId xmlns:a16="http://schemas.microsoft.com/office/drawing/2014/main" id="{B6A93A6E-6261-4E91-97CB-7706BB0283C6}"/>
                  </a:ext>
                </a:extLst>
              </p14:cNvPr>
              <p14:cNvContentPartPr/>
              <p14:nvPr/>
            </p14:nvContentPartPr>
            <p14:xfrm>
              <a:off x="11443233" y="5029948"/>
              <a:ext cx="360" cy="3960"/>
            </p14:xfrm>
          </p:contentPart>
        </mc:Choice>
        <mc:Fallback xmlns="">
          <p:pic>
            <p:nvPicPr>
              <p:cNvPr id="224" name="Tinta 223">
                <a:extLst>
                  <a:ext uri="{FF2B5EF4-FFF2-40B4-BE49-F238E27FC236}">
                    <a16:creationId xmlns:a16="http://schemas.microsoft.com/office/drawing/2014/main" id="{B6A93A6E-6261-4E91-97CB-7706BB0283C6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1425233" y="5011948"/>
                <a:ext cx="360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Agrupar 228">
            <a:extLst>
              <a:ext uri="{FF2B5EF4-FFF2-40B4-BE49-F238E27FC236}">
                <a16:creationId xmlns:a16="http://schemas.microsoft.com/office/drawing/2014/main" id="{5C6C8B63-0E4C-4E99-ABBA-F48F12EA1EE6}"/>
              </a:ext>
            </a:extLst>
          </p:cNvPr>
          <p:cNvGrpSpPr/>
          <p:nvPr/>
        </p:nvGrpSpPr>
        <p:grpSpPr>
          <a:xfrm>
            <a:off x="6384153" y="2130148"/>
            <a:ext cx="718200" cy="586440"/>
            <a:chOff x="6384153" y="2130148"/>
            <a:chExt cx="718200" cy="58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55FE7196-DDA2-4874-9CAF-AA590FFBA5DD}"/>
                    </a:ext>
                  </a:extLst>
                </p14:cNvPr>
                <p14:cNvContentPartPr/>
                <p14:nvPr/>
              </p14:nvContentPartPr>
              <p14:xfrm>
                <a:off x="6384153" y="2247508"/>
                <a:ext cx="718200" cy="46908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55FE7196-DDA2-4874-9CAF-AA590FFBA5D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366153" y="2229868"/>
                  <a:ext cx="75384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E8C0FB31-5EE2-4C77-BE3B-16C76B55F200}"/>
                    </a:ext>
                  </a:extLst>
                </p14:cNvPr>
                <p14:cNvContentPartPr/>
                <p14:nvPr/>
              </p14:nvContentPartPr>
              <p14:xfrm>
                <a:off x="6563073" y="2130148"/>
                <a:ext cx="25200" cy="15084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E8C0FB31-5EE2-4C77-BE3B-16C76B55F20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545433" y="2112508"/>
                  <a:ext cx="60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7FE65D7A-AEEC-4D10-AD55-E5C7D1834AFF}"/>
                    </a:ext>
                  </a:extLst>
                </p14:cNvPr>
                <p14:cNvContentPartPr/>
                <p14:nvPr/>
              </p14:nvContentPartPr>
              <p14:xfrm>
                <a:off x="6623193" y="2147788"/>
                <a:ext cx="87840" cy="88920"/>
              </p14:xfrm>
            </p:contentPart>
          </mc:Choice>
          <mc:Fallback xmlns=""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7FE65D7A-AEEC-4D10-AD55-E5C7D1834AF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05553" y="2130148"/>
                  <a:ext cx="123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4451C22F-E4FE-402B-8B8E-9CC3605B4A7B}"/>
                    </a:ext>
                  </a:extLst>
                </p14:cNvPr>
                <p14:cNvContentPartPr/>
                <p14:nvPr/>
              </p14:nvContentPartPr>
              <p14:xfrm>
                <a:off x="6795273" y="2192428"/>
                <a:ext cx="22680" cy="13356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4451C22F-E4FE-402B-8B8E-9CC3605B4A7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777633" y="2174428"/>
                  <a:ext cx="583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Agrupar 252">
            <a:extLst>
              <a:ext uri="{FF2B5EF4-FFF2-40B4-BE49-F238E27FC236}">
                <a16:creationId xmlns:a16="http://schemas.microsoft.com/office/drawing/2014/main" id="{818C4979-64EA-496A-BBA2-8FFA87CB782B}"/>
              </a:ext>
            </a:extLst>
          </p:cNvPr>
          <p:cNvGrpSpPr/>
          <p:nvPr/>
        </p:nvGrpSpPr>
        <p:grpSpPr>
          <a:xfrm>
            <a:off x="10173513" y="5356468"/>
            <a:ext cx="620280" cy="182160"/>
            <a:chOff x="10173513" y="5356468"/>
            <a:chExt cx="62028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041AFBF4-D30D-4E01-A5E6-14811BAA147A}"/>
                    </a:ext>
                  </a:extLst>
                </p14:cNvPr>
                <p14:cNvContentPartPr/>
                <p14:nvPr/>
              </p14:nvContentPartPr>
              <p14:xfrm>
                <a:off x="10173513" y="5397148"/>
                <a:ext cx="18360" cy="141480"/>
              </p14:xfrm>
            </p:contentPart>
          </mc:Choice>
          <mc:Fallback xmlns=""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041AFBF4-D30D-4E01-A5E6-14811BAA147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155513" y="5379148"/>
                  <a:ext cx="54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84D12DE2-713D-4BE5-9552-CE677A7AF9F6}"/>
                    </a:ext>
                  </a:extLst>
                </p14:cNvPr>
                <p14:cNvContentPartPr/>
                <p14:nvPr/>
              </p14:nvContentPartPr>
              <p14:xfrm>
                <a:off x="10199793" y="5370868"/>
                <a:ext cx="90720" cy="88560"/>
              </p14:xfrm>
            </p:contentPart>
          </mc:Choice>
          <mc:Fallback xmlns=""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84D12DE2-713D-4BE5-9552-CE677A7AF9F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182153" y="5352868"/>
                  <a:ext cx="1263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F6584268-B45E-4EA1-B6C8-E9083E4712EF}"/>
                    </a:ext>
                  </a:extLst>
                </p14:cNvPr>
                <p14:cNvContentPartPr/>
                <p14:nvPr/>
              </p14:nvContentPartPr>
              <p14:xfrm>
                <a:off x="10350633" y="5370508"/>
                <a:ext cx="91440" cy="10584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F6584268-B45E-4EA1-B6C8-E9083E4712E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332993" y="5352868"/>
                  <a:ext cx="127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A1E3554C-2EC2-45CC-B8FB-F6D3CF80CE6B}"/>
                    </a:ext>
                  </a:extLst>
                </p14:cNvPr>
                <p14:cNvContentPartPr/>
                <p14:nvPr/>
              </p14:nvContentPartPr>
              <p14:xfrm>
                <a:off x="10528833" y="5356468"/>
                <a:ext cx="64080" cy="121320"/>
              </p14:xfrm>
            </p:contentPart>
          </mc:Choice>
          <mc:Fallback xmlns=""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A1E3554C-2EC2-45CC-B8FB-F6D3CF80CE6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510833" y="5338468"/>
                  <a:ext cx="99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538BEBE9-6CFF-4F74-AFBE-6845360B0367}"/>
                    </a:ext>
                  </a:extLst>
                </p14:cNvPr>
                <p14:cNvContentPartPr/>
                <p14:nvPr/>
              </p14:nvContentPartPr>
              <p14:xfrm>
                <a:off x="10671753" y="5397148"/>
                <a:ext cx="122040" cy="90360"/>
              </p14:xfrm>
            </p:contentPart>
          </mc:Choice>
          <mc:Fallback xmlns=""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538BEBE9-6CFF-4F74-AFBE-6845360B036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653753" y="5379148"/>
                  <a:ext cx="15768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Agrupar 251">
            <a:extLst>
              <a:ext uri="{FF2B5EF4-FFF2-40B4-BE49-F238E27FC236}">
                <a16:creationId xmlns:a16="http://schemas.microsoft.com/office/drawing/2014/main" id="{8C0ABB06-7494-4F3B-90BE-0764012FDCF6}"/>
              </a:ext>
            </a:extLst>
          </p:cNvPr>
          <p:cNvGrpSpPr/>
          <p:nvPr/>
        </p:nvGrpSpPr>
        <p:grpSpPr>
          <a:xfrm>
            <a:off x="11087913" y="5334868"/>
            <a:ext cx="746640" cy="221400"/>
            <a:chOff x="11087913" y="5334868"/>
            <a:chExt cx="74664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281582A4-F567-4D72-9E0F-EDC3E9BBE75D}"/>
                    </a:ext>
                  </a:extLst>
                </p14:cNvPr>
                <p14:cNvContentPartPr/>
                <p14:nvPr/>
              </p14:nvContentPartPr>
              <p14:xfrm>
                <a:off x="11087913" y="5334868"/>
                <a:ext cx="46800" cy="129240"/>
              </p14:xfrm>
            </p:contentPart>
          </mc:Choice>
          <mc:Fallback xmlns=""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281582A4-F567-4D72-9E0F-EDC3E9BBE75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069913" y="5317228"/>
                  <a:ext cx="82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31524D91-FFCD-4938-8B38-FD38B285B525}"/>
                    </a:ext>
                  </a:extLst>
                </p14:cNvPr>
                <p14:cNvContentPartPr/>
                <p14:nvPr/>
              </p14:nvContentPartPr>
              <p14:xfrm>
                <a:off x="11176473" y="5343868"/>
                <a:ext cx="106560" cy="124920"/>
              </p14:xfrm>
            </p:contentPart>
          </mc:Choice>
          <mc:Fallback xmlns=""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31524D91-FFCD-4938-8B38-FD38B285B52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158833" y="5325868"/>
                  <a:ext cx="142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8311DA4E-0053-4531-8972-2A9B421BFD2D}"/>
                    </a:ext>
                  </a:extLst>
                </p14:cNvPr>
                <p14:cNvContentPartPr/>
                <p14:nvPr/>
              </p14:nvContentPartPr>
              <p14:xfrm>
                <a:off x="11392113" y="5370508"/>
                <a:ext cx="96120" cy="115560"/>
              </p14:xfrm>
            </p:contentPart>
          </mc:Choice>
          <mc:Fallback xmlns=""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8311DA4E-0053-4531-8972-2A9B421BFD2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374113" y="5352868"/>
                  <a:ext cx="1317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8226AAAC-849E-48D5-A71D-30D851FF9300}"/>
                    </a:ext>
                  </a:extLst>
                </p14:cNvPr>
                <p14:cNvContentPartPr/>
                <p14:nvPr/>
              </p14:nvContentPartPr>
              <p14:xfrm>
                <a:off x="11623953" y="5334868"/>
                <a:ext cx="5760" cy="150480"/>
              </p14:xfrm>
            </p:contentPart>
          </mc:Choice>
          <mc:Fallback xmlns=""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8226AAAC-849E-48D5-A71D-30D851FF930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605953" y="5317228"/>
                  <a:ext cx="41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46742FE9-1471-4B6B-9D71-4CBE5D7FEAC8}"/>
                    </a:ext>
                  </a:extLst>
                </p14:cNvPr>
                <p14:cNvContentPartPr/>
                <p14:nvPr/>
              </p14:nvContentPartPr>
              <p14:xfrm>
                <a:off x="11657433" y="5361868"/>
                <a:ext cx="78840" cy="10728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46742FE9-1471-4B6B-9D71-4CBE5D7FEAC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639793" y="5343868"/>
                  <a:ext cx="114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60EA99BE-910B-4E2E-9D09-411B04B13FE1}"/>
                    </a:ext>
                  </a:extLst>
                </p14:cNvPr>
                <p14:cNvContentPartPr/>
                <p14:nvPr/>
              </p14:nvContentPartPr>
              <p14:xfrm>
                <a:off x="11824833" y="5441428"/>
                <a:ext cx="9720" cy="114840"/>
              </p14:xfrm>
            </p:contentPart>
          </mc:Choice>
          <mc:Fallback xmlns=""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60EA99BE-910B-4E2E-9D09-411B04B13FE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806833" y="5423788"/>
                  <a:ext cx="45360" cy="15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55" name="Tinta 254">
                <a:extLst>
                  <a:ext uri="{FF2B5EF4-FFF2-40B4-BE49-F238E27FC236}">
                    <a16:creationId xmlns:a16="http://schemas.microsoft.com/office/drawing/2014/main" id="{D1D92C1B-06FD-466D-8A0E-9F0FC87939C1}"/>
                  </a:ext>
                </a:extLst>
              </p14:cNvPr>
              <p14:cNvContentPartPr/>
              <p14:nvPr/>
            </p14:nvContentPartPr>
            <p14:xfrm>
              <a:off x="8379993" y="5326228"/>
              <a:ext cx="89640" cy="81000"/>
            </p14:xfrm>
          </p:contentPart>
        </mc:Choice>
        <mc:Fallback xmlns="">
          <p:pic>
            <p:nvPicPr>
              <p:cNvPr id="255" name="Tinta 254">
                <a:extLst>
                  <a:ext uri="{FF2B5EF4-FFF2-40B4-BE49-F238E27FC236}">
                    <a16:creationId xmlns:a16="http://schemas.microsoft.com/office/drawing/2014/main" id="{D1D92C1B-06FD-466D-8A0E-9F0FC87939C1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362353" y="5308228"/>
                <a:ext cx="125280" cy="11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8" name="Agrupar 267">
            <a:extLst>
              <a:ext uri="{FF2B5EF4-FFF2-40B4-BE49-F238E27FC236}">
                <a16:creationId xmlns:a16="http://schemas.microsoft.com/office/drawing/2014/main" id="{071940E2-DDF1-444C-B701-D1A3F8448D05}"/>
              </a:ext>
            </a:extLst>
          </p:cNvPr>
          <p:cNvGrpSpPr/>
          <p:nvPr/>
        </p:nvGrpSpPr>
        <p:grpSpPr>
          <a:xfrm>
            <a:off x="8299713" y="5211028"/>
            <a:ext cx="1439640" cy="283320"/>
            <a:chOff x="8299713" y="5211028"/>
            <a:chExt cx="143964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1216CBFE-7D6E-4906-9741-535243DF6C9F}"/>
                    </a:ext>
                  </a:extLst>
                </p14:cNvPr>
                <p14:cNvContentPartPr/>
                <p14:nvPr/>
              </p14:nvContentPartPr>
              <p14:xfrm>
                <a:off x="8650713" y="5299588"/>
                <a:ext cx="169200" cy="17892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1216CBFE-7D6E-4906-9741-535243DF6C9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632713" y="5281588"/>
                  <a:ext cx="2048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BAD2DC6E-42B7-4C0F-B3A6-D24499E53E46}"/>
                    </a:ext>
                  </a:extLst>
                </p14:cNvPr>
                <p14:cNvContentPartPr/>
                <p14:nvPr/>
              </p14:nvContentPartPr>
              <p14:xfrm>
                <a:off x="8682033" y="5379508"/>
                <a:ext cx="88200" cy="360"/>
              </p14:xfrm>
            </p:contentPart>
          </mc:Choice>
          <mc:Fallback xmlns=""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BAD2DC6E-42B7-4C0F-B3A6-D24499E53E4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64393" y="5361508"/>
                  <a:ext cx="12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4A475F69-6652-4029-91A5-13A0B15B454C}"/>
                    </a:ext>
                  </a:extLst>
                </p14:cNvPr>
                <p14:cNvContentPartPr/>
                <p14:nvPr/>
              </p14:nvContentPartPr>
              <p14:xfrm>
                <a:off x="8897313" y="5361868"/>
                <a:ext cx="70560" cy="9936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4A475F69-6652-4029-91A5-13A0B15B454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879313" y="5343868"/>
                  <a:ext cx="1062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8D6B63D2-54A8-4C3D-94CD-0CA4D1775B4B}"/>
                    </a:ext>
                  </a:extLst>
                </p14:cNvPr>
                <p14:cNvContentPartPr/>
                <p14:nvPr/>
              </p14:nvContentPartPr>
              <p14:xfrm>
                <a:off x="9072633" y="5211028"/>
                <a:ext cx="19080" cy="24624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8D6B63D2-54A8-4C3D-94CD-0CA4D1775B4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054633" y="5193028"/>
                  <a:ext cx="54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DD2B0C60-4CEE-4FCC-BC1F-D418DD1EE4D2}"/>
                    </a:ext>
                  </a:extLst>
                </p14:cNvPr>
                <p14:cNvContentPartPr/>
                <p14:nvPr/>
              </p14:nvContentPartPr>
              <p14:xfrm>
                <a:off x="8992713" y="5308588"/>
                <a:ext cx="158760" cy="18360"/>
              </p14:xfrm>
            </p:contentPart>
          </mc:Choice>
          <mc:Fallback xmlns=""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DD2B0C60-4CEE-4FCC-BC1F-D418DD1EE4D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975073" y="5290948"/>
                  <a:ext cx="194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18EC2BB5-6FDF-4720-9412-CFBFC29961A0}"/>
                    </a:ext>
                  </a:extLst>
                </p14:cNvPr>
                <p14:cNvContentPartPr/>
                <p14:nvPr/>
              </p14:nvContentPartPr>
              <p14:xfrm>
                <a:off x="9173433" y="5370508"/>
                <a:ext cx="122400" cy="9108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18EC2BB5-6FDF-4720-9412-CFBFC29961A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155433" y="5352868"/>
                  <a:ext cx="158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FDD90D8F-9C0A-4F8F-8986-4616935777E4}"/>
                    </a:ext>
                  </a:extLst>
                </p14:cNvPr>
                <p14:cNvContentPartPr/>
                <p14:nvPr/>
              </p14:nvContentPartPr>
              <p14:xfrm>
                <a:off x="9330033" y="5282308"/>
                <a:ext cx="34200" cy="1800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FDD90D8F-9C0A-4F8F-8986-4616935777E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312393" y="5264308"/>
                  <a:ext cx="69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8B1BDE08-99D0-43B9-B0B2-EB2903395E1A}"/>
                    </a:ext>
                  </a:extLst>
                </p14:cNvPr>
                <p14:cNvContentPartPr/>
                <p14:nvPr/>
              </p14:nvContentPartPr>
              <p14:xfrm>
                <a:off x="9374673" y="5348188"/>
                <a:ext cx="121680" cy="8712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8B1BDE08-99D0-43B9-B0B2-EB2903395E1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356673" y="5330548"/>
                  <a:ext cx="157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E13F4EF8-2279-4BC5-A99A-B9C6389E8F02}"/>
                    </a:ext>
                  </a:extLst>
                </p14:cNvPr>
                <p14:cNvContentPartPr/>
                <p14:nvPr/>
              </p14:nvContentPartPr>
              <p14:xfrm>
                <a:off x="9560793" y="5349268"/>
                <a:ext cx="66960" cy="115920"/>
              </p14:xfrm>
            </p:contentPart>
          </mc:Choice>
          <mc:Fallback xmlns=""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E13F4EF8-2279-4BC5-A99A-B9C6389E8F0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42793" y="5331268"/>
                  <a:ext cx="102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0A942C5D-D8F7-48FE-B564-70E1417EF928}"/>
                    </a:ext>
                  </a:extLst>
                </p14:cNvPr>
                <p14:cNvContentPartPr/>
                <p14:nvPr/>
              </p14:nvContentPartPr>
              <p14:xfrm>
                <a:off x="9693993" y="5228668"/>
                <a:ext cx="45360" cy="265680"/>
              </p14:xfrm>
            </p:contentPart>
          </mc:Choice>
          <mc:Fallback xmlns=""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0A942C5D-D8F7-48FE-B564-70E1417EF92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676353" y="5210668"/>
                  <a:ext cx="810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88721CAC-1743-4E17-805E-AE227553B07B}"/>
                    </a:ext>
                  </a:extLst>
                </p14:cNvPr>
                <p14:cNvContentPartPr/>
                <p14:nvPr/>
              </p14:nvContentPartPr>
              <p14:xfrm>
                <a:off x="8451273" y="5281588"/>
                <a:ext cx="360" cy="396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88721CAC-1743-4E17-805E-AE227553B07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433633" y="5263948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9C9D109B-493B-4C13-BC88-74462BD15014}"/>
                    </a:ext>
                  </a:extLst>
                </p14:cNvPr>
                <p14:cNvContentPartPr/>
                <p14:nvPr/>
              </p14:nvContentPartPr>
              <p14:xfrm>
                <a:off x="8362353" y="5290588"/>
                <a:ext cx="124560" cy="124920"/>
              </p14:xfrm>
            </p:contentPart>
          </mc:Choice>
          <mc:Fallback xmlns=""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9C9D109B-493B-4C13-BC88-74462BD1501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344713" y="5272588"/>
                  <a:ext cx="160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401B11EA-2A80-4818-8EBD-CD1536B7E9E5}"/>
                    </a:ext>
                  </a:extLst>
                </p14:cNvPr>
                <p14:cNvContentPartPr/>
                <p14:nvPr/>
              </p14:nvContentPartPr>
              <p14:xfrm>
                <a:off x="8299713" y="5246668"/>
                <a:ext cx="51840" cy="172440"/>
              </p14:xfrm>
            </p:contentPart>
          </mc:Choice>
          <mc:Fallback xmlns=""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401B11EA-2A80-4818-8EBD-CD1536B7E9E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282073" y="5228668"/>
                  <a:ext cx="87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89008CF9-12F1-4E58-8B10-807095150A8A}"/>
                    </a:ext>
                  </a:extLst>
                </p14:cNvPr>
                <p14:cNvContentPartPr/>
                <p14:nvPr/>
              </p14:nvContentPartPr>
              <p14:xfrm>
                <a:off x="8522193" y="5219668"/>
                <a:ext cx="61920" cy="213480"/>
              </p14:xfrm>
            </p:contentPart>
          </mc:Choice>
          <mc:Fallback xmlns=""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89008CF9-12F1-4E58-8B10-807095150A8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504553" y="5202028"/>
                  <a:ext cx="97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93B00AE9-0B12-45E8-8132-1EECF4EB9EC8}"/>
                    </a:ext>
                  </a:extLst>
                </p14:cNvPr>
                <p14:cNvContentPartPr/>
                <p14:nvPr/>
              </p14:nvContentPartPr>
              <p14:xfrm>
                <a:off x="8362353" y="5331628"/>
                <a:ext cx="100440" cy="3960"/>
              </p14:xfrm>
            </p:contentPart>
          </mc:Choice>
          <mc:Fallback xmlns=""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93B00AE9-0B12-45E8-8132-1EECF4EB9EC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344713" y="5313628"/>
                  <a:ext cx="136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88F112F4-27C5-4D22-B2ED-7F19641206B0}"/>
                    </a:ext>
                  </a:extLst>
                </p14:cNvPr>
                <p14:cNvContentPartPr/>
                <p14:nvPr/>
              </p14:nvContentPartPr>
              <p14:xfrm>
                <a:off x="8415633" y="5255308"/>
                <a:ext cx="11880" cy="76320"/>
              </p14:xfrm>
            </p:contentPart>
          </mc:Choice>
          <mc:Fallback xmlns=""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88F112F4-27C5-4D22-B2ED-7F19641206B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397993" y="5237668"/>
                  <a:ext cx="47520" cy="11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5893348-00A1-4121-95D7-5E7C607267C4}"/>
                  </a:ext>
                </a:extLst>
              </p14:cNvPr>
              <p14:cNvContentPartPr/>
              <p14:nvPr/>
            </p14:nvContentPartPr>
            <p14:xfrm>
              <a:off x="1011873" y="94070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5893348-00A1-4121-95D7-5E7C607267C4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993873" y="92306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3107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C5D29-C7FE-493B-BDA3-1840F3E9E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510"/>
          </a:xfrm>
        </p:spPr>
        <p:txBody>
          <a:bodyPr>
            <a:normAutofit/>
          </a:bodyPr>
          <a:lstStyle/>
          <a:p>
            <a:r>
              <a:rPr lang="pt-BR" sz="3600" dirty="0"/>
              <a:t>Explicação sobre LGR: Esboço..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16ACDA9-8991-4843-8AF9-5122A1220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9744" y="1302327"/>
            <a:ext cx="7439891" cy="50846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74067C3-47CF-4196-BA16-EC3280B0FF58}"/>
                  </a:ext>
                </a:extLst>
              </p14:cNvPr>
              <p14:cNvContentPartPr/>
              <p14:nvPr/>
            </p14:nvContentPartPr>
            <p14:xfrm>
              <a:off x="3293193" y="78986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74067C3-47CF-4196-BA16-EC3280B0FF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5553" y="77186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39BC3457-BBE6-4074-B7A5-105CA246C556}"/>
                  </a:ext>
                </a:extLst>
              </p14:cNvPr>
              <p14:cNvContentPartPr/>
              <p14:nvPr/>
            </p14:nvContentPartPr>
            <p14:xfrm>
              <a:off x="1065153" y="700948"/>
              <a:ext cx="360" cy="36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39BC3457-BBE6-4074-B7A5-105CA246C5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7153" y="68294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8818718C-7764-4EDA-9637-3F9788517359}"/>
                  </a:ext>
                </a:extLst>
              </p14:cNvPr>
              <p14:cNvContentPartPr/>
              <p14:nvPr/>
            </p14:nvContentPartPr>
            <p14:xfrm>
              <a:off x="6817593" y="3701908"/>
              <a:ext cx="3960" cy="3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8818718C-7764-4EDA-9637-3F978851735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99953" y="3683908"/>
                <a:ext cx="39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23C40630-58EB-4891-9442-5A1A04EDB5AD}"/>
                  </a:ext>
                </a:extLst>
              </p14:cNvPr>
              <p14:cNvContentPartPr/>
              <p14:nvPr/>
            </p14:nvContentPartPr>
            <p14:xfrm>
              <a:off x="6835233" y="3737188"/>
              <a:ext cx="523080" cy="36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23C40630-58EB-4891-9442-5A1A04EDB5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17593" y="3701188"/>
                <a:ext cx="558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98BE9326-E947-4C88-839D-088EC5E3E363}"/>
                  </a:ext>
                </a:extLst>
              </p14:cNvPr>
              <p14:cNvContentPartPr/>
              <p14:nvPr/>
            </p14:nvContentPartPr>
            <p14:xfrm>
              <a:off x="7368033" y="3701548"/>
              <a:ext cx="2448000" cy="4500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98BE9326-E947-4C88-839D-088EC5E3E36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50033" y="3665548"/>
                <a:ext cx="24836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3DE61F48-FDA9-46A7-A1B4-4E7C40475678}"/>
                  </a:ext>
                </a:extLst>
              </p14:cNvPr>
              <p14:cNvContentPartPr/>
              <p14:nvPr/>
            </p14:nvContentPartPr>
            <p14:xfrm>
              <a:off x="4651473" y="3719188"/>
              <a:ext cx="265680" cy="972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3DE61F48-FDA9-46A7-A1B4-4E7C4047567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33473" y="3683548"/>
                <a:ext cx="3013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B72DD1DE-039C-43B4-81AF-6581E6F31AA5}"/>
                  </a:ext>
                </a:extLst>
              </p14:cNvPr>
              <p14:cNvContentPartPr/>
              <p14:nvPr/>
            </p14:nvContentPartPr>
            <p14:xfrm>
              <a:off x="4979793" y="3710188"/>
              <a:ext cx="514440" cy="1836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B72DD1DE-039C-43B4-81AF-6581E6F31AA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62153" y="3674188"/>
                <a:ext cx="55008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505702F3-8929-4F11-A4CF-987858B383CF}"/>
                  </a:ext>
                </a:extLst>
              </p14:cNvPr>
              <p14:cNvContentPartPr/>
              <p14:nvPr/>
            </p14:nvContentPartPr>
            <p14:xfrm>
              <a:off x="5441673" y="3719548"/>
              <a:ext cx="301320" cy="36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505702F3-8929-4F11-A4CF-987858B383C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23673" y="3683548"/>
                <a:ext cx="336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533C29F6-11EF-41AF-8C3D-7F32FFCCAB05}"/>
                  </a:ext>
                </a:extLst>
              </p14:cNvPr>
              <p14:cNvContentPartPr/>
              <p14:nvPr/>
            </p14:nvContentPartPr>
            <p14:xfrm>
              <a:off x="5823273" y="3701548"/>
              <a:ext cx="911880" cy="1080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533C29F6-11EF-41AF-8C3D-7F32FFCCAB0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05633" y="3665908"/>
                <a:ext cx="94752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DEC08DB7-5335-42FB-B729-F8B0EBE14BD7}"/>
                  </a:ext>
                </a:extLst>
              </p14:cNvPr>
              <p14:cNvContentPartPr/>
              <p14:nvPr/>
            </p14:nvContentPartPr>
            <p14:xfrm>
              <a:off x="2085753" y="3719548"/>
              <a:ext cx="2538360" cy="2880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DEC08DB7-5335-42FB-B729-F8B0EBE14BD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68113" y="3683548"/>
                <a:ext cx="257400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AB161D1B-FFD6-46C7-BFC0-E2F8CC4D8F9C}"/>
                  </a:ext>
                </a:extLst>
              </p14:cNvPr>
              <p14:cNvContentPartPr/>
              <p14:nvPr/>
            </p14:nvContentPartPr>
            <p14:xfrm>
              <a:off x="7962753" y="1056268"/>
              <a:ext cx="1340640" cy="71892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AB161D1B-FFD6-46C7-BFC0-E2F8CC4D8F9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44753" y="1020628"/>
                <a:ext cx="1376280" cy="79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Agrupar 23">
            <a:extLst>
              <a:ext uri="{FF2B5EF4-FFF2-40B4-BE49-F238E27FC236}">
                <a16:creationId xmlns:a16="http://schemas.microsoft.com/office/drawing/2014/main" id="{328F7D9A-BE9B-4246-9F6E-12927C71A919}"/>
              </a:ext>
            </a:extLst>
          </p:cNvPr>
          <p:cNvGrpSpPr/>
          <p:nvPr/>
        </p:nvGrpSpPr>
        <p:grpSpPr>
          <a:xfrm>
            <a:off x="8950953" y="1506268"/>
            <a:ext cx="993600" cy="1741320"/>
            <a:chOff x="8950953" y="1506268"/>
            <a:chExt cx="993600" cy="174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23D15E0B-3414-424F-978D-41E19C0A443F}"/>
                    </a:ext>
                  </a:extLst>
                </p14:cNvPr>
                <p14:cNvContentPartPr/>
                <p14:nvPr/>
              </p14:nvContentPartPr>
              <p14:xfrm>
                <a:off x="9010353" y="1641988"/>
                <a:ext cx="560160" cy="160560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23D15E0B-3414-424F-978D-41E19C0A443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92713" y="1624348"/>
                  <a:ext cx="595800" cy="16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DE39B242-6CCC-49B0-84E6-418B1C545406}"/>
                    </a:ext>
                  </a:extLst>
                </p14:cNvPr>
                <p14:cNvContentPartPr/>
                <p14:nvPr/>
              </p14:nvContentPartPr>
              <p14:xfrm>
                <a:off x="8950953" y="1591588"/>
                <a:ext cx="182880" cy="1702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DE39B242-6CCC-49B0-84E6-418B1C54540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32953" y="1573948"/>
                  <a:ext cx="218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3CF1A107-6C89-4EE0-8452-4D998DC2C7AF}"/>
                    </a:ext>
                  </a:extLst>
                </p14:cNvPr>
                <p14:cNvContentPartPr/>
                <p14:nvPr/>
              </p14:nvContentPartPr>
              <p14:xfrm>
                <a:off x="9595713" y="1588708"/>
                <a:ext cx="141480" cy="23940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3CF1A107-6C89-4EE0-8452-4D998DC2C7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78073" y="1571068"/>
                  <a:ext cx="1771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19E08DF7-3580-4B8F-84B3-40590539EE8A}"/>
                    </a:ext>
                  </a:extLst>
                </p14:cNvPr>
                <p14:cNvContentPartPr/>
                <p14:nvPr/>
              </p14:nvContentPartPr>
              <p14:xfrm>
                <a:off x="9745113" y="1676908"/>
                <a:ext cx="145800" cy="13536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19E08DF7-3580-4B8F-84B3-40590539EE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27113" y="1659268"/>
                  <a:ext cx="1814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ABAB9C4D-E001-4F4A-9389-624DFC2305EB}"/>
                    </a:ext>
                  </a:extLst>
                </p14:cNvPr>
                <p14:cNvContentPartPr/>
                <p14:nvPr/>
              </p14:nvContentPartPr>
              <p14:xfrm>
                <a:off x="9819273" y="1506268"/>
                <a:ext cx="125280" cy="7344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ABAB9C4D-E001-4F4A-9389-624DFC2305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01273" y="1488628"/>
                  <a:ext cx="16092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DF4EC53-1190-48AF-AC3F-87BDA35B7F95}"/>
              </a:ext>
            </a:extLst>
          </p:cNvPr>
          <p:cNvGrpSpPr/>
          <p:nvPr/>
        </p:nvGrpSpPr>
        <p:grpSpPr>
          <a:xfrm>
            <a:off x="8300073" y="4127788"/>
            <a:ext cx="1491840" cy="1395000"/>
            <a:chOff x="8300073" y="4127788"/>
            <a:chExt cx="1491840" cy="13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46BFAA8E-6658-4F25-AB53-C98463BD074A}"/>
                    </a:ext>
                  </a:extLst>
                </p14:cNvPr>
                <p14:cNvContentPartPr/>
                <p14:nvPr/>
              </p14:nvContentPartPr>
              <p14:xfrm>
                <a:off x="8300073" y="4225348"/>
                <a:ext cx="1172520" cy="12974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46BFAA8E-6658-4F25-AB53-C98463BD07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82433" y="4207348"/>
                  <a:ext cx="1208160" cy="13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389EE3E6-C263-43A7-A9C8-5B0D05BD4DD8}"/>
                    </a:ext>
                  </a:extLst>
                </p14:cNvPr>
                <p14:cNvContentPartPr/>
                <p14:nvPr/>
              </p14:nvContentPartPr>
              <p14:xfrm>
                <a:off x="9352713" y="4127788"/>
                <a:ext cx="227160" cy="1850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389EE3E6-C263-43A7-A9C8-5B0D05BD4DD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35073" y="4110148"/>
                  <a:ext cx="262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01201F42-1D8C-4E58-BE5A-F94B420E8FCA}"/>
                    </a:ext>
                  </a:extLst>
                </p14:cNvPr>
                <p14:cNvContentPartPr/>
                <p14:nvPr/>
              </p14:nvContentPartPr>
              <p14:xfrm>
                <a:off x="9259473" y="4830508"/>
                <a:ext cx="133200" cy="22860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01201F42-1D8C-4E58-BE5A-F94B420E8F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41473" y="4812868"/>
                  <a:ext cx="168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048180D0-6D53-4EA7-9857-7AAFE709F5D0}"/>
                    </a:ext>
                  </a:extLst>
                </p14:cNvPr>
                <p14:cNvContentPartPr/>
                <p14:nvPr/>
              </p14:nvContentPartPr>
              <p14:xfrm>
                <a:off x="9481233" y="4899628"/>
                <a:ext cx="106920" cy="1346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048180D0-6D53-4EA7-9857-7AAFE709F5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63593" y="4881628"/>
                  <a:ext cx="142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5E2EB39D-F729-4746-A38D-49C130F4D385}"/>
                    </a:ext>
                  </a:extLst>
                </p14:cNvPr>
                <p14:cNvContentPartPr/>
                <p14:nvPr/>
              </p14:nvContentPartPr>
              <p14:xfrm>
                <a:off x="9632073" y="4685788"/>
                <a:ext cx="159840" cy="10188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5E2EB39D-F729-4746-A38D-49C130F4D38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14073" y="4668148"/>
                  <a:ext cx="19548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B81B280B-F8E5-4F7B-9C43-890C0738305A}"/>
              </a:ext>
            </a:extLst>
          </p:cNvPr>
          <p:cNvGrpSpPr/>
          <p:nvPr/>
        </p:nvGrpSpPr>
        <p:grpSpPr>
          <a:xfrm>
            <a:off x="3977193" y="5787028"/>
            <a:ext cx="3159360" cy="507600"/>
            <a:chOff x="3977193" y="5787028"/>
            <a:chExt cx="3159360" cy="50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FA01BDF0-B583-4F6A-BFF0-C55C549CAA09}"/>
                    </a:ext>
                  </a:extLst>
                </p14:cNvPr>
                <p14:cNvContentPartPr/>
                <p14:nvPr/>
              </p14:nvContentPartPr>
              <p14:xfrm>
                <a:off x="4145673" y="5787028"/>
                <a:ext cx="2990880" cy="50760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FA01BDF0-B583-4F6A-BFF0-C55C549CAA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27673" y="5769388"/>
                  <a:ext cx="302652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4F5A6CF8-CA3F-4E65-AF39-42D6ED3938D3}"/>
                    </a:ext>
                  </a:extLst>
                </p14:cNvPr>
                <p14:cNvContentPartPr/>
                <p14:nvPr/>
              </p14:nvContentPartPr>
              <p14:xfrm>
                <a:off x="3977193" y="6159988"/>
                <a:ext cx="200880" cy="10476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4F5A6CF8-CA3F-4E65-AF39-42D6ED3938D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59553" y="6142348"/>
                  <a:ext cx="23652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C0CD6119-C1CC-4D78-AF3D-F4BDBFF3F43A}"/>
              </a:ext>
            </a:extLst>
          </p:cNvPr>
          <p:cNvGrpSpPr/>
          <p:nvPr/>
        </p:nvGrpSpPr>
        <p:grpSpPr>
          <a:xfrm>
            <a:off x="5227833" y="6318748"/>
            <a:ext cx="525960" cy="286560"/>
            <a:chOff x="5227833" y="6318748"/>
            <a:chExt cx="52596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590814FF-D4A2-49F2-9E16-982A2633F709}"/>
                    </a:ext>
                  </a:extLst>
                </p14:cNvPr>
                <p14:cNvContentPartPr/>
                <p14:nvPr/>
              </p14:nvContentPartPr>
              <p14:xfrm>
                <a:off x="5227833" y="6418468"/>
                <a:ext cx="134640" cy="18684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590814FF-D4A2-49F2-9E16-982A2633F70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09833" y="6400468"/>
                  <a:ext cx="170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EA535EDE-8DE1-4B8C-B021-06E3BDAC4230}"/>
                    </a:ext>
                  </a:extLst>
                </p14:cNvPr>
                <p14:cNvContentPartPr/>
                <p14:nvPr/>
              </p14:nvContentPartPr>
              <p14:xfrm>
                <a:off x="5453553" y="6470668"/>
                <a:ext cx="139680" cy="9972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EA535EDE-8DE1-4B8C-B021-06E3BDAC42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35913" y="6452668"/>
                  <a:ext cx="175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573DFDD3-3003-41C8-AEDC-E95913E3762F}"/>
                    </a:ext>
                  </a:extLst>
                </p14:cNvPr>
                <p14:cNvContentPartPr/>
                <p14:nvPr/>
              </p14:nvContentPartPr>
              <p14:xfrm>
                <a:off x="5619513" y="6318748"/>
                <a:ext cx="134280" cy="9144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573DFDD3-3003-41C8-AEDC-E95913E376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01873" y="6301108"/>
                  <a:ext cx="16992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F2C9CBA5-3021-42CE-9B20-45FA50D9B086}"/>
              </a:ext>
            </a:extLst>
          </p:cNvPr>
          <p:cNvGrpSpPr/>
          <p:nvPr/>
        </p:nvGrpSpPr>
        <p:grpSpPr>
          <a:xfrm>
            <a:off x="2005833" y="4046788"/>
            <a:ext cx="997200" cy="1566000"/>
            <a:chOff x="2005833" y="4046788"/>
            <a:chExt cx="997200" cy="156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710C9DBB-17E4-41B4-B04E-1F34E4CFE315}"/>
                    </a:ext>
                  </a:extLst>
                </p14:cNvPr>
                <p14:cNvContentPartPr/>
                <p14:nvPr/>
              </p14:nvContentPartPr>
              <p14:xfrm>
                <a:off x="2040393" y="4056508"/>
                <a:ext cx="962640" cy="155628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710C9DBB-17E4-41B4-B04E-1F34E4CFE31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22753" y="4038868"/>
                  <a:ext cx="998280" cy="15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4C6EE48C-5766-4F78-A099-78DBCB1FE67D}"/>
                    </a:ext>
                  </a:extLst>
                </p14:cNvPr>
                <p14:cNvContentPartPr/>
                <p14:nvPr/>
              </p14:nvContentPartPr>
              <p14:xfrm>
                <a:off x="2005833" y="4046788"/>
                <a:ext cx="126360" cy="19872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4C6EE48C-5766-4F78-A099-78DBCB1FE67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87833" y="4029148"/>
                  <a:ext cx="162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095E6154-2275-41B8-8693-7D68DC7B2722}"/>
                    </a:ext>
                  </a:extLst>
                </p14:cNvPr>
                <p14:cNvContentPartPr/>
                <p14:nvPr/>
              </p14:nvContentPartPr>
              <p14:xfrm>
                <a:off x="2236593" y="4403188"/>
                <a:ext cx="194760" cy="24048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095E6154-2275-41B8-8693-7D68DC7B272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18593" y="4385188"/>
                  <a:ext cx="2304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C95C004E-6A69-4C56-85AA-B8E88FCCD27C}"/>
                    </a:ext>
                  </a:extLst>
                </p14:cNvPr>
                <p14:cNvContentPartPr/>
                <p14:nvPr/>
              </p14:nvContentPartPr>
              <p14:xfrm>
                <a:off x="2405433" y="4454308"/>
                <a:ext cx="153360" cy="10908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C95C004E-6A69-4C56-85AA-B8E88FCCD2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87433" y="4436308"/>
                  <a:ext cx="189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6EEDC9F0-E18F-46BB-8A0C-58CDD5A0F5CD}"/>
                    </a:ext>
                  </a:extLst>
                </p14:cNvPr>
                <p14:cNvContentPartPr/>
                <p14:nvPr/>
              </p14:nvContentPartPr>
              <p14:xfrm>
                <a:off x="2476353" y="4250908"/>
                <a:ext cx="91080" cy="10872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6EEDC9F0-E18F-46BB-8A0C-58CDD5A0F5C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58353" y="4233268"/>
                  <a:ext cx="12672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BD06F57A-FDDD-4EEC-803D-B2FB1CFB12FE}"/>
              </a:ext>
            </a:extLst>
          </p:cNvPr>
          <p:cNvGrpSpPr/>
          <p:nvPr/>
        </p:nvGrpSpPr>
        <p:grpSpPr>
          <a:xfrm>
            <a:off x="1195833" y="1684828"/>
            <a:ext cx="1333440" cy="1779840"/>
            <a:chOff x="1195833" y="1684828"/>
            <a:chExt cx="1333440" cy="177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FBAE25C5-944A-41FD-A276-F61D83186D12}"/>
                    </a:ext>
                  </a:extLst>
                </p14:cNvPr>
                <p14:cNvContentPartPr/>
                <p14:nvPr/>
              </p14:nvContentPartPr>
              <p14:xfrm>
                <a:off x="1520193" y="1721908"/>
                <a:ext cx="930240" cy="17427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FBAE25C5-944A-41FD-A276-F61D83186D1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02193" y="1703908"/>
                  <a:ext cx="965880" cy="177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DBC7C7D8-61FB-4A49-9C6B-21035570D9E9}"/>
                    </a:ext>
                  </a:extLst>
                </p14:cNvPr>
                <p14:cNvContentPartPr/>
                <p14:nvPr/>
              </p14:nvContentPartPr>
              <p14:xfrm>
                <a:off x="2281233" y="1684828"/>
                <a:ext cx="248040" cy="13284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DBC7C7D8-61FB-4A49-9C6B-21035570D9E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63593" y="1667188"/>
                  <a:ext cx="2836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3828AE35-E647-47E7-98C7-E611D1EE7A4C}"/>
                    </a:ext>
                  </a:extLst>
                </p14:cNvPr>
                <p14:cNvContentPartPr/>
                <p14:nvPr/>
              </p14:nvContentPartPr>
              <p14:xfrm>
                <a:off x="1195833" y="1917028"/>
                <a:ext cx="104400" cy="25056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3828AE35-E647-47E7-98C7-E611D1EE7A4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78193" y="1899388"/>
                  <a:ext cx="1400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4BBB61A2-CF21-4512-8408-4F32E1CCC2F7}"/>
                    </a:ext>
                  </a:extLst>
                </p14:cNvPr>
                <p14:cNvContentPartPr/>
                <p14:nvPr/>
              </p14:nvContentPartPr>
              <p14:xfrm>
                <a:off x="1402113" y="1985788"/>
                <a:ext cx="161640" cy="11808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4BBB61A2-CF21-4512-8408-4F32E1CCC2F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84473" y="1968148"/>
                  <a:ext cx="197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1F119A21-EDFE-4CE7-BBD6-C04F258EB726}"/>
                    </a:ext>
                  </a:extLst>
                </p14:cNvPr>
                <p14:cNvContentPartPr/>
                <p14:nvPr/>
              </p14:nvContentPartPr>
              <p14:xfrm>
                <a:off x="1579953" y="1782388"/>
                <a:ext cx="118800" cy="6516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1F119A21-EDFE-4CE7-BBD6-C04F258EB72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62313" y="1764748"/>
                  <a:ext cx="15444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F314BCA3-3A8C-425B-B0C1-5C563CF5C7AC}"/>
                  </a:ext>
                </a:extLst>
              </p14:cNvPr>
              <p14:cNvContentPartPr/>
              <p14:nvPr/>
            </p14:nvContentPartPr>
            <p14:xfrm>
              <a:off x="4039113" y="1232668"/>
              <a:ext cx="3476880" cy="263520"/>
            </p14:xfrm>
          </p:contentPart>
        </mc:Choice>
        <mc:Fallback xmlns=""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F314BCA3-3A8C-425B-B0C1-5C563CF5C7A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021113" y="1214668"/>
                <a:ext cx="35125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627B45DA-63C4-4520-8EE4-ECB58BAE7395}"/>
                  </a:ext>
                </a:extLst>
              </p14:cNvPr>
              <p14:cNvContentPartPr/>
              <p14:nvPr/>
            </p14:nvContentPartPr>
            <p14:xfrm>
              <a:off x="3937233" y="1333108"/>
              <a:ext cx="253440" cy="96480"/>
            </p14:xfrm>
          </p:contentPart>
        </mc:Choice>
        <mc:Fallback xmlns=""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627B45DA-63C4-4520-8EE4-ECB58BAE739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919593" y="1315108"/>
                <a:ext cx="289080" cy="13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Agrupar 55">
            <a:extLst>
              <a:ext uri="{FF2B5EF4-FFF2-40B4-BE49-F238E27FC236}">
                <a16:creationId xmlns:a16="http://schemas.microsoft.com/office/drawing/2014/main" id="{902DE15A-0569-4CFB-94A4-C111CEB70495}"/>
              </a:ext>
            </a:extLst>
          </p:cNvPr>
          <p:cNvGrpSpPr/>
          <p:nvPr/>
        </p:nvGrpSpPr>
        <p:grpSpPr>
          <a:xfrm>
            <a:off x="4998153" y="967348"/>
            <a:ext cx="449640" cy="213840"/>
            <a:chOff x="4998153" y="967348"/>
            <a:chExt cx="44964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F7C8F887-F980-47C8-BA5F-0D5EC1703922}"/>
                    </a:ext>
                  </a:extLst>
                </p14:cNvPr>
                <p14:cNvContentPartPr/>
                <p14:nvPr/>
              </p14:nvContentPartPr>
              <p14:xfrm>
                <a:off x="4998153" y="967348"/>
                <a:ext cx="151200" cy="20592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F7C8F887-F980-47C8-BA5F-0D5EC170392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80153" y="949348"/>
                  <a:ext cx="1868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3334C096-7CAE-4B67-86F0-A7B115D51E89}"/>
                    </a:ext>
                  </a:extLst>
                </p14:cNvPr>
                <p14:cNvContentPartPr/>
                <p14:nvPr/>
              </p14:nvContentPartPr>
              <p14:xfrm>
                <a:off x="5191833" y="1082188"/>
                <a:ext cx="101160" cy="9900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3334C096-7CAE-4B67-86F0-A7B115D51E8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73833" y="1064548"/>
                  <a:ext cx="1368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54E9A097-EB89-40E8-A92C-C243A62BD67E}"/>
                    </a:ext>
                  </a:extLst>
                </p14:cNvPr>
                <p14:cNvContentPartPr/>
                <p14:nvPr/>
              </p14:nvContentPartPr>
              <p14:xfrm>
                <a:off x="5345913" y="1028548"/>
                <a:ext cx="101880" cy="6552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54E9A097-EB89-40E8-A92C-C243A62BD6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28273" y="1010548"/>
                  <a:ext cx="13752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7B46D6CB-AB0F-4CC8-9A3D-2DAE4432FDD5}"/>
                  </a:ext>
                </a:extLst>
              </p14:cNvPr>
              <p14:cNvContentPartPr/>
              <p14:nvPr/>
            </p14:nvContentPartPr>
            <p14:xfrm>
              <a:off x="6263193" y="1731988"/>
              <a:ext cx="1824840" cy="197172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7B46D6CB-AB0F-4CC8-9A3D-2DAE4432FDD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245553" y="1695988"/>
                <a:ext cx="1860480" cy="20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423F125C-7F00-4164-813D-4EF038827A1B}"/>
                  </a:ext>
                </a:extLst>
              </p14:cNvPr>
              <p14:cNvContentPartPr/>
              <p14:nvPr/>
            </p14:nvContentPartPr>
            <p14:xfrm>
              <a:off x="2973873" y="3753388"/>
              <a:ext cx="2175120" cy="219456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423F125C-7F00-4164-813D-4EF038827A1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955873" y="3717748"/>
                <a:ext cx="2210760" cy="22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5D89654C-DED8-4578-A267-F9BD6E230C3D}"/>
                  </a:ext>
                </a:extLst>
              </p14:cNvPr>
              <p14:cNvContentPartPr/>
              <p14:nvPr/>
            </p14:nvContentPartPr>
            <p14:xfrm>
              <a:off x="5020833" y="4092148"/>
              <a:ext cx="3960" cy="24480"/>
            </p14:xfrm>
          </p:contentPart>
        </mc:Choice>
        <mc:Fallback xmlns=""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5D89654C-DED8-4578-A267-F9BD6E230C3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002833" y="4056508"/>
                <a:ext cx="396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2D3AC8F4-0A56-46F6-9FC9-E6C3B222E60E}"/>
                  </a:ext>
                </a:extLst>
              </p14:cNvPr>
              <p14:cNvContentPartPr/>
              <p14:nvPr/>
            </p14:nvContentPartPr>
            <p14:xfrm>
              <a:off x="5852433" y="3826108"/>
              <a:ext cx="175320" cy="168120"/>
            </p14:xfrm>
          </p:contentPart>
        </mc:Choice>
        <mc:Fallback xmlns=""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2D3AC8F4-0A56-46F6-9FC9-E6C3B222E60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843793" y="3817108"/>
                <a:ext cx="192960" cy="1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Agrupar 74">
            <a:extLst>
              <a:ext uri="{FF2B5EF4-FFF2-40B4-BE49-F238E27FC236}">
                <a16:creationId xmlns:a16="http://schemas.microsoft.com/office/drawing/2014/main" id="{CCB00EB7-9118-4E65-B0F9-5E7EBDDA26AC}"/>
              </a:ext>
            </a:extLst>
          </p:cNvPr>
          <p:cNvGrpSpPr/>
          <p:nvPr/>
        </p:nvGrpSpPr>
        <p:grpSpPr>
          <a:xfrm>
            <a:off x="5796993" y="2465308"/>
            <a:ext cx="1106640" cy="1174320"/>
            <a:chOff x="5796993" y="2465308"/>
            <a:chExt cx="1106640" cy="11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A826B489-0134-4964-A984-FA01E1647277}"/>
                    </a:ext>
                  </a:extLst>
                </p14:cNvPr>
                <p14:cNvContentPartPr/>
                <p14:nvPr/>
              </p14:nvContentPartPr>
              <p14:xfrm>
                <a:off x="5796993" y="3630628"/>
                <a:ext cx="360" cy="36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A826B489-0134-4964-A984-FA01E16472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87993" y="36216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52392E40-9213-40BB-8265-1F5E3C84BAA1}"/>
                    </a:ext>
                  </a:extLst>
                </p14:cNvPr>
                <p14:cNvContentPartPr/>
                <p14:nvPr/>
              </p14:nvContentPartPr>
              <p14:xfrm>
                <a:off x="5805633" y="3533788"/>
                <a:ext cx="74520" cy="10584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52392E40-9213-40BB-8265-1F5E3C84BAA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96993" y="3525148"/>
                  <a:ext cx="92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56E380ED-5BD2-45E5-BEA3-4FCD42146B66}"/>
                    </a:ext>
                  </a:extLst>
                </p14:cNvPr>
                <p14:cNvContentPartPr/>
                <p14:nvPr/>
              </p14:nvContentPartPr>
              <p14:xfrm>
                <a:off x="5974113" y="3367828"/>
                <a:ext cx="83160" cy="7668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56E380ED-5BD2-45E5-BEA3-4FCD42146B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65473" y="3359188"/>
                  <a:ext cx="100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CCF67CB2-DF13-484D-B34B-20B6262E2D40}"/>
                    </a:ext>
                  </a:extLst>
                </p14:cNvPr>
                <p14:cNvContentPartPr/>
                <p14:nvPr/>
              </p14:nvContentPartPr>
              <p14:xfrm>
                <a:off x="6151593" y="3238948"/>
                <a:ext cx="50760" cy="4608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CCF67CB2-DF13-484D-B34B-20B6262E2D4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42953" y="3229948"/>
                  <a:ext cx="68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5B92A82E-FA09-46A9-8519-26A9DC0E0729}"/>
                    </a:ext>
                  </a:extLst>
                </p14:cNvPr>
                <p14:cNvContentPartPr/>
                <p14:nvPr/>
              </p14:nvContentPartPr>
              <p14:xfrm>
                <a:off x="6249513" y="3113308"/>
                <a:ext cx="57240" cy="4680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5B92A82E-FA09-46A9-8519-26A9DC0E072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40513" y="3104668"/>
                  <a:ext cx="74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4067FF1E-76E3-4D1A-8199-EE10677E7830}"/>
                    </a:ext>
                  </a:extLst>
                </p14:cNvPr>
                <p14:cNvContentPartPr/>
                <p14:nvPr/>
              </p14:nvContentPartPr>
              <p14:xfrm>
                <a:off x="6382713" y="3023308"/>
                <a:ext cx="5760" cy="396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4067FF1E-76E3-4D1A-8199-EE10677E783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74073" y="3014668"/>
                  <a:ext cx="23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48D1E0E0-2602-4D1A-BB45-F1818A6B8A17}"/>
                    </a:ext>
                  </a:extLst>
                </p14:cNvPr>
                <p14:cNvContentPartPr/>
                <p14:nvPr/>
              </p14:nvContentPartPr>
              <p14:xfrm>
                <a:off x="6560193" y="2820988"/>
                <a:ext cx="20880" cy="1080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48D1E0E0-2602-4D1A-BB45-F1818A6B8A1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551553" y="2812348"/>
                  <a:ext cx="38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D695FE4A-7836-4682-9EF4-B0ACC30EF2DC}"/>
                    </a:ext>
                  </a:extLst>
                </p14:cNvPr>
                <p14:cNvContentPartPr/>
                <p14:nvPr/>
              </p14:nvContentPartPr>
              <p14:xfrm>
                <a:off x="6631113" y="2748268"/>
                <a:ext cx="360" cy="396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D695FE4A-7836-4682-9EF4-B0ACC30EF2D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22113" y="2739628"/>
                  <a:ext cx="18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6E5DB1FD-C173-44EF-A7BB-84784A1167B3}"/>
                    </a:ext>
                  </a:extLst>
                </p14:cNvPr>
                <p14:cNvContentPartPr/>
                <p14:nvPr/>
              </p14:nvContentPartPr>
              <p14:xfrm>
                <a:off x="6444993" y="2861668"/>
                <a:ext cx="64800" cy="7668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6E5DB1FD-C173-44EF-A7BB-84784A1167B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435993" y="2853028"/>
                  <a:ext cx="824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223005AA-6178-471A-8C68-CE5A0AFE926B}"/>
                    </a:ext>
                  </a:extLst>
                </p14:cNvPr>
                <p14:cNvContentPartPr/>
                <p14:nvPr/>
              </p14:nvContentPartPr>
              <p14:xfrm>
                <a:off x="6640473" y="2710828"/>
                <a:ext cx="37800" cy="3240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223005AA-6178-471A-8C68-CE5A0AFE926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31473" y="2702188"/>
                  <a:ext cx="55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E4A71E60-C94B-4674-95A3-F39819956761}"/>
                    </a:ext>
                  </a:extLst>
                </p14:cNvPr>
                <p14:cNvContentPartPr/>
                <p14:nvPr/>
              </p14:nvContentPartPr>
              <p14:xfrm>
                <a:off x="6755673" y="2599228"/>
                <a:ext cx="13680" cy="1944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E4A71E60-C94B-4674-95A3-F3981995676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46673" y="2590588"/>
                  <a:ext cx="31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68C98FF2-8903-4289-A795-32EFEB40E1FA}"/>
                    </a:ext>
                  </a:extLst>
                </p14:cNvPr>
                <p14:cNvContentPartPr/>
                <p14:nvPr/>
              </p14:nvContentPartPr>
              <p14:xfrm>
                <a:off x="6853233" y="2465308"/>
                <a:ext cx="50400" cy="4716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68C98FF2-8903-4289-A795-32EFEB40E1F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44593" y="2456308"/>
                  <a:ext cx="6804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1E5177B0-5381-4C4C-9084-CA9F41827C4F}"/>
              </a:ext>
            </a:extLst>
          </p:cNvPr>
          <p:cNvGrpSpPr/>
          <p:nvPr/>
        </p:nvGrpSpPr>
        <p:grpSpPr>
          <a:xfrm>
            <a:off x="7181913" y="2059228"/>
            <a:ext cx="266400" cy="204840"/>
            <a:chOff x="7181913" y="2059228"/>
            <a:chExt cx="26640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15A196EC-15A0-487B-B7E0-66A38487CFC0}"/>
                    </a:ext>
                  </a:extLst>
                </p14:cNvPr>
                <p14:cNvContentPartPr/>
                <p14:nvPr/>
              </p14:nvContentPartPr>
              <p14:xfrm>
                <a:off x="7181913" y="2198908"/>
                <a:ext cx="89640" cy="6516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15A196EC-15A0-487B-B7E0-66A38487CFC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72913" y="2190268"/>
                  <a:ext cx="1072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1285E52C-1746-4D4F-930A-C4240394C0D6}"/>
                    </a:ext>
                  </a:extLst>
                </p14:cNvPr>
                <p14:cNvContentPartPr/>
                <p14:nvPr/>
              </p14:nvContentPartPr>
              <p14:xfrm>
                <a:off x="7314753" y="2127268"/>
                <a:ext cx="39960" cy="208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1285E52C-1746-4D4F-930A-C4240394C0D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05753" y="2118268"/>
                  <a:ext cx="57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9FB7E41E-9696-4AF0-B4B0-5AE541F63715}"/>
                    </a:ext>
                  </a:extLst>
                </p14:cNvPr>
                <p14:cNvContentPartPr/>
                <p14:nvPr/>
              </p14:nvContentPartPr>
              <p14:xfrm>
                <a:off x="7447953" y="2059228"/>
                <a:ext cx="360" cy="36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9FB7E41E-9696-4AF0-B4B0-5AE541F637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39313" y="20505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A8DDCB85-CC69-4E3D-88EA-507E94A4E67A}"/>
              </a:ext>
            </a:extLst>
          </p:cNvPr>
          <p:cNvGrpSpPr/>
          <p:nvPr/>
        </p:nvGrpSpPr>
        <p:grpSpPr>
          <a:xfrm>
            <a:off x="4592433" y="3754468"/>
            <a:ext cx="2286000" cy="1217520"/>
            <a:chOff x="4592793" y="3745828"/>
            <a:chExt cx="2286000" cy="12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C152C2A3-76AD-4064-96C2-4552EC7ABB71}"/>
                    </a:ext>
                  </a:extLst>
                </p14:cNvPr>
                <p14:cNvContentPartPr/>
                <p14:nvPr/>
              </p14:nvContentPartPr>
              <p14:xfrm>
                <a:off x="5657673" y="3745828"/>
                <a:ext cx="33120" cy="6480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C152C2A3-76AD-4064-96C2-4552EC7ABB7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648673" y="3737188"/>
                  <a:ext cx="50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BAAD299D-98EB-40A5-90EA-12AF3AC3E95B}"/>
                    </a:ext>
                  </a:extLst>
                </p14:cNvPr>
                <p14:cNvContentPartPr/>
                <p14:nvPr/>
              </p14:nvContentPartPr>
              <p14:xfrm>
                <a:off x="5587473" y="3888028"/>
                <a:ext cx="32040" cy="2880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BAAD299D-98EB-40A5-90EA-12AF3AC3E95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578473" y="3879388"/>
                  <a:ext cx="49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5E50A767-7D60-4DA0-A5A8-6A67901C1346}"/>
                    </a:ext>
                  </a:extLst>
                </p14:cNvPr>
                <p14:cNvContentPartPr/>
                <p14:nvPr/>
              </p14:nvContentPartPr>
              <p14:xfrm>
                <a:off x="5526633" y="3941308"/>
                <a:ext cx="39600" cy="4824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5E50A767-7D60-4DA0-A5A8-6A67901C134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517633" y="3932308"/>
                  <a:ext cx="57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7E2681F2-BDC7-4048-B024-6F5FACD92E40}"/>
                    </a:ext>
                  </a:extLst>
                </p14:cNvPr>
                <p14:cNvContentPartPr/>
                <p14:nvPr/>
              </p14:nvContentPartPr>
              <p14:xfrm>
                <a:off x="5454633" y="4021228"/>
                <a:ext cx="32040" cy="1980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7E2681F2-BDC7-4048-B024-6F5FACD92E4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445633" y="4012588"/>
                  <a:ext cx="49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504C1BBE-124F-4357-9D7F-70FE0241C8DB}"/>
                    </a:ext>
                  </a:extLst>
                </p14:cNvPr>
                <p14:cNvContentPartPr/>
                <p14:nvPr/>
              </p14:nvContentPartPr>
              <p14:xfrm>
                <a:off x="5412873" y="4074508"/>
                <a:ext cx="20520" cy="2520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504C1BBE-124F-4357-9D7F-70FE0241C8D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403873" y="4065868"/>
                  <a:ext cx="38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88853015-801B-4A34-AD37-9597405C078D}"/>
                    </a:ext>
                  </a:extLst>
                </p14:cNvPr>
                <p14:cNvContentPartPr/>
                <p14:nvPr/>
              </p14:nvContentPartPr>
              <p14:xfrm>
                <a:off x="4629153" y="4777228"/>
                <a:ext cx="100800" cy="10944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88853015-801B-4A34-AD37-9597405C078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620513" y="4768588"/>
                  <a:ext cx="118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746C2F71-C893-4FAF-9A8A-1B38788E45D5}"/>
                    </a:ext>
                  </a:extLst>
                </p14:cNvPr>
                <p14:cNvContentPartPr/>
                <p14:nvPr/>
              </p14:nvContentPartPr>
              <p14:xfrm>
                <a:off x="4592793" y="4944628"/>
                <a:ext cx="23760" cy="1872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746C2F71-C893-4FAF-9A8A-1B38788E45D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83793" y="4935628"/>
                  <a:ext cx="41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3CEF7B88-7966-4543-B628-CF783BE9C2DD}"/>
                    </a:ext>
                  </a:extLst>
                </p14:cNvPr>
                <p14:cNvContentPartPr/>
                <p14:nvPr/>
              </p14:nvContentPartPr>
              <p14:xfrm>
                <a:off x="5761353" y="3799108"/>
                <a:ext cx="9360" cy="756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3CEF7B88-7966-4543-B628-CF783BE9C2D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752353" y="3790468"/>
                  <a:ext cx="27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E42071DE-C48B-42A3-A2DB-A48149696033}"/>
                    </a:ext>
                  </a:extLst>
                </p14:cNvPr>
                <p14:cNvContentPartPr/>
                <p14:nvPr/>
              </p14:nvContentPartPr>
              <p14:xfrm>
                <a:off x="5841273" y="3843748"/>
                <a:ext cx="36720" cy="2304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E42071DE-C48B-42A3-A2DB-A4814969603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832633" y="3834748"/>
                  <a:ext cx="54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AF078EA7-06E6-4A39-AF3B-72B26A6DA427}"/>
                    </a:ext>
                  </a:extLst>
                </p14:cNvPr>
                <p14:cNvContentPartPr/>
                <p14:nvPr/>
              </p14:nvContentPartPr>
              <p14:xfrm>
                <a:off x="5912193" y="3896668"/>
                <a:ext cx="23040" cy="2880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AF078EA7-06E6-4A39-AF3B-72B26A6DA42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903553" y="3888028"/>
                  <a:ext cx="40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8DBD5193-972C-4334-8B2B-4A4D2A8C3A4B}"/>
                    </a:ext>
                  </a:extLst>
                </p14:cNvPr>
                <p14:cNvContentPartPr/>
                <p14:nvPr/>
              </p14:nvContentPartPr>
              <p14:xfrm>
                <a:off x="5965473" y="3958948"/>
                <a:ext cx="13680" cy="2880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8DBD5193-972C-4334-8B2B-4A4D2A8C3A4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956833" y="3949948"/>
                  <a:ext cx="31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9B622336-57B4-48C4-9974-2C8BD96CF10C}"/>
                    </a:ext>
                  </a:extLst>
                </p14:cNvPr>
                <p14:cNvContentPartPr/>
                <p14:nvPr/>
              </p14:nvContentPartPr>
              <p14:xfrm>
                <a:off x="6027393" y="4030228"/>
                <a:ext cx="38160" cy="3204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9B622336-57B4-48C4-9974-2C8BD96CF10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18753" y="4021228"/>
                  <a:ext cx="55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18D8B57B-E749-4B68-AE8E-69E31761529A}"/>
                    </a:ext>
                  </a:extLst>
                </p14:cNvPr>
                <p14:cNvContentPartPr/>
                <p14:nvPr/>
              </p14:nvContentPartPr>
              <p14:xfrm>
                <a:off x="6107673" y="4109788"/>
                <a:ext cx="360" cy="396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18D8B57B-E749-4B68-AE8E-69E31761529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98673" y="4101148"/>
                  <a:ext cx="18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4D8E605B-03A0-4C75-933D-3D38E2650C42}"/>
                    </a:ext>
                  </a:extLst>
                </p14:cNvPr>
                <p14:cNvContentPartPr/>
                <p14:nvPr/>
              </p14:nvContentPartPr>
              <p14:xfrm>
                <a:off x="6231873" y="4322908"/>
                <a:ext cx="28800" cy="3240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4D8E605B-03A0-4C75-933D-3D38E2650C4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22873" y="4314268"/>
                  <a:ext cx="46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400479D0-76B2-4940-A050-53BADC079E78}"/>
                    </a:ext>
                  </a:extLst>
                </p14:cNvPr>
                <p14:cNvContentPartPr/>
                <p14:nvPr/>
              </p14:nvContentPartPr>
              <p14:xfrm>
                <a:off x="6151593" y="4163068"/>
                <a:ext cx="47160" cy="5940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400479D0-76B2-4940-A050-53BADC079E7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42953" y="4154428"/>
                  <a:ext cx="64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7930FE88-F249-424C-BF5D-78DCB4F2339E}"/>
                    </a:ext>
                  </a:extLst>
                </p14:cNvPr>
                <p14:cNvContentPartPr/>
                <p14:nvPr/>
              </p14:nvContentPartPr>
              <p14:xfrm>
                <a:off x="6214233" y="4243348"/>
                <a:ext cx="17280" cy="3420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7930FE88-F249-424C-BF5D-78DCB4F2339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205233" y="4234348"/>
                  <a:ext cx="34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0E63487C-45AE-46DE-8618-B89F625E6316}"/>
                    </a:ext>
                  </a:extLst>
                </p14:cNvPr>
                <p14:cNvContentPartPr/>
                <p14:nvPr/>
              </p14:nvContentPartPr>
              <p14:xfrm>
                <a:off x="6258153" y="4322908"/>
                <a:ext cx="19800" cy="2304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0E63487C-45AE-46DE-8618-B89F625E631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49513" y="4314268"/>
                  <a:ext cx="374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D064B157-42B7-4943-830D-AD3678D2294F}"/>
                    </a:ext>
                  </a:extLst>
                </p14:cNvPr>
                <p14:cNvContentPartPr/>
                <p14:nvPr/>
              </p14:nvContentPartPr>
              <p14:xfrm>
                <a:off x="6302793" y="4367548"/>
                <a:ext cx="100440" cy="9504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D064B157-42B7-4943-830D-AD3678D2294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93793" y="4358548"/>
                  <a:ext cx="118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110FB355-D7BD-4E51-9631-D4524D8690CA}"/>
                    </a:ext>
                  </a:extLst>
                </p14:cNvPr>
                <p14:cNvContentPartPr/>
                <p14:nvPr/>
              </p14:nvContentPartPr>
              <p14:xfrm>
                <a:off x="6480633" y="4518388"/>
                <a:ext cx="58320" cy="7524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110FB355-D7BD-4E51-9631-D4524D8690C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71633" y="4509748"/>
                  <a:ext cx="75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8A781B9D-037C-476B-AE83-5F236295D3EC}"/>
                    </a:ext>
                  </a:extLst>
                </p14:cNvPr>
                <p14:cNvContentPartPr/>
                <p14:nvPr/>
              </p14:nvContentPartPr>
              <p14:xfrm>
                <a:off x="6542553" y="4624948"/>
                <a:ext cx="30240" cy="3096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8A781B9D-037C-476B-AE83-5F236295D3E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533913" y="4615948"/>
                  <a:ext cx="47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6AE99456-9F97-4EA0-86B8-06A90750D10E}"/>
                    </a:ext>
                  </a:extLst>
                </p14:cNvPr>
                <p14:cNvContentPartPr/>
                <p14:nvPr/>
              </p14:nvContentPartPr>
              <p14:xfrm>
                <a:off x="6604833" y="4678228"/>
                <a:ext cx="73800" cy="7668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6AE99456-9F97-4EA0-86B8-06A90750D10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95833" y="4669228"/>
                  <a:ext cx="914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0161EC60-E9B9-44DD-B62C-C111011F7700}"/>
                    </a:ext>
                  </a:extLst>
                </p14:cNvPr>
                <p14:cNvContentPartPr/>
                <p14:nvPr/>
              </p14:nvContentPartPr>
              <p14:xfrm>
                <a:off x="6746673" y="4820428"/>
                <a:ext cx="132120" cy="11268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0161EC60-E9B9-44DD-B62C-C111011F770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38033" y="4811428"/>
                  <a:ext cx="14976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5FAF69B4-FC1F-4446-B15B-3C1751FEC4F9}"/>
              </a:ext>
            </a:extLst>
          </p:cNvPr>
          <p:cNvGrpSpPr/>
          <p:nvPr/>
        </p:nvGrpSpPr>
        <p:grpSpPr>
          <a:xfrm>
            <a:off x="4473993" y="2503108"/>
            <a:ext cx="324360" cy="259200"/>
            <a:chOff x="4473993" y="2503108"/>
            <a:chExt cx="32436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EF9F08BD-4B7B-463F-84BE-83CA681FB77E}"/>
                    </a:ext>
                  </a:extLst>
                </p14:cNvPr>
                <p14:cNvContentPartPr/>
                <p14:nvPr/>
              </p14:nvContentPartPr>
              <p14:xfrm>
                <a:off x="4473993" y="2503108"/>
                <a:ext cx="3960" cy="576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EF9F08BD-4B7B-463F-84BE-83CA681FB77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65353" y="2494468"/>
                  <a:ext cx="21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24C16D25-D52E-4041-969E-16677E4D6886}"/>
                    </a:ext>
                  </a:extLst>
                </p14:cNvPr>
                <p14:cNvContentPartPr/>
                <p14:nvPr/>
              </p14:nvContentPartPr>
              <p14:xfrm>
                <a:off x="4500273" y="2538748"/>
                <a:ext cx="23400" cy="2844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24C16D25-D52E-4041-969E-16677E4D688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491633" y="2530108"/>
                  <a:ext cx="41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7DBA83A9-9BDA-4ED2-AA58-81DFBABB6278}"/>
                    </a:ext>
                  </a:extLst>
                </p14:cNvPr>
                <p14:cNvContentPartPr/>
                <p14:nvPr/>
              </p14:nvContentPartPr>
              <p14:xfrm>
                <a:off x="4536273" y="2538748"/>
                <a:ext cx="59400" cy="3816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7DBA83A9-9BDA-4ED2-AA58-81DFBABB627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27273" y="2530108"/>
                  <a:ext cx="77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38CB4703-4135-455E-BED9-1839B1F01404}"/>
                    </a:ext>
                  </a:extLst>
                </p14:cNvPr>
                <p14:cNvContentPartPr/>
                <p14:nvPr/>
              </p14:nvContentPartPr>
              <p14:xfrm>
                <a:off x="4625193" y="2600668"/>
                <a:ext cx="41400" cy="3420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38CB4703-4135-455E-BED9-1839B1F0140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16193" y="2592028"/>
                  <a:ext cx="59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A6D4AC7E-C35F-40DF-A159-86815EA718DF}"/>
                    </a:ext>
                  </a:extLst>
                </p14:cNvPr>
                <p14:cNvContentPartPr/>
                <p14:nvPr/>
              </p14:nvContentPartPr>
              <p14:xfrm>
                <a:off x="4695753" y="2662948"/>
                <a:ext cx="38160" cy="3564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A6D4AC7E-C35F-40DF-A159-86815EA718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87113" y="2653948"/>
                  <a:ext cx="55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98545510-8C90-468C-8A29-78DF73157D21}"/>
                    </a:ext>
                  </a:extLst>
                </p14:cNvPr>
                <p14:cNvContentPartPr/>
                <p14:nvPr/>
              </p14:nvContentPartPr>
              <p14:xfrm>
                <a:off x="4784673" y="2742868"/>
                <a:ext cx="13680" cy="1944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98545510-8C90-468C-8A29-78DF73157D2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776033" y="2734228"/>
                  <a:ext cx="313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62EE1815-6907-4EEF-919C-635FDB733522}"/>
              </a:ext>
            </a:extLst>
          </p:cNvPr>
          <p:cNvGrpSpPr/>
          <p:nvPr/>
        </p:nvGrpSpPr>
        <p:grpSpPr>
          <a:xfrm>
            <a:off x="4882593" y="2902708"/>
            <a:ext cx="435960" cy="386640"/>
            <a:chOff x="4882593" y="2902708"/>
            <a:chExt cx="43596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F3F59803-BD77-4B3C-9EB6-6B1B3B59DFD2}"/>
                    </a:ext>
                  </a:extLst>
                </p14:cNvPr>
                <p14:cNvContentPartPr/>
                <p14:nvPr/>
              </p14:nvContentPartPr>
              <p14:xfrm>
                <a:off x="4882593" y="2902708"/>
                <a:ext cx="11880" cy="2124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F3F59803-BD77-4B3C-9EB6-6B1B3B59DFD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73593" y="2894068"/>
                  <a:ext cx="29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38829A30-CD62-430B-B5E8-3754D29D7FF1}"/>
                    </a:ext>
                  </a:extLst>
                </p14:cNvPr>
                <p14:cNvContentPartPr/>
                <p14:nvPr/>
              </p14:nvContentPartPr>
              <p14:xfrm>
                <a:off x="4953513" y="2982628"/>
                <a:ext cx="56160" cy="5004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38829A30-CD62-430B-B5E8-3754D29D7FF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944513" y="2973628"/>
                  <a:ext cx="73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75630F1B-7D9E-4C72-9B28-9285712B526D}"/>
                    </a:ext>
                  </a:extLst>
                </p14:cNvPr>
                <p14:cNvContentPartPr/>
                <p14:nvPr/>
              </p14:nvContentPartPr>
              <p14:xfrm>
                <a:off x="5024433" y="3044548"/>
                <a:ext cx="26280" cy="1656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75630F1B-7D9E-4C72-9B28-9285712B526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015433" y="3035908"/>
                  <a:ext cx="43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BEAFEEE4-8152-4727-89A9-C345A607A25F}"/>
                    </a:ext>
                  </a:extLst>
                </p14:cNvPr>
                <p14:cNvContentPartPr/>
                <p14:nvPr/>
              </p14:nvContentPartPr>
              <p14:xfrm>
                <a:off x="5086353" y="3062548"/>
                <a:ext cx="29520" cy="5688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BEAFEEE4-8152-4727-89A9-C345A607A25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077713" y="3053908"/>
                  <a:ext cx="47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18A91A01-F7BE-4CE3-B4C7-EE947C93A3F4}"/>
                    </a:ext>
                  </a:extLst>
                </p14:cNvPr>
                <p14:cNvContentPartPr/>
                <p14:nvPr/>
              </p14:nvContentPartPr>
              <p14:xfrm>
                <a:off x="5184273" y="3178108"/>
                <a:ext cx="360" cy="396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18A91A01-F7BE-4CE3-B4C7-EE947C93A3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75273" y="3169108"/>
                  <a:ext cx="18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F604E4B4-F39B-4D1A-8B64-B64D6725E243}"/>
                    </a:ext>
                  </a:extLst>
                </p14:cNvPr>
                <p14:cNvContentPartPr/>
                <p14:nvPr/>
              </p14:nvContentPartPr>
              <p14:xfrm>
                <a:off x="5210913" y="3204388"/>
                <a:ext cx="107640" cy="8496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F604E4B4-F39B-4D1A-8B64-B64D6725E24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02273" y="3195388"/>
                  <a:ext cx="125280" cy="1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410C0CE5-0E1C-4789-9ACB-35F440CFB88D}"/>
                  </a:ext>
                </a:extLst>
              </p14:cNvPr>
              <p14:cNvContentPartPr/>
              <p14:nvPr/>
            </p14:nvContentPartPr>
            <p14:xfrm>
              <a:off x="5352753" y="3364228"/>
              <a:ext cx="40320" cy="30600"/>
            </p14:xfrm>
          </p:contentPart>
        </mc:Choice>
        <mc:Fallback xmlns=""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410C0CE5-0E1C-4789-9ACB-35F440CFB88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343753" y="3355228"/>
                <a:ext cx="579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F21821C0-1D4B-408C-B39E-05796D0BDBB2}"/>
                  </a:ext>
                </a:extLst>
              </p14:cNvPr>
              <p14:cNvContentPartPr/>
              <p14:nvPr/>
            </p14:nvContentPartPr>
            <p14:xfrm>
              <a:off x="5424033" y="3417508"/>
              <a:ext cx="10800" cy="5760"/>
            </p14:xfrm>
          </p:contentPart>
        </mc:Choice>
        <mc:Fallback xmlns=""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F21821C0-1D4B-408C-B39E-05796D0BDBB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415033" y="3408508"/>
                <a:ext cx="284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A0142F3E-1203-4C51-A1A6-116930D09BAC}"/>
                  </a:ext>
                </a:extLst>
              </p14:cNvPr>
              <p14:cNvContentPartPr/>
              <p14:nvPr/>
            </p14:nvContentPartPr>
            <p14:xfrm>
              <a:off x="5548233" y="3577348"/>
              <a:ext cx="21600" cy="11880"/>
            </p14:xfrm>
          </p:contentPart>
        </mc:Choice>
        <mc:Fallback xmlns=""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A0142F3E-1203-4C51-A1A6-116930D09BA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539233" y="3568348"/>
                <a:ext cx="392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AC2B1304-1E9F-4E83-A629-FFCC2C21D99A}"/>
                  </a:ext>
                </a:extLst>
              </p14:cNvPr>
              <p14:cNvContentPartPr/>
              <p14:nvPr/>
            </p14:nvContentPartPr>
            <p14:xfrm>
              <a:off x="5512593" y="3497428"/>
              <a:ext cx="57600" cy="55080"/>
            </p14:xfrm>
          </p:contentPart>
        </mc:Choice>
        <mc:Fallback xmlns=""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AC2B1304-1E9F-4E83-A629-FFCC2C21D99A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503593" y="3488788"/>
                <a:ext cx="752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5C15A865-8A4B-429A-B24E-088378C65A28}"/>
                  </a:ext>
                </a:extLst>
              </p14:cNvPr>
              <p14:cNvContentPartPr/>
              <p14:nvPr/>
            </p14:nvContentPartPr>
            <p14:xfrm>
              <a:off x="5610153" y="3612988"/>
              <a:ext cx="30240" cy="1944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5C15A865-8A4B-429A-B24E-088378C65A2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601513" y="3603988"/>
                <a:ext cx="478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5AC9E6AD-76A0-4D50-8EE0-F92A3157B0B6}"/>
                  </a:ext>
                </a:extLst>
              </p14:cNvPr>
              <p14:cNvContentPartPr/>
              <p14:nvPr/>
            </p14:nvContentPartPr>
            <p14:xfrm>
              <a:off x="4616193" y="4861108"/>
              <a:ext cx="12600" cy="3960"/>
            </p14:xfrm>
          </p:contentPart>
        </mc:Choice>
        <mc:Fallback xmlns=""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5AC9E6AD-76A0-4D50-8EE0-F92A3157B0B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611873" y="4856788"/>
                <a:ext cx="212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C6A35C70-1DFD-4E9C-A54B-872F90A8A4C0}"/>
              </a:ext>
            </a:extLst>
          </p:cNvPr>
          <p:cNvGrpSpPr/>
          <p:nvPr/>
        </p:nvGrpSpPr>
        <p:grpSpPr>
          <a:xfrm>
            <a:off x="4713393" y="4119868"/>
            <a:ext cx="649080" cy="603000"/>
            <a:chOff x="4713393" y="4119868"/>
            <a:chExt cx="649080" cy="60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F14DEC3B-B24E-4458-B1D9-AB54812F3166}"/>
                    </a:ext>
                  </a:extLst>
                </p14:cNvPr>
                <p14:cNvContentPartPr/>
                <p14:nvPr/>
              </p14:nvContentPartPr>
              <p14:xfrm>
                <a:off x="4979793" y="4443868"/>
                <a:ext cx="6120" cy="396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F14DEC3B-B24E-4458-B1D9-AB54812F316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975473" y="4439548"/>
                  <a:ext cx="14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5414A135-E5BD-4835-982B-B73B5017A882}"/>
                    </a:ext>
                  </a:extLst>
                </p14:cNvPr>
                <p14:cNvContentPartPr/>
                <p14:nvPr/>
              </p14:nvContentPartPr>
              <p14:xfrm>
                <a:off x="4784673" y="4675348"/>
                <a:ext cx="30240" cy="1188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5414A135-E5BD-4835-982B-B73B5017A8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780353" y="4671028"/>
                  <a:ext cx="38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9EDF4449-B453-4918-A5F6-DB61A1E67928}"/>
                    </a:ext>
                  </a:extLst>
                </p14:cNvPr>
                <p14:cNvContentPartPr/>
                <p14:nvPr/>
              </p14:nvContentPartPr>
              <p14:xfrm>
                <a:off x="4873233" y="4610908"/>
                <a:ext cx="11160" cy="576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9EDF4449-B453-4918-A5F6-DB61A1E6792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868913" y="4606588"/>
                  <a:ext cx="198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B6881FC4-0D4B-466B-815E-F4FC85948509}"/>
                    </a:ext>
                  </a:extLst>
                </p14:cNvPr>
                <p14:cNvContentPartPr/>
                <p14:nvPr/>
              </p14:nvContentPartPr>
              <p14:xfrm>
                <a:off x="4935873" y="4548268"/>
                <a:ext cx="10800" cy="612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B6881FC4-0D4B-466B-815E-F4FC8594850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31553" y="4543948"/>
                  <a:ext cx="194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FACECD3E-E5EF-407C-BE6B-011AC4D04C4B}"/>
                    </a:ext>
                  </a:extLst>
                </p14:cNvPr>
                <p14:cNvContentPartPr/>
                <p14:nvPr/>
              </p14:nvContentPartPr>
              <p14:xfrm>
                <a:off x="5068713" y="4422628"/>
                <a:ext cx="17280" cy="1584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FACECD3E-E5EF-407C-BE6B-011AC4D04C4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064393" y="4418308"/>
                  <a:ext cx="25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ACE274B3-CA9A-478C-90B4-8C3D1562F338}"/>
                    </a:ext>
                  </a:extLst>
                </p14:cNvPr>
                <p14:cNvContentPartPr/>
                <p14:nvPr/>
              </p14:nvContentPartPr>
              <p14:xfrm>
                <a:off x="5130993" y="4362148"/>
                <a:ext cx="19080" cy="576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ACE274B3-CA9A-478C-90B4-8C3D1562F33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126673" y="4357828"/>
                  <a:ext cx="277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A7203B81-084B-4E05-BDD8-2A5C1199E064}"/>
                    </a:ext>
                  </a:extLst>
                </p14:cNvPr>
                <p14:cNvContentPartPr/>
                <p14:nvPr/>
              </p14:nvContentPartPr>
              <p14:xfrm>
                <a:off x="5184273" y="4277188"/>
                <a:ext cx="39960" cy="3744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A7203B81-084B-4E05-BDD8-2A5C1199E06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179953" y="4272868"/>
                  <a:ext cx="48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3DAE5C82-BC8F-4C47-A240-8CAF89EE9368}"/>
                    </a:ext>
                  </a:extLst>
                </p14:cNvPr>
                <p14:cNvContentPartPr/>
                <p14:nvPr/>
              </p14:nvContentPartPr>
              <p14:xfrm>
                <a:off x="4917873" y="4512268"/>
                <a:ext cx="55440" cy="4212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3DAE5C82-BC8F-4C47-A240-8CAF89EE936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913553" y="4507948"/>
                  <a:ext cx="64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5D5DDAFC-ECD5-4586-93A0-8E24156BD82C}"/>
                    </a:ext>
                  </a:extLst>
                </p14:cNvPr>
                <p14:cNvContentPartPr/>
                <p14:nvPr/>
              </p14:nvContentPartPr>
              <p14:xfrm>
                <a:off x="5033073" y="4379428"/>
                <a:ext cx="100440" cy="8604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5D5DDAFC-ECD5-4586-93A0-8E24156BD82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028753" y="4375108"/>
                  <a:ext cx="109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FF61B1E8-197A-482D-AB24-7AD4A2225992}"/>
                    </a:ext>
                  </a:extLst>
                </p14:cNvPr>
                <p14:cNvContentPartPr/>
                <p14:nvPr/>
              </p14:nvContentPartPr>
              <p14:xfrm>
                <a:off x="5184273" y="4284748"/>
                <a:ext cx="21600" cy="2124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FF61B1E8-197A-482D-AB24-7AD4A222599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179953" y="4280428"/>
                  <a:ext cx="30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36B52E02-AD30-4E80-8685-D838EE95F102}"/>
                    </a:ext>
                  </a:extLst>
                </p14:cNvPr>
                <p14:cNvContentPartPr/>
                <p14:nvPr/>
              </p14:nvContentPartPr>
              <p14:xfrm>
                <a:off x="5281833" y="4119868"/>
                <a:ext cx="80640" cy="7956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36B52E02-AD30-4E80-8685-D838EE95F10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277513" y="4115548"/>
                  <a:ext cx="89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B702A241-F78E-4B95-B235-8412FE7347EC}"/>
                    </a:ext>
                  </a:extLst>
                </p14:cNvPr>
                <p14:cNvContentPartPr/>
                <p14:nvPr/>
              </p14:nvContentPartPr>
              <p14:xfrm>
                <a:off x="5264193" y="4188628"/>
                <a:ext cx="26280" cy="1944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B702A241-F78E-4B95-B235-8412FE7347E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259873" y="4184308"/>
                  <a:ext cx="34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6AB167BB-1D79-4ABF-B006-BC21E5E38C7B}"/>
                    </a:ext>
                  </a:extLst>
                </p14:cNvPr>
                <p14:cNvContentPartPr/>
                <p14:nvPr/>
              </p14:nvContentPartPr>
              <p14:xfrm>
                <a:off x="4713393" y="4722508"/>
                <a:ext cx="360" cy="36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6AB167BB-1D79-4ABF-B006-BC21E5E38C7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709073" y="471818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B0AF0C3C-DF47-427B-A80E-72E8FFA8A502}"/>
                    </a:ext>
                  </a:extLst>
                </p14:cNvPr>
                <p14:cNvContentPartPr/>
                <p14:nvPr/>
              </p14:nvContentPartPr>
              <p14:xfrm>
                <a:off x="4784673" y="4658068"/>
                <a:ext cx="31680" cy="2916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B0AF0C3C-DF47-427B-A80E-72E8FFA8A50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780353" y="4653748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D665D848-F33B-4779-A333-69B88BB42C9C}"/>
                    </a:ext>
                  </a:extLst>
                </p14:cNvPr>
                <p14:cNvContentPartPr/>
                <p14:nvPr/>
              </p14:nvContentPartPr>
              <p14:xfrm>
                <a:off x="4846953" y="4628188"/>
                <a:ext cx="10800" cy="576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D665D848-F33B-4779-A333-69B88BB42C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842633" y="4623868"/>
                  <a:ext cx="194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D8833813-E380-4809-89EF-3A9CE106C00E}"/>
                    </a:ext>
                  </a:extLst>
                </p14:cNvPr>
                <p14:cNvContentPartPr/>
                <p14:nvPr/>
              </p14:nvContentPartPr>
              <p14:xfrm>
                <a:off x="4873233" y="4586788"/>
                <a:ext cx="21600" cy="1188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D8833813-E380-4809-89EF-3A9CE106C00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868913" y="4582468"/>
                  <a:ext cx="3024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57" name="Tinta 156">
                <a:extLst>
                  <a:ext uri="{FF2B5EF4-FFF2-40B4-BE49-F238E27FC236}">
                    <a16:creationId xmlns:a16="http://schemas.microsoft.com/office/drawing/2014/main" id="{61990D65-94F0-4B9B-B147-EB2EA7743ED8}"/>
                  </a:ext>
                </a:extLst>
              </p14:cNvPr>
              <p14:cNvContentPartPr/>
              <p14:nvPr/>
            </p14:nvContentPartPr>
            <p14:xfrm>
              <a:off x="6276153" y="3755188"/>
              <a:ext cx="2195640" cy="2174040"/>
            </p14:xfrm>
          </p:contentPart>
        </mc:Choice>
        <mc:Fallback xmlns="">
          <p:pic>
            <p:nvPicPr>
              <p:cNvPr id="157" name="Tinta 156">
                <a:extLst>
                  <a:ext uri="{FF2B5EF4-FFF2-40B4-BE49-F238E27FC236}">
                    <a16:creationId xmlns:a16="http://schemas.microsoft.com/office/drawing/2014/main" id="{61990D65-94F0-4B9B-B147-EB2EA7743ED8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258513" y="3719188"/>
                <a:ext cx="2231280" cy="22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FA310A39-0311-40FB-9821-1096692886B1}"/>
                  </a:ext>
                </a:extLst>
              </p14:cNvPr>
              <p14:cNvContentPartPr/>
              <p14:nvPr/>
            </p14:nvContentPartPr>
            <p14:xfrm>
              <a:off x="2964873" y="1517788"/>
              <a:ext cx="2192040" cy="2147400"/>
            </p14:xfrm>
          </p:contentPart>
        </mc:Choice>
        <mc:Fallback xmlns=""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FA310A39-0311-40FB-9821-1096692886B1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947233" y="1482148"/>
                <a:ext cx="2227680" cy="22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59" name="Tinta 158">
                <a:extLst>
                  <a:ext uri="{FF2B5EF4-FFF2-40B4-BE49-F238E27FC236}">
                    <a16:creationId xmlns:a16="http://schemas.microsoft.com/office/drawing/2014/main" id="{25042431-CB36-48C3-B8A0-70EF19963F5F}"/>
                  </a:ext>
                </a:extLst>
              </p14:cNvPr>
              <p14:cNvContentPartPr/>
              <p14:nvPr/>
            </p14:nvContentPartPr>
            <p14:xfrm>
              <a:off x="5104353" y="3355228"/>
              <a:ext cx="54360" cy="288360"/>
            </p14:xfrm>
          </p:contentPart>
        </mc:Choice>
        <mc:Fallback xmlns="">
          <p:pic>
            <p:nvPicPr>
              <p:cNvPr id="159" name="Tinta 158">
                <a:extLst>
                  <a:ext uri="{FF2B5EF4-FFF2-40B4-BE49-F238E27FC236}">
                    <a16:creationId xmlns:a16="http://schemas.microsoft.com/office/drawing/2014/main" id="{25042431-CB36-48C3-B8A0-70EF19963F5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086713" y="3319588"/>
                <a:ext cx="9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EF3EFFDA-B1EF-4000-BC4E-C87E31C32660}"/>
                  </a:ext>
                </a:extLst>
              </p14:cNvPr>
              <p14:cNvContentPartPr/>
              <p14:nvPr/>
            </p14:nvContentPartPr>
            <p14:xfrm>
              <a:off x="5094993" y="3459988"/>
              <a:ext cx="19080" cy="90000"/>
            </p14:xfrm>
          </p:contentPart>
        </mc:Choice>
        <mc:Fallback xmlns=""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EF3EFFDA-B1EF-4000-BC4E-C87E31C3266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076993" y="3423988"/>
                <a:ext cx="547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D64C067D-C71F-44E6-BED1-B8D1893A9927}"/>
                  </a:ext>
                </a:extLst>
              </p14:cNvPr>
              <p14:cNvContentPartPr/>
              <p14:nvPr/>
            </p14:nvContentPartPr>
            <p14:xfrm>
              <a:off x="5148273" y="3524068"/>
              <a:ext cx="10440" cy="185760"/>
            </p14:xfrm>
          </p:contentPart>
        </mc:Choice>
        <mc:Fallback xmlns=""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D64C067D-C71F-44E6-BED1-B8D1893A992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130273" y="3488068"/>
                <a:ext cx="4608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E722299C-A2F8-436A-9A3F-74133226B4CE}"/>
              </a:ext>
            </a:extLst>
          </p:cNvPr>
          <p:cNvGrpSpPr/>
          <p:nvPr/>
        </p:nvGrpSpPr>
        <p:grpSpPr>
          <a:xfrm>
            <a:off x="6817593" y="2733508"/>
            <a:ext cx="630720" cy="284400"/>
            <a:chOff x="6817593" y="2733508"/>
            <a:chExt cx="63072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65987EE8-73D2-496F-988B-4A13829D8308}"/>
                    </a:ext>
                  </a:extLst>
                </p14:cNvPr>
                <p14:cNvContentPartPr/>
                <p14:nvPr/>
              </p14:nvContentPartPr>
              <p14:xfrm>
                <a:off x="6817593" y="2733508"/>
                <a:ext cx="300960" cy="16056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65987EE8-73D2-496F-988B-4A13829D830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799953" y="2715508"/>
                  <a:ext cx="336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DFFB08C2-4C49-4F76-9C65-379E82982DC8}"/>
                    </a:ext>
                  </a:extLst>
                </p14:cNvPr>
                <p14:cNvContentPartPr/>
                <p14:nvPr/>
              </p14:nvContentPartPr>
              <p14:xfrm>
                <a:off x="7226193" y="2822788"/>
                <a:ext cx="32040" cy="12096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DFFB08C2-4C49-4F76-9C65-379E82982DC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208553" y="2804788"/>
                  <a:ext cx="67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F9E9BF98-FC8D-4850-B76C-F884D8C7FC49}"/>
                    </a:ext>
                  </a:extLst>
                </p14:cNvPr>
                <p14:cNvContentPartPr/>
                <p14:nvPr/>
              </p14:nvContentPartPr>
              <p14:xfrm>
                <a:off x="7289193" y="2831428"/>
                <a:ext cx="71280" cy="8244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F9E9BF98-FC8D-4850-B76C-F884D8C7FC4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271553" y="2813428"/>
                  <a:ext cx="1069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0B0DA044-8C2A-4799-9623-2EFFD25F1AAF}"/>
                    </a:ext>
                  </a:extLst>
                </p14:cNvPr>
                <p14:cNvContentPartPr/>
                <p14:nvPr/>
              </p14:nvContentPartPr>
              <p14:xfrm>
                <a:off x="7447953" y="2893708"/>
                <a:ext cx="360" cy="12420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0B0DA044-8C2A-4799-9623-2EFFD25F1AA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430313" y="2875708"/>
                  <a:ext cx="3600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Agrupar 197">
            <a:extLst>
              <a:ext uri="{FF2B5EF4-FFF2-40B4-BE49-F238E27FC236}">
                <a16:creationId xmlns:a16="http://schemas.microsoft.com/office/drawing/2014/main" id="{C9DD95CA-59ED-4544-9E45-BDE74EA30441}"/>
              </a:ext>
            </a:extLst>
          </p:cNvPr>
          <p:cNvGrpSpPr/>
          <p:nvPr/>
        </p:nvGrpSpPr>
        <p:grpSpPr>
          <a:xfrm>
            <a:off x="7961313" y="2476828"/>
            <a:ext cx="3083400" cy="303480"/>
            <a:chOff x="7961313" y="2476828"/>
            <a:chExt cx="308340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50FC72B5-C0E7-40C7-BBC0-237364F3FFC9}"/>
                    </a:ext>
                  </a:extLst>
                </p14:cNvPr>
                <p14:cNvContentPartPr/>
                <p14:nvPr/>
              </p14:nvContentPartPr>
              <p14:xfrm>
                <a:off x="7961313" y="2645308"/>
                <a:ext cx="103680" cy="13500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50FC72B5-C0E7-40C7-BBC0-237364F3FFC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943313" y="2627308"/>
                  <a:ext cx="139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28A08444-CDDA-4AF7-B176-C0B34631B3AD}"/>
                    </a:ext>
                  </a:extLst>
                </p14:cNvPr>
                <p14:cNvContentPartPr/>
                <p14:nvPr/>
              </p14:nvContentPartPr>
              <p14:xfrm>
                <a:off x="8007033" y="2716228"/>
                <a:ext cx="55440" cy="936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28A08444-CDDA-4AF7-B176-C0B34631B3A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989393" y="2698228"/>
                  <a:ext cx="91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A715ECDA-A5CE-404A-AB29-3BD8A203B7A0}"/>
                    </a:ext>
                  </a:extLst>
                </p14:cNvPr>
                <p14:cNvContentPartPr/>
                <p14:nvPr/>
              </p14:nvContentPartPr>
              <p14:xfrm>
                <a:off x="8170113" y="2680588"/>
                <a:ext cx="39600" cy="8964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A715ECDA-A5CE-404A-AB29-3BD8A203B7A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52113" y="2662588"/>
                  <a:ext cx="75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EE6F82D7-4D2F-482C-9D72-D5B2C25DD4B0}"/>
                    </a:ext>
                  </a:extLst>
                </p14:cNvPr>
                <p14:cNvContentPartPr/>
                <p14:nvPr/>
              </p14:nvContentPartPr>
              <p14:xfrm>
                <a:off x="8326713" y="2476828"/>
                <a:ext cx="54000" cy="26532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EE6F82D7-4D2F-482C-9D72-D5B2C25DD4B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309073" y="2458828"/>
                  <a:ext cx="89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30B2F21F-15C5-4526-9ACF-75551096420A}"/>
                    </a:ext>
                  </a:extLst>
                </p14:cNvPr>
                <p14:cNvContentPartPr/>
                <p14:nvPr/>
              </p14:nvContentPartPr>
              <p14:xfrm>
                <a:off x="8318073" y="2600668"/>
                <a:ext cx="141480" cy="1260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30B2F21F-15C5-4526-9ACF-75551096420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300073" y="2583028"/>
                  <a:ext cx="177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89E88856-A5AA-4660-BCA1-52F9CD96B3E4}"/>
                    </a:ext>
                  </a:extLst>
                </p14:cNvPr>
                <p14:cNvContentPartPr/>
                <p14:nvPr/>
              </p14:nvContentPartPr>
              <p14:xfrm>
                <a:off x="8454873" y="2698588"/>
                <a:ext cx="115560" cy="8064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89E88856-A5AA-4660-BCA1-52F9CD96B3E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436873" y="2680588"/>
                  <a:ext cx="1512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D3C0861F-9F6B-49CB-88D2-970F8D652090}"/>
                    </a:ext>
                  </a:extLst>
                </p14:cNvPr>
                <p14:cNvContentPartPr/>
                <p14:nvPr/>
              </p14:nvContentPartPr>
              <p14:xfrm>
                <a:off x="8664393" y="2682028"/>
                <a:ext cx="78120" cy="5220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D3C0861F-9F6B-49CB-88D2-970F8D65209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646753" y="2664028"/>
                  <a:ext cx="113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F9346D82-9289-4B96-B3BF-2139372A04F6}"/>
                    </a:ext>
                  </a:extLst>
                </p14:cNvPr>
                <p14:cNvContentPartPr/>
                <p14:nvPr/>
              </p14:nvContentPartPr>
              <p14:xfrm>
                <a:off x="8611113" y="2503108"/>
                <a:ext cx="27000" cy="16812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F9346D82-9289-4B96-B3BF-2139372A04F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593473" y="2485468"/>
                  <a:ext cx="62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3B60CDA1-8B38-4890-B135-D1D3C9BC29FC}"/>
                    </a:ext>
                  </a:extLst>
                </p14:cNvPr>
                <p14:cNvContentPartPr/>
                <p14:nvPr/>
              </p14:nvContentPartPr>
              <p14:xfrm>
                <a:off x="8824233" y="2662948"/>
                <a:ext cx="18360" cy="6984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3B60CDA1-8B38-4890-B135-D1D3C9BC29F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806233" y="2644948"/>
                  <a:ext cx="540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3C39F846-77D5-4412-B89A-25CB2B5A49E7}"/>
                    </a:ext>
                  </a:extLst>
                </p14:cNvPr>
                <p14:cNvContentPartPr/>
                <p14:nvPr/>
              </p14:nvContentPartPr>
              <p14:xfrm>
                <a:off x="8859513" y="2565028"/>
                <a:ext cx="360" cy="1476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3C39F846-77D5-4412-B89A-25CB2B5A49E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841513" y="2547388"/>
                  <a:ext cx="36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B1DF96B0-3BB3-40E2-8F55-66934F10C9A8}"/>
                    </a:ext>
                  </a:extLst>
                </p14:cNvPr>
                <p14:cNvContentPartPr/>
                <p14:nvPr/>
              </p14:nvContentPartPr>
              <p14:xfrm>
                <a:off x="8992713" y="2547748"/>
                <a:ext cx="3960" cy="20016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B1DF96B0-3BB3-40E2-8F55-66934F10C9A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75073" y="2529748"/>
                  <a:ext cx="396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29EDFCAA-4436-431F-B4FF-8ECE1BA26C53}"/>
                    </a:ext>
                  </a:extLst>
                </p14:cNvPr>
                <p14:cNvContentPartPr/>
                <p14:nvPr/>
              </p14:nvContentPartPr>
              <p14:xfrm>
                <a:off x="9099273" y="2680588"/>
                <a:ext cx="15480" cy="4248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29EDFCAA-4436-431F-B4FF-8ECE1BA26C5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81633" y="2662588"/>
                  <a:ext cx="511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D6A12E9C-3EA6-42F0-90BC-37EA6D5C4A95}"/>
                    </a:ext>
                  </a:extLst>
                </p14:cNvPr>
                <p14:cNvContentPartPr/>
                <p14:nvPr/>
              </p14:nvContentPartPr>
              <p14:xfrm>
                <a:off x="9134553" y="2593828"/>
                <a:ext cx="9360" cy="720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D6A12E9C-3EA6-42F0-90BC-37EA6D5C4A9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16913" y="2576188"/>
                  <a:ext cx="45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DE3F2000-7DDA-402D-A1C8-CCA47B074FA8}"/>
                    </a:ext>
                  </a:extLst>
                </p14:cNvPr>
                <p14:cNvContentPartPr/>
                <p14:nvPr/>
              </p14:nvContentPartPr>
              <p14:xfrm>
                <a:off x="9276393" y="2636668"/>
                <a:ext cx="56520" cy="6228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DE3F2000-7DDA-402D-A1C8-CCA47B074FA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258753" y="2618668"/>
                  <a:ext cx="92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23ACD29D-A348-44CB-ABE6-A64FB13EA0CC}"/>
                    </a:ext>
                  </a:extLst>
                </p14:cNvPr>
                <p14:cNvContentPartPr/>
                <p14:nvPr/>
              </p14:nvContentPartPr>
              <p14:xfrm>
                <a:off x="9304833" y="2511748"/>
                <a:ext cx="83520" cy="19044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23ACD29D-A348-44CB-ABE6-A64FB13EA0C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286833" y="2494108"/>
                  <a:ext cx="119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CB036DB6-7337-4981-8560-B06BD2837C4B}"/>
                    </a:ext>
                  </a:extLst>
                </p14:cNvPr>
                <p14:cNvContentPartPr/>
                <p14:nvPr/>
              </p14:nvContentPartPr>
              <p14:xfrm>
                <a:off x="9454233" y="2671948"/>
                <a:ext cx="105840" cy="6876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CB036DB6-7337-4981-8560-B06BD2837C4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436233" y="2654308"/>
                  <a:ext cx="1414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54E9DA19-0D78-4A12-B1FF-CE21C39E3613}"/>
                    </a:ext>
                  </a:extLst>
                </p14:cNvPr>
                <p14:cNvContentPartPr/>
                <p14:nvPr/>
              </p14:nvContentPartPr>
              <p14:xfrm>
                <a:off x="9614073" y="2502748"/>
                <a:ext cx="232920" cy="23868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54E9DA19-0D78-4A12-B1FF-CE21C39E361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596073" y="2484748"/>
                  <a:ext cx="268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9EEEA7EF-DFB9-4776-9B36-45E112D64C1B}"/>
                    </a:ext>
                  </a:extLst>
                </p14:cNvPr>
                <p14:cNvContentPartPr/>
                <p14:nvPr/>
              </p14:nvContentPartPr>
              <p14:xfrm>
                <a:off x="9791913" y="2608588"/>
                <a:ext cx="75600" cy="5580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9EEEA7EF-DFB9-4776-9B36-45E112D64C1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773913" y="2590588"/>
                  <a:ext cx="1112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B45D8AE9-DDE2-4777-8E25-8A3CAA444191}"/>
                    </a:ext>
                  </a:extLst>
                </p14:cNvPr>
                <p14:cNvContentPartPr/>
                <p14:nvPr/>
              </p14:nvContentPartPr>
              <p14:xfrm>
                <a:off x="9996033" y="2662948"/>
                <a:ext cx="57240" cy="396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B45D8AE9-DDE2-4777-8E25-8A3CAA44419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978393" y="2644948"/>
                  <a:ext cx="92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AB605250-5A4F-4473-B10E-938849272886}"/>
                    </a:ext>
                  </a:extLst>
                </p14:cNvPr>
                <p14:cNvContentPartPr/>
                <p14:nvPr/>
              </p14:nvContentPartPr>
              <p14:xfrm>
                <a:off x="10005033" y="2689588"/>
                <a:ext cx="51480" cy="972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AB605250-5A4F-4473-B10E-93884927288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987033" y="2671948"/>
                  <a:ext cx="87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145B2D59-ECA0-40DD-B790-B8561117E462}"/>
                    </a:ext>
                  </a:extLst>
                </p14:cNvPr>
                <p14:cNvContentPartPr/>
                <p14:nvPr/>
              </p14:nvContentPartPr>
              <p14:xfrm>
                <a:off x="10102593" y="2609668"/>
                <a:ext cx="76680" cy="9936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145B2D59-ECA0-40DD-B790-B8561117E46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084953" y="2591668"/>
                  <a:ext cx="112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F11F79E8-DAD3-473E-A008-DE67DA3C5E86}"/>
                    </a:ext>
                  </a:extLst>
                </p14:cNvPr>
                <p14:cNvContentPartPr/>
                <p14:nvPr/>
              </p14:nvContentPartPr>
              <p14:xfrm>
                <a:off x="10350993" y="2609668"/>
                <a:ext cx="28080" cy="9720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F11F79E8-DAD3-473E-A008-DE67DA3C5E8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332993" y="2591668"/>
                  <a:ext cx="63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504EBFD5-20AF-4109-BC45-0E3118E7BDB1}"/>
                    </a:ext>
                  </a:extLst>
                </p14:cNvPr>
                <p14:cNvContentPartPr/>
                <p14:nvPr/>
              </p14:nvContentPartPr>
              <p14:xfrm>
                <a:off x="10407873" y="2609668"/>
                <a:ext cx="96480" cy="8424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504EBFD5-20AF-4109-BC45-0E3118E7BDB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390233" y="2591668"/>
                  <a:ext cx="132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7E8A3BB9-2983-4C7F-A217-0D212C7AC379}"/>
                    </a:ext>
                  </a:extLst>
                </p14:cNvPr>
                <p14:cNvContentPartPr/>
                <p14:nvPr/>
              </p14:nvContentPartPr>
              <p14:xfrm>
                <a:off x="10590753" y="2609668"/>
                <a:ext cx="77400" cy="7488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7E8A3BB9-2983-4C7F-A217-0D212C7AC37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573113" y="2591668"/>
                  <a:ext cx="1130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9A54F861-BB11-4575-A18C-D8B364A8B843}"/>
                    </a:ext>
                  </a:extLst>
                </p14:cNvPr>
                <p14:cNvContentPartPr/>
                <p14:nvPr/>
              </p14:nvContentPartPr>
              <p14:xfrm>
                <a:off x="10568073" y="2511748"/>
                <a:ext cx="76320" cy="8964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9A54F861-BB11-4575-A18C-D8B364A8B84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550433" y="2494108"/>
                  <a:ext cx="111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7729D63C-4B85-4963-B2F4-B7D61C06871C}"/>
                    </a:ext>
                  </a:extLst>
                </p14:cNvPr>
                <p14:cNvContentPartPr/>
                <p14:nvPr/>
              </p14:nvContentPartPr>
              <p14:xfrm>
                <a:off x="10821153" y="2511748"/>
                <a:ext cx="10080" cy="15192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7729D63C-4B85-4963-B2F4-B7D61C06871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803153" y="2494108"/>
                  <a:ext cx="45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35941B66-93B5-4BE9-9C19-B6C9ECDEBCCF}"/>
                    </a:ext>
                  </a:extLst>
                </p14:cNvPr>
                <p14:cNvContentPartPr/>
                <p14:nvPr/>
              </p14:nvContentPartPr>
              <p14:xfrm>
                <a:off x="10825833" y="2565028"/>
                <a:ext cx="85680" cy="6984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35941B66-93B5-4BE9-9C19-B6C9ECDEBCC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808193" y="2547388"/>
                  <a:ext cx="121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648C46D4-427B-4908-B2F5-16311B20F1CB}"/>
                    </a:ext>
                  </a:extLst>
                </p14:cNvPr>
                <p14:cNvContentPartPr/>
                <p14:nvPr/>
              </p14:nvContentPartPr>
              <p14:xfrm>
                <a:off x="10965153" y="2632348"/>
                <a:ext cx="79560" cy="11232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648C46D4-427B-4908-B2F5-16311B20F1C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947153" y="2614708"/>
                  <a:ext cx="11520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Agrupar 208">
            <a:extLst>
              <a:ext uri="{FF2B5EF4-FFF2-40B4-BE49-F238E27FC236}">
                <a16:creationId xmlns:a16="http://schemas.microsoft.com/office/drawing/2014/main" id="{C5937331-ED6A-4757-A5A9-9D7FB9940662}"/>
              </a:ext>
            </a:extLst>
          </p:cNvPr>
          <p:cNvGrpSpPr/>
          <p:nvPr/>
        </p:nvGrpSpPr>
        <p:grpSpPr>
          <a:xfrm>
            <a:off x="6293793" y="3728188"/>
            <a:ext cx="1526760" cy="814320"/>
            <a:chOff x="6293793" y="3728188"/>
            <a:chExt cx="152676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434DDDA9-E1BA-47F1-A782-27006D85889F}"/>
                    </a:ext>
                  </a:extLst>
                </p14:cNvPr>
                <p14:cNvContentPartPr/>
                <p14:nvPr/>
              </p14:nvContentPartPr>
              <p14:xfrm>
                <a:off x="6293793" y="3728188"/>
                <a:ext cx="703800" cy="63000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434DDDA9-E1BA-47F1-A782-27006D85889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76153" y="3710548"/>
                  <a:ext cx="73944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D1902673-49E2-47D1-845E-A9D8F4269315}"/>
                    </a:ext>
                  </a:extLst>
                </p14:cNvPr>
                <p14:cNvContentPartPr/>
                <p14:nvPr/>
              </p14:nvContentPartPr>
              <p14:xfrm>
                <a:off x="6997953" y="4359628"/>
                <a:ext cx="86760" cy="8820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D1902673-49E2-47D1-845E-A9D8F426931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980313" y="4341988"/>
                  <a:ext cx="122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EE226F75-57D4-4641-8EB9-838D750A1651}"/>
                    </a:ext>
                  </a:extLst>
                </p14:cNvPr>
                <p14:cNvContentPartPr/>
                <p14:nvPr/>
              </p14:nvContentPartPr>
              <p14:xfrm>
                <a:off x="7066353" y="4394188"/>
                <a:ext cx="27720" cy="148320"/>
              </p14:xfrm>
            </p:contentPart>
          </mc:Choice>
          <mc:Fallback xmlns=""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EE226F75-57D4-4641-8EB9-838D750A165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048713" y="4376548"/>
                  <a:ext cx="63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AAC90A18-6D0A-4AE4-9B56-631949077CA0}"/>
                    </a:ext>
                  </a:extLst>
                </p14:cNvPr>
                <p14:cNvContentPartPr/>
                <p14:nvPr/>
              </p14:nvContentPartPr>
              <p14:xfrm>
                <a:off x="7128633" y="4350988"/>
                <a:ext cx="99000" cy="9936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AAC90A18-6D0A-4AE4-9B56-631949077CA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110633" y="4332988"/>
                  <a:ext cx="134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F70919D3-E68F-447A-9B2F-6D6005C4E2ED}"/>
                    </a:ext>
                  </a:extLst>
                </p14:cNvPr>
                <p14:cNvContentPartPr/>
                <p14:nvPr/>
              </p14:nvContentPartPr>
              <p14:xfrm>
                <a:off x="7294593" y="4366468"/>
                <a:ext cx="88920" cy="97920"/>
              </p14:xfrm>
            </p:contentPart>
          </mc:Choice>
          <mc:Fallback xmlns=""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F70919D3-E68F-447A-9B2F-6D6005C4E2E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276953" y="4348468"/>
                  <a:ext cx="1245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51EB4604-3605-4E72-8C9E-BCEAEB720338}"/>
                    </a:ext>
                  </a:extLst>
                </p14:cNvPr>
                <p14:cNvContentPartPr/>
                <p14:nvPr/>
              </p14:nvContentPartPr>
              <p14:xfrm>
                <a:off x="7467393" y="4371868"/>
                <a:ext cx="88560" cy="77400"/>
              </p14:xfrm>
            </p:contentPart>
          </mc:Choice>
          <mc:Fallback xmlns=""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51EB4604-3605-4E72-8C9E-BCEAEB72033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449393" y="4354228"/>
                  <a:ext cx="124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B6196955-BFD1-4BF8-8AC1-37DDFF79FA8F}"/>
                    </a:ext>
                  </a:extLst>
                </p14:cNvPr>
                <p14:cNvContentPartPr/>
                <p14:nvPr/>
              </p14:nvContentPartPr>
              <p14:xfrm>
                <a:off x="7456953" y="4181068"/>
                <a:ext cx="360" cy="167760"/>
              </p14:xfrm>
            </p:contentPart>
          </mc:Choice>
          <mc:Fallback xmlns=""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B6196955-BFD1-4BF8-8AC1-37DDFF79FA8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38953" y="4163428"/>
                  <a:ext cx="360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B7F75CFF-8411-477B-9A6A-90B8D202E8FC}"/>
                    </a:ext>
                  </a:extLst>
                </p14:cNvPr>
                <p14:cNvContentPartPr/>
                <p14:nvPr/>
              </p14:nvContentPartPr>
              <p14:xfrm>
                <a:off x="7589793" y="4339108"/>
                <a:ext cx="84960" cy="8352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B7F75CFF-8411-477B-9A6A-90B8D202E8F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572153" y="4321108"/>
                  <a:ext cx="120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08F83656-F885-43DF-BFA7-F25B1DF81854}"/>
                    </a:ext>
                  </a:extLst>
                </p14:cNvPr>
                <p14:cNvContentPartPr/>
                <p14:nvPr/>
              </p14:nvContentPartPr>
              <p14:xfrm>
                <a:off x="7690953" y="4374028"/>
                <a:ext cx="129600" cy="82800"/>
              </p14:xfrm>
            </p:contentPart>
          </mc:Choice>
          <mc:Fallback xmlns=""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08F83656-F885-43DF-BFA7-F25B1DF8185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672953" y="4356388"/>
                  <a:ext cx="16524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52D697ED-6BAB-4EDD-B34E-7E9493EA9270}"/>
              </a:ext>
            </a:extLst>
          </p:cNvPr>
          <p:cNvGrpSpPr/>
          <p:nvPr/>
        </p:nvGrpSpPr>
        <p:grpSpPr>
          <a:xfrm>
            <a:off x="7242753" y="582508"/>
            <a:ext cx="1298160" cy="258120"/>
            <a:chOff x="7242753" y="582508"/>
            <a:chExt cx="129816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9DF460ED-04C1-4A55-A7CD-2949562E8C42}"/>
                    </a:ext>
                  </a:extLst>
                </p14:cNvPr>
                <p14:cNvContentPartPr/>
                <p14:nvPr/>
              </p14:nvContentPartPr>
              <p14:xfrm>
                <a:off x="7242753" y="630028"/>
                <a:ext cx="181080" cy="210600"/>
              </p14:xfrm>
            </p:contentPart>
          </mc:Choice>
          <mc:Fallback xmlns=""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9DF460ED-04C1-4A55-A7CD-2949562E8C4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224753" y="612028"/>
                  <a:ext cx="216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1D66A0CE-6FD9-4750-B730-EE6F5AFCDC17}"/>
                    </a:ext>
                  </a:extLst>
                </p14:cNvPr>
                <p14:cNvContentPartPr/>
                <p14:nvPr/>
              </p14:nvContentPartPr>
              <p14:xfrm>
                <a:off x="7464513" y="718948"/>
                <a:ext cx="98280" cy="900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1D66A0CE-6FD9-4750-B730-EE6F5AFCDC1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446513" y="700948"/>
                  <a:ext cx="133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9A8457B6-015D-4BBC-AEA2-14FD4F62DE4E}"/>
                    </a:ext>
                  </a:extLst>
                </p14:cNvPr>
                <p14:cNvContentPartPr/>
                <p14:nvPr/>
              </p14:nvContentPartPr>
              <p14:xfrm>
                <a:off x="7616433" y="734428"/>
                <a:ext cx="72360" cy="7272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9A8457B6-015D-4BBC-AEA2-14FD4F62DE4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598793" y="716788"/>
                  <a:ext cx="108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31945AA1-C7C1-46DD-99DC-77F06553F245}"/>
                    </a:ext>
                  </a:extLst>
                </p14:cNvPr>
                <p14:cNvContentPartPr/>
                <p14:nvPr/>
              </p14:nvContentPartPr>
              <p14:xfrm>
                <a:off x="7802913" y="736588"/>
                <a:ext cx="132840" cy="5400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31945AA1-C7C1-46DD-99DC-77F06553F24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785273" y="718588"/>
                  <a:ext cx="168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B07BF960-007D-4578-8581-A0D87F9ADDE2}"/>
                    </a:ext>
                  </a:extLst>
                </p14:cNvPr>
                <p14:cNvContentPartPr/>
                <p14:nvPr/>
              </p14:nvContentPartPr>
              <p14:xfrm>
                <a:off x="7811553" y="582508"/>
                <a:ext cx="18360" cy="16200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B07BF960-007D-4578-8581-A0D87F9ADDE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793913" y="564868"/>
                  <a:ext cx="54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F918DBE7-ECF9-4A7D-86FC-ABFF0CAAD56F}"/>
                    </a:ext>
                  </a:extLst>
                </p14:cNvPr>
                <p14:cNvContentPartPr/>
                <p14:nvPr/>
              </p14:nvContentPartPr>
              <p14:xfrm>
                <a:off x="7835673" y="700228"/>
                <a:ext cx="83520" cy="2160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F918DBE7-ECF9-4A7D-86FC-ABFF0CAAD56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817673" y="682588"/>
                  <a:ext cx="119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31ED78D3-90ED-4F40-9A81-90588DA94AB0}"/>
                    </a:ext>
                  </a:extLst>
                </p14:cNvPr>
                <p14:cNvContentPartPr/>
                <p14:nvPr/>
              </p14:nvContentPartPr>
              <p14:xfrm>
                <a:off x="7989393" y="690508"/>
                <a:ext cx="51480" cy="7956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31ED78D3-90ED-4F40-9A81-90588DA94AB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971753" y="672868"/>
                  <a:ext cx="87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02EA7552-B947-40DB-B028-2BD04519AF03}"/>
                    </a:ext>
                  </a:extLst>
                </p14:cNvPr>
                <p14:cNvContentPartPr/>
                <p14:nvPr/>
              </p14:nvContentPartPr>
              <p14:xfrm>
                <a:off x="8103873" y="718948"/>
                <a:ext cx="127440" cy="8100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02EA7552-B947-40DB-B028-2BD04519AF0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085873" y="700948"/>
                  <a:ext cx="163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B7FD1D37-586A-401D-8419-98D3B734AED9}"/>
                    </a:ext>
                  </a:extLst>
                </p14:cNvPr>
                <p14:cNvContentPartPr/>
                <p14:nvPr/>
              </p14:nvContentPartPr>
              <p14:xfrm>
                <a:off x="8406993" y="709588"/>
                <a:ext cx="133920" cy="1692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B7FD1D37-586A-401D-8419-98D3B734AED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88993" y="691948"/>
                  <a:ext cx="169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D69940D7-9C9E-4FFE-BC37-13DD4E35B6E1}"/>
                    </a:ext>
                  </a:extLst>
                </p14:cNvPr>
                <p14:cNvContentPartPr/>
                <p14:nvPr/>
              </p14:nvContentPartPr>
              <p14:xfrm>
                <a:off x="8442273" y="780868"/>
                <a:ext cx="88560" cy="972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D69940D7-9C9E-4FFE-BC37-13DD4E35B6E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424273" y="763228"/>
                  <a:ext cx="12420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ED307E61-18C4-4AB4-97E9-B8435E66E5CB}"/>
              </a:ext>
            </a:extLst>
          </p:cNvPr>
          <p:cNvGrpSpPr/>
          <p:nvPr/>
        </p:nvGrpSpPr>
        <p:grpSpPr>
          <a:xfrm>
            <a:off x="8786433" y="496828"/>
            <a:ext cx="588240" cy="262080"/>
            <a:chOff x="8786433" y="496828"/>
            <a:chExt cx="58824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648D202C-14BB-455F-B851-90CD8C7644C6}"/>
                    </a:ext>
                  </a:extLst>
                </p14:cNvPr>
                <p14:cNvContentPartPr/>
                <p14:nvPr/>
              </p14:nvContentPartPr>
              <p14:xfrm>
                <a:off x="8786433" y="586468"/>
                <a:ext cx="172440" cy="17244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648D202C-14BB-455F-B851-90CD8C7644C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768793" y="568828"/>
                  <a:ext cx="208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689101C2-B563-4FD5-A283-07489A5B1737}"/>
                    </a:ext>
                  </a:extLst>
                </p14:cNvPr>
                <p14:cNvContentPartPr/>
                <p14:nvPr/>
              </p14:nvContentPartPr>
              <p14:xfrm>
                <a:off x="9046353" y="668908"/>
                <a:ext cx="127440" cy="8136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689101C2-B563-4FD5-A283-07489A5B173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028713" y="651268"/>
                  <a:ext cx="163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8E832D99-6066-4ACE-BE1B-ADFE14F9F81A}"/>
                    </a:ext>
                  </a:extLst>
                </p14:cNvPr>
                <p14:cNvContentPartPr/>
                <p14:nvPr/>
              </p14:nvContentPartPr>
              <p14:xfrm>
                <a:off x="9161553" y="496828"/>
                <a:ext cx="7200" cy="4428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8E832D99-6066-4ACE-BE1B-ADFE14F9F81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143553" y="479188"/>
                  <a:ext cx="42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8B645962-4F9E-44CB-8738-12C7DE5CE03A}"/>
                    </a:ext>
                  </a:extLst>
                </p14:cNvPr>
                <p14:cNvContentPartPr/>
                <p14:nvPr/>
              </p14:nvContentPartPr>
              <p14:xfrm>
                <a:off x="9285753" y="665668"/>
                <a:ext cx="86400" cy="7308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8B645962-4F9E-44CB-8738-12C7DE5CE03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267753" y="647668"/>
                  <a:ext cx="122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14317AF4-B935-40C1-BBD0-4463606F7F9F}"/>
                    </a:ext>
                  </a:extLst>
                </p14:cNvPr>
                <p14:cNvContentPartPr/>
                <p14:nvPr/>
              </p14:nvContentPartPr>
              <p14:xfrm>
                <a:off x="9283593" y="647668"/>
                <a:ext cx="91080" cy="9288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14317AF4-B935-40C1-BBD0-4463606F7F9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265953" y="629668"/>
                  <a:ext cx="126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84868EC4-3A72-45D5-BDB6-8FBE2543DEDF}"/>
              </a:ext>
            </a:extLst>
          </p:cNvPr>
          <p:cNvGrpSpPr/>
          <p:nvPr/>
        </p:nvGrpSpPr>
        <p:grpSpPr>
          <a:xfrm>
            <a:off x="9604713" y="638308"/>
            <a:ext cx="271080" cy="116280"/>
            <a:chOff x="9604713" y="638308"/>
            <a:chExt cx="27108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6D24882C-7996-4FCE-BD35-1B5D88F60D93}"/>
                    </a:ext>
                  </a:extLst>
                </p14:cNvPr>
                <p14:cNvContentPartPr/>
                <p14:nvPr/>
              </p14:nvContentPartPr>
              <p14:xfrm>
                <a:off x="9604713" y="638308"/>
                <a:ext cx="63000" cy="10692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6D24882C-7996-4FCE-BD35-1B5D88F60D9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587073" y="620308"/>
                  <a:ext cx="98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54BF78C7-D51F-4CE6-B8DA-AACB214E0B45}"/>
                    </a:ext>
                  </a:extLst>
                </p14:cNvPr>
                <p14:cNvContentPartPr/>
                <p14:nvPr/>
              </p14:nvContentPartPr>
              <p14:xfrm>
                <a:off x="9729633" y="661708"/>
                <a:ext cx="146160" cy="9288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54BF78C7-D51F-4CE6-B8DA-AACB214E0B4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711993" y="643708"/>
                  <a:ext cx="18180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Agrupar 184">
            <a:extLst>
              <a:ext uri="{FF2B5EF4-FFF2-40B4-BE49-F238E27FC236}">
                <a16:creationId xmlns:a16="http://schemas.microsoft.com/office/drawing/2014/main" id="{50B10530-B0EF-4BCF-B623-F0A370866D2A}"/>
              </a:ext>
            </a:extLst>
          </p:cNvPr>
          <p:cNvGrpSpPr/>
          <p:nvPr/>
        </p:nvGrpSpPr>
        <p:grpSpPr>
          <a:xfrm>
            <a:off x="10034193" y="501148"/>
            <a:ext cx="410040" cy="216000"/>
            <a:chOff x="10034193" y="501148"/>
            <a:chExt cx="41004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2B4708E9-712C-4F56-B2D1-94AE030DCEEF}"/>
                    </a:ext>
                  </a:extLst>
                </p14:cNvPr>
                <p14:cNvContentPartPr/>
                <p14:nvPr/>
              </p14:nvContentPartPr>
              <p14:xfrm>
                <a:off x="10034193" y="549748"/>
                <a:ext cx="41760" cy="13896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2B4708E9-712C-4F56-B2D1-94AE030DCEE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016553" y="532108"/>
                  <a:ext cx="77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ABB8EF4F-8370-48BC-A128-E5ADCDCBEAC2}"/>
                    </a:ext>
                  </a:extLst>
                </p14:cNvPr>
                <p14:cNvContentPartPr/>
                <p14:nvPr/>
              </p14:nvContentPartPr>
              <p14:xfrm>
                <a:off x="10084593" y="537148"/>
                <a:ext cx="116280" cy="16236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ABB8EF4F-8370-48BC-A128-E5ADCDCBEAC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66593" y="519508"/>
                  <a:ext cx="151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38AE1D73-82B6-4CB1-8922-82A1D2C59C21}"/>
                    </a:ext>
                  </a:extLst>
                </p14:cNvPr>
                <p14:cNvContentPartPr/>
                <p14:nvPr/>
              </p14:nvContentPartPr>
              <p14:xfrm>
                <a:off x="10288713" y="656308"/>
                <a:ext cx="360" cy="6084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38AE1D73-82B6-4CB1-8922-82A1D2C59C2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71073" y="638668"/>
                  <a:ext cx="36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35E16E4F-1A0D-4B23-88C5-976ADA9F0B75}"/>
                    </a:ext>
                  </a:extLst>
                </p14:cNvPr>
                <p14:cNvContentPartPr/>
                <p14:nvPr/>
              </p14:nvContentPartPr>
              <p14:xfrm>
                <a:off x="10377633" y="501148"/>
                <a:ext cx="360" cy="1404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35E16E4F-1A0D-4B23-88C5-976ADA9F0B7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359993" y="483508"/>
                  <a:ext cx="36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CA002639-93F6-47C5-95BF-D2CB4359ED3F}"/>
                    </a:ext>
                  </a:extLst>
                </p14:cNvPr>
                <p14:cNvContentPartPr/>
                <p14:nvPr/>
              </p14:nvContentPartPr>
              <p14:xfrm>
                <a:off x="10341993" y="621028"/>
                <a:ext cx="102240" cy="8316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CA002639-93F6-47C5-95BF-D2CB4359ED3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324353" y="603388"/>
                  <a:ext cx="13788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7BFBA967-F623-46FC-A817-DBE9E7EE3E16}"/>
                  </a:ext>
                </a:extLst>
              </p14:cNvPr>
              <p14:cNvContentPartPr/>
              <p14:nvPr/>
            </p14:nvContentPartPr>
            <p14:xfrm>
              <a:off x="10645473" y="754228"/>
              <a:ext cx="25560" cy="44640"/>
            </p14:xfrm>
          </p:contentPart>
        </mc:Choice>
        <mc:Fallback xmlns=""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7BFBA967-F623-46FC-A817-DBE9E7EE3E16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10627473" y="736228"/>
                <a:ext cx="61200" cy="8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85418FB3-C1D2-45EC-99B7-50F7945519E3}"/>
              </a:ext>
            </a:extLst>
          </p:cNvPr>
          <p:cNvGrpSpPr/>
          <p:nvPr/>
        </p:nvGrpSpPr>
        <p:grpSpPr>
          <a:xfrm>
            <a:off x="9676353" y="887428"/>
            <a:ext cx="570600" cy="178200"/>
            <a:chOff x="9676353" y="887428"/>
            <a:chExt cx="57060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8F955B32-E8C8-4332-B9EA-78C5ECB71487}"/>
                    </a:ext>
                  </a:extLst>
                </p14:cNvPr>
                <p14:cNvContentPartPr/>
                <p14:nvPr/>
              </p14:nvContentPartPr>
              <p14:xfrm>
                <a:off x="9676353" y="958348"/>
                <a:ext cx="169920" cy="10728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8F955B32-E8C8-4332-B9EA-78C5ECB7148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658713" y="940708"/>
                  <a:ext cx="205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BA70EC45-A39A-44A8-A1DD-374DA908B98F}"/>
                    </a:ext>
                  </a:extLst>
                </p14:cNvPr>
                <p14:cNvContentPartPr/>
                <p14:nvPr/>
              </p14:nvContentPartPr>
              <p14:xfrm>
                <a:off x="9916113" y="967348"/>
                <a:ext cx="18720" cy="9000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BA70EC45-A39A-44A8-A1DD-374DA908B98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898113" y="949348"/>
                  <a:ext cx="54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A8153EAD-E770-49CC-9117-D16AD0EAE2DE}"/>
                    </a:ext>
                  </a:extLst>
                </p14:cNvPr>
                <p14:cNvContentPartPr/>
                <p14:nvPr/>
              </p14:nvContentPartPr>
              <p14:xfrm>
                <a:off x="9924753" y="887428"/>
                <a:ext cx="360" cy="9000"/>
              </p14:xfrm>
            </p:contentPart>
          </mc:Choice>
          <mc:Fallback xmlns=""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A8153EAD-E770-49CC-9117-D16AD0EAE2D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907113" y="869788"/>
                  <a:ext cx="36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8A8FEA3B-861C-46EF-A7A8-384DBD829545}"/>
                    </a:ext>
                  </a:extLst>
                </p14:cNvPr>
                <p14:cNvContentPartPr/>
                <p14:nvPr/>
              </p14:nvContentPartPr>
              <p14:xfrm>
                <a:off x="10005033" y="975988"/>
                <a:ext cx="64440" cy="8604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8A8FEA3B-861C-46EF-A7A8-384DBD82954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987033" y="958348"/>
                  <a:ext cx="100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A401D0A2-4383-4C00-9DE7-803462D5EEC2}"/>
                    </a:ext>
                  </a:extLst>
                </p14:cNvPr>
                <p14:cNvContentPartPr/>
                <p14:nvPr/>
              </p14:nvContentPartPr>
              <p14:xfrm>
                <a:off x="9996033" y="958348"/>
                <a:ext cx="80280" cy="7380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A401D0A2-4383-4C00-9DE7-803462D5EEC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978033" y="940708"/>
                  <a:ext cx="115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FBCFAE8F-3881-42ED-92B8-82025BB28157}"/>
                    </a:ext>
                  </a:extLst>
                </p14:cNvPr>
                <p14:cNvContentPartPr/>
                <p14:nvPr/>
              </p14:nvContentPartPr>
              <p14:xfrm>
                <a:off x="10146513" y="948628"/>
                <a:ext cx="100440" cy="8172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FBCFAE8F-3881-42ED-92B8-82025BB2815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128513" y="930988"/>
                  <a:ext cx="13608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Agrupar 224">
            <a:extLst>
              <a:ext uri="{FF2B5EF4-FFF2-40B4-BE49-F238E27FC236}">
                <a16:creationId xmlns:a16="http://schemas.microsoft.com/office/drawing/2014/main" id="{A5AF8A29-2215-4866-9A02-0A20B608FD2B}"/>
              </a:ext>
            </a:extLst>
          </p:cNvPr>
          <p:cNvGrpSpPr/>
          <p:nvPr/>
        </p:nvGrpSpPr>
        <p:grpSpPr>
          <a:xfrm>
            <a:off x="10466193" y="816148"/>
            <a:ext cx="462600" cy="257040"/>
            <a:chOff x="10466193" y="816148"/>
            <a:chExt cx="46260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36DAC704-5624-41BA-A374-46F806970708}"/>
                    </a:ext>
                  </a:extLst>
                </p14:cNvPr>
                <p14:cNvContentPartPr/>
                <p14:nvPr/>
              </p14:nvContentPartPr>
              <p14:xfrm>
                <a:off x="10466193" y="934588"/>
                <a:ext cx="65160" cy="103320"/>
              </p14:xfrm>
            </p:contentPart>
          </mc:Choice>
          <mc:Fallback xmlns=""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36DAC704-5624-41BA-A374-46F80697070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448553" y="916588"/>
                  <a:ext cx="100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82671DCF-DB34-4FF6-84B9-959AA209CC86}"/>
                    </a:ext>
                  </a:extLst>
                </p14:cNvPr>
                <p14:cNvContentPartPr/>
                <p14:nvPr/>
              </p14:nvContentPartPr>
              <p14:xfrm>
                <a:off x="10573473" y="934228"/>
                <a:ext cx="81720" cy="9504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82671DCF-DB34-4FF6-84B9-959AA209CC8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555833" y="916588"/>
                  <a:ext cx="117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87A67ACD-5FCB-4A2A-B7C3-029E1F461524}"/>
                    </a:ext>
                  </a:extLst>
                </p14:cNvPr>
                <p14:cNvContentPartPr/>
                <p14:nvPr/>
              </p14:nvContentPartPr>
              <p14:xfrm>
                <a:off x="10698753" y="958348"/>
                <a:ext cx="111600" cy="87840"/>
              </p14:xfrm>
            </p:contentPart>
          </mc:Choice>
          <mc:Fallback xmlns=""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87A67ACD-5FCB-4A2A-B7C3-029E1F46152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680753" y="940708"/>
                  <a:ext cx="1472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84E4029F-12EE-4B79-9896-4D398A40EBE8}"/>
                    </a:ext>
                  </a:extLst>
                </p14:cNvPr>
                <p14:cNvContentPartPr/>
                <p14:nvPr/>
              </p14:nvContentPartPr>
              <p14:xfrm>
                <a:off x="10892433" y="816148"/>
                <a:ext cx="36360" cy="257040"/>
              </p14:xfrm>
            </p:contentPart>
          </mc:Choice>
          <mc:Fallback xmlns=""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84E4029F-12EE-4B79-9896-4D398A40EBE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874433" y="798508"/>
                  <a:ext cx="720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0CDC28B6-06C0-4287-A7D3-438F838957EE}"/>
                    </a:ext>
                  </a:extLst>
                </p14:cNvPr>
                <p14:cNvContentPartPr/>
                <p14:nvPr/>
              </p14:nvContentPartPr>
              <p14:xfrm>
                <a:off x="10803873" y="1002988"/>
                <a:ext cx="38880" cy="35640"/>
              </p14:xfrm>
            </p:contentPart>
          </mc:Choice>
          <mc:Fallback xmlns=""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0CDC28B6-06C0-4287-A7D3-438F838957E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786233" y="984988"/>
                  <a:ext cx="7452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Agrupar 230">
            <a:extLst>
              <a:ext uri="{FF2B5EF4-FFF2-40B4-BE49-F238E27FC236}">
                <a16:creationId xmlns:a16="http://schemas.microsoft.com/office/drawing/2014/main" id="{085556BD-8BD7-4C01-A708-D8420B6FD6E8}"/>
              </a:ext>
            </a:extLst>
          </p:cNvPr>
          <p:cNvGrpSpPr/>
          <p:nvPr/>
        </p:nvGrpSpPr>
        <p:grpSpPr>
          <a:xfrm>
            <a:off x="6252393" y="2272348"/>
            <a:ext cx="459000" cy="291240"/>
            <a:chOff x="6252393" y="2272348"/>
            <a:chExt cx="45900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A000B1DF-E412-4570-975E-1F28B0760574}"/>
                    </a:ext>
                  </a:extLst>
                </p14:cNvPr>
                <p14:cNvContentPartPr/>
                <p14:nvPr/>
              </p14:nvContentPartPr>
              <p14:xfrm>
                <a:off x="6302793" y="2325628"/>
                <a:ext cx="137880" cy="15480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A000B1DF-E412-4570-975E-1F28B076057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284793" y="2307988"/>
                  <a:ext cx="173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36042C5F-F962-4F19-B529-C1A41E2DEFD8}"/>
                    </a:ext>
                  </a:extLst>
                </p14:cNvPr>
                <p14:cNvContentPartPr/>
                <p14:nvPr/>
              </p14:nvContentPartPr>
              <p14:xfrm>
                <a:off x="6252393" y="2272348"/>
                <a:ext cx="183960" cy="199800"/>
              </p14:xfrm>
            </p:contentPart>
          </mc:Choice>
          <mc:Fallback xmlns=""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36042C5F-F962-4F19-B529-C1A41E2DEFD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234753" y="2254708"/>
                  <a:ext cx="219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2536BFCD-38E3-4DBD-B726-8748DCEFCD9D}"/>
                    </a:ext>
                  </a:extLst>
                </p14:cNvPr>
                <p14:cNvContentPartPr/>
                <p14:nvPr/>
              </p14:nvContentPartPr>
              <p14:xfrm>
                <a:off x="6480273" y="2441188"/>
                <a:ext cx="46440" cy="12240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2536BFCD-38E3-4DBD-B726-8748DCEFCD9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462633" y="2423188"/>
                  <a:ext cx="820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54A3E9D4-07AF-409D-937D-679AC12EF93F}"/>
                    </a:ext>
                  </a:extLst>
                </p14:cNvPr>
                <p14:cNvContentPartPr/>
                <p14:nvPr/>
              </p14:nvContentPartPr>
              <p14:xfrm>
                <a:off x="6498273" y="2334628"/>
                <a:ext cx="360" cy="396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54A3E9D4-07AF-409D-937D-679AC12EF93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480273" y="2316628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4628C084-3FD1-44CC-BB9E-C0CCCE66E46F}"/>
                    </a:ext>
                  </a:extLst>
                </p14:cNvPr>
                <p14:cNvContentPartPr/>
                <p14:nvPr/>
              </p14:nvContentPartPr>
              <p14:xfrm>
                <a:off x="6568833" y="2441188"/>
                <a:ext cx="142560" cy="7776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4628C084-3FD1-44CC-BB9E-C0CCCE66E46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551193" y="2423188"/>
                  <a:ext cx="17820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Agrupar 241">
            <a:extLst>
              <a:ext uri="{FF2B5EF4-FFF2-40B4-BE49-F238E27FC236}">
                <a16:creationId xmlns:a16="http://schemas.microsoft.com/office/drawing/2014/main" id="{B459B1AF-2E6C-4ADD-BF52-E0CD24292B7F}"/>
              </a:ext>
            </a:extLst>
          </p:cNvPr>
          <p:cNvGrpSpPr/>
          <p:nvPr/>
        </p:nvGrpSpPr>
        <p:grpSpPr>
          <a:xfrm>
            <a:off x="7980033" y="2876068"/>
            <a:ext cx="836280" cy="244440"/>
            <a:chOff x="7980033" y="2876068"/>
            <a:chExt cx="83628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6ABB2D95-474B-4491-ACE3-15253C63D21F}"/>
                    </a:ext>
                  </a:extLst>
                </p14:cNvPr>
                <p14:cNvContentPartPr/>
                <p14:nvPr/>
              </p14:nvContentPartPr>
              <p14:xfrm>
                <a:off x="7980033" y="2920348"/>
                <a:ext cx="54360" cy="20016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6ABB2D95-474B-4491-ACE3-15253C63D21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962393" y="2902708"/>
                  <a:ext cx="90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30FB148B-2F63-4A88-8541-953EF9AFF505}"/>
                    </a:ext>
                  </a:extLst>
                </p14:cNvPr>
                <p14:cNvContentPartPr/>
                <p14:nvPr/>
              </p14:nvContentPartPr>
              <p14:xfrm>
                <a:off x="8158233" y="2937988"/>
                <a:ext cx="9720" cy="12348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30FB148B-2F63-4A88-8541-953EF9AFF50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140233" y="2920348"/>
                  <a:ext cx="45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1705E45F-9D34-4120-87F5-EFEA5AA6B104}"/>
                    </a:ext>
                  </a:extLst>
                </p14:cNvPr>
                <p14:cNvContentPartPr/>
                <p14:nvPr/>
              </p14:nvContentPartPr>
              <p14:xfrm>
                <a:off x="8175873" y="2893708"/>
                <a:ext cx="71640" cy="18576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1705E45F-9D34-4120-87F5-EFEA5AA6B10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157873" y="2875708"/>
                  <a:ext cx="107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84CFD1F0-250B-4B45-BA1C-C49FA5A5C443}"/>
                    </a:ext>
                  </a:extLst>
                </p14:cNvPr>
                <p14:cNvContentPartPr/>
                <p14:nvPr/>
              </p14:nvContentPartPr>
              <p14:xfrm>
                <a:off x="8299713" y="3000628"/>
                <a:ext cx="52200" cy="62640"/>
              </p14:xfrm>
            </p:contentPart>
          </mc:Choice>
          <mc:Fallback xmlns=""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84CFD1F0-250B-4B45-BA1C-C49FA5A5C44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282073" y="2982988"/>
                  <a:ext cx="878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5BF10BC9-439E-47D3-AA5A-B7880A0B4323}"/>
                    </a:ext>
                  </a:extLst>
                </p14:cNvPr>
                <p14:cNvContentPartPr/>
                <p14:nvPr/>
              </p14:nvContentPartPr>
              <p14:xfrm>
                <a:off x="8408433" y="2973628"/>
                <a:ext cx="67320" cy="7164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5BF10BC9-439E-47D3-AA5A-B7880A0B432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390793" y="2955988"/>
                  <a:ext cx="102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A8CDA1ED-7A7F-4C22-AEA3-EA79D161BA2F}"/>
                    </a:ext>
                  </a:extLst>
                </p14:cNvPr>
                <p14:cNvContentPartPr/>
                <p14:nvPr/>
              </p14:nvContentPartPr>
              <p14:xfrm>
                <a:off x="8548473" y="2884708"/>
                <a:ext cx="10080" cy="17856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A8CDA1ED-7A7F-4C22-AEA3-EA79D161BA2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530473" y="2867068"/>
                  <a:ext cx="45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E5723E7A-4ACC-4261-88C8-1078C83F08C8}"/>
                    </a:ext>
                  </a:extLst>
                </p14:cNvPr>
                <p14:cNvContentPartPr/>
                <p14:nvPr/>
              </p14:nvContentPartPr>
              <p14:xfrm>
                <a:off x="8523633" y="2937988"/>
                <a:ext cx="59040" cy="360"/>
              </p14:xfrm>
            </p:contentPart>
          </mc:Choice>
          <mc:Fallback xmlns=""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E5723E7A-4ACC-4261-88C8-1078C83F08C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505993" y="2920348"/>
                  <a:ext cx="94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63DF2DBB-4BBB-403B-B5D2-FBB706DA3DD7}"/>
                    </a:ext>
                  </a:extLst>
                </p14:cNvPr>
                <p14:cNvContentPartPr/>
                <p14:nvPr/>
              </p14:nvContentPartPr>
              <p14:xfrm>
                <a:off x="8630193" y="2876068"/>
                <a:ext cx="72360" cy="194400"/>
              </p14:xfrm>
            </p:contentPart>
          </mc:Choice>
          <mc:Fallback xmlns=""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63DF2DBB-4BBB-403B-B5D2-FBB706DA3DD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612193" y="2858068"/>
                  <a:ext cx="108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A96F46A2-AAD8-4C67-A620-4B979B8AB221}"/>
                    </a:ext>
                  </a:extLst>
                </p14:cNvPr>
                <p14:cNvContentPartPr/>
                <p14:nvPr/>
              </p14:nvContentPartPr>
              <p14:xfrm>
                <a:off x="8788593" y="2876068"/>
                <a:ext cx="27720" cy="222480"/>
              </p14:xfrm>
            </p:contentPart>
          </mc:Choice>
          <mc:Fallback xmlns=""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A96F46A2-AAD8-4C67-A620-4B979B8AB22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770593" y="2858068"/>
                  <a:ext cx="6336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Agrupar 248">
            <a:extLst>
              <a:ext uri="{FF2B5EF4-FFF2-40B4-BE49-F238E27FC236}">
                <a16:creationId xmlns:a16="http://schemas.microsoft.com/office/drawing/2014/main" id="{5275399B-58E4-4C97-A849-629BF18D6B89}"/>
              </a:ext>
            </a:extLst>
          </p:cNvPr>
          <p:cNvGrpSpPr/>
          <p:nvPr/>
        </p:nvGrpSpPr>
        <p:grpSpPr>
          <a:xfrm>
            <a:off x="10296993" y="1162828"/>
            <a:ext cx="544680" cy="258120"/>
            <a:chOff x="10296993" y="1162828"/>
            <a:chExt cx="54468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8E365795-3DD0-402E-A462-AAE9D2622840}"/>
                    </a:ext>
                  </a:extLst>
                </p14:cNvPr>
                <p14:cNvContentPartPr/>
                <p14:nvPr/>
              </p14:nvContentPartPr>
              <p14:xfrm>
                <a:off x="10296993" y="1251748"/>
                <a:ext cx="19800" cy="16920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8E365795-3DD0-402E-A462-AAE9D262284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278993" y="1233748"/>
                  <a:ext cx="55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41554C5B-A919-4D24-9591-95C6A41D610C}"/>
                    </a:ext>
                  </a:extLst>
                </p14:cNvPr>
                <p14:cNvContentPartPr/>
                <p14:nvPr/>
              </p14:nvContentPartPr>
              <p14:xfrm>
                <a:off x="10305993" y="1295668"/>
                <a:ext cx="138600" cy="109080"/>
              </p14:xfrm>
            </p:contentPart>
          </mc:Choice>
          <mc:Fallback xmlns=""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41554C5B-A919-4D24-9591-95C6A41D610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287993" y="1277668"/>
                  <a:ext cx="1742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323B8628-B498-4A8B-9606-20FF00B1353E}"/>
                    </a:ext>
                  </a:extLst>
                </p14:cNvPr>
                <p14:cNvContentPartPr/>
                <p14:nvPr/>
              </p14:nvContentPartPr>
              <p14:xfrm>
                <a:off x="10317153" y="1162828"/>
                <a:ext cx="28440" cy="43920"/>
              </p14:xfrm>
            </p:contentPart>
          </mc:Choice>
          <mc:Fallback xmlns=""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323B8628-B498-4A8B-9606-20FF00B1353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299513" y="1144828"/>
                  <a:ext cx="64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F6BE3A34-3AAD-43BB-A9BA-568B673141CA}"/>
                    </a:ext>
                  </a:extLst>
                </p14:cNvPr>
                <p14:cNvContentPartPr/>
                <p14:nvPr/>
              </p14:nvContentPartPr>
              <p14:xfrm>
                <a:off x="10546473" y="1331308"/>
                <a:ext cx="60840" cy="360"/>
              </p14:xfrm>
            </p:contentPart>
          </mc:Choice>
          <mc:Fallback xmlns=""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F6BE3A34-3AAD-43BB-A9BA-568B673141C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528473" y="1313308"/>
                  <a:ext cx="96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DCDD4069-F3D0-4E3C-8B11-A71D04959651}"/>
                    </a:ext>
                  </a:extLst>
                </p14:cNvPr>
                <p14:cNvContentPartPr/>
                <p14:nvPr/>
              </p14:nvContentPartPr>
              <p14:xfrm>
                <a:off x="10555113" y="1384588"/>
                <a:ext cx="63000" cy="9360"/>
              </p14:xfrm>
            </p:contentPart>
          </mc:Choice>
          <mc:Fallback xmlns=""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DCDD4069-F3D0-4E3C-8B11-A71D0495965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537473" y="1366588"/>
                  <a:ext cx="98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51319017-FEFC-4F34-852A-3D55495DBCCA}"/>
                    </a:ext>
                  </a:extLst>
                </p14:cNvPr>
                <p14:cNvContentPartPr/>
                <p14:nvPr/>
              </p14:nvContentPartPr>
              <p14:xfrm>
                <a:off x="10751313" y="1285588"/>
                <a:ext cx="90360" cy="124200"/>
              </p14:xfrm>
            </p:contentPart>
          </mc:Choice>
          <mc:Fallback xmlns=""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51319017-FEFC-4F34-852A-3D55495DBCC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733673" y="1267588"/>
                  <a:ext cx="12600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Agrupar 261">
            <a:extLst>
              <a:ext uri="{FF2B5EF4-FFF2-40B4-BE49-F238E27FC236}">
                <a16:creationId xmlns:a16="http://schemas.microsoft.com/office/drawing/2014/main" id="{B364C666-2F41-41D1-847B-0036B4BAE6E4}"/>
              </a:ext>
            </a:extLst>
          </p:cNvPr>
          <p:cNvGrpSpPr/>
          <p:nvPr/>
        </p:nvGrpSpPr>
        <p:grpSpPr>
          <a:xfrm>
            <a:off x="3479673" y="3861748"/>
            <a:ext cx="1534680" cy="531360"/>
            <a:chOff x="3479673" y="3861748"/>
            <a:chExt cx="1534680" cy="53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8D6A66E5-C44C-470D-BCE4-A4B9DFC3A307}"/>
                    </a:ext>
                  </a:extLst>
                </p14:cNvPr>
                <p14:cNvContentPartPr/>
                <p14:nvPr/>
              </p14:nvContentPartPr>
              <p14:xfrm>
                <a:off x="3479673" y="4143988"/>
                <a:ext cx="116280" cy="12744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8D6A66E5-C44C-470D-BCE4-A4B9DFC3A30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461673" y="4126348"/>
                  <a:ext cx="151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91AE3F3F-8130-49B2-9480-FB8C47A30CD6}"/>
                    </a:ext>
                  </a:extLst>
                </p14:cNvPr>
                <p14:cNvContentPartPr/>
                <p14:nvPr/>
              </p14:nvContentPartPr>
              <p14:xfrm>
                <a:off x="3585873" y="4207708"/>
                <a:ext cx="10080" cy="185400"/>
              </p14:xfrm>
            </p:contentPart>
          </mc:Choice>
          <mc:Fallback xmlns=""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91AE3F3F-8130-49B2-9480-FB8C47A30CD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567873" y="4189708"/>
                  <a:ext cx="45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0FE1476C-4C3E-4D64-B732-7371740C10AA}"/>
                    </a:ext>
                  </a:extLst>
                </p14:cNvPr>
                <p14:cNvContentPartPr/>
                <p14:nvPr/>
              </p14:nvContentPartPr>
              <p14:xfrm>
                <a:off x="3674793" y="4145068"/>
                <a:ext cx="80640" cy="96840"/>
              </p14:xfrm>
            </p:contentPart>
          </mc:Choice>
          <mc:Fallback xmlns=""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0FE1476C-4C3E-4D64-B732-7371740C10A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656793" y="4127068"/>
                  <a:ext cx="116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82BC0673-C061-4836-A412-1F942850B1A2}"/>
                    </a:ext>
                  </a:extLst>
                </p14:cNvPr>
                <p14:cNvContentPartPr/>
                <p14:nvPr/>
              </p14:nvContentPartPr>
              <p14:xfrm>
                <a:off x="3815913" y="4155508"/>
                <a:ext cx="60480" cy="9612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82BC0673-C061-4836-A412-1F942850B1A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798273" y="4137868"/>
                  <a:ext cx="96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144720D1-16AD-492C-8937-21C6D9D70CCB}"/>
                    </a:ext>
                  </a:extLst>
                </p14:cNvPr>
                <p14:cNvContentPartPr/>
                <p14:nvPr/>
              </p14:nvContentPartPr>
              <p14:xfrm>
                <a:off x="3976833" y="4144348"/>
                <a:ext cx="98280" cy="92160"/>
              </p14:xfrm>
            </p:contentPart>
          </mc:Choice>
          <mc:Fallback xmlns=""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144720D1-16AD-492C-8937-21C6D9D70CC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958833" y="4126708"/>
                  <a:ext cx="133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722EFD75-6D7A-40CE-8F06-4FD237853159}"/>
                    </a:ext>
                  </a:extLst>
                </p14:cNvPr>
                <p14:cNvContentPartPr/>
                <p14:nvPr/>
              </p14:nvContentPartPr>
              <p14:xfrm>
                <a:off x="3967833" y="4021228"/>
                <a:ext cx="25560" cy="125640"/>
              </p14:xfrm>
            </p:contentPart>
          </mc:Choice>
          <mc:Fallback xmlns=""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722EFD75-6D7A-40CE-8F06-4FD237853159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949833" y="4003588"/>
                  <a:ext cx="612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76BCD050-325C-49F4-A30B-45D7E33A4DF2}"/>
                    </a:ext>
                  </a:extLst>
                </p14:cNvPr>
                <p14:cNvContentPartPr/>
                <p14:nvPr/>
              </p14:nvContentPartPr>
              <p14:xfrm>
                <a:off x="4101033" y="4115548"/>
                <a:ext cx="58320" cy="9252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76BCD050-325C-49F4-A30B-45D7E33A4DF2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083033" y="4097548"/>
                  <a:ext cx="93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21229425-B6CC-425F-B24F-8646A9EDB294}"/>
                    </a:ext>
                  </a:extLst>
                </p14:cNvPr>
                <p14:cNvContentPartPr/>
                <p14:nvPr/>
              </p14:nvContentPartPr>
              <p14:xfrm>
                <a:off x="4189593" y="4127788"/>
                <a:ext cx="155520" cy="98280"/>
              </p14:xfrm>
            </p:contentPart>
          </mc:Choice>
          <mc:Fallback xmlns=""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21229425-B6CC-425F-B24F-8646A9EDB29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171593" y="4110148"/>
                  <a:ext cx="191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EFB9C8CA-5E7D-4AD8-B79E-A0164BF9192B}"/>
                    </a:ext>
                  </a:extLst>
                </p14:cNvPr>
                <p14:cNvContentPartPr/>
                <p14:nvPr/>
              </p14:nvContentPartPr>
              <p14:xfrm>
                <a:off x="4562913" y="4118788"/>
                <a:ext cx="360" cy="36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EFB9C8CA-5E7D-4AD8-B79E-A0164BF9192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45273" y="410078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3BC8DC44-D7AA-4E25-8ADB-6124EBF72C99}"/>
                    </a:ext>
                  </a:extLst>
                </p14:cNvPr>
                <p14:cNvContentPartPr/>
                <p14:nvPr/>
              </p14:nvContentPartPr>
              <p14:xfrm>
                <a:off x="4456353" y="3861748"/>
                <a:ext cx="558000" cy="29268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3BC8DC44-D7AA-4E25-8ADB-6124EBF72C99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438713" y="3844108"/>
                  <a:ext cx="59364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Agrupar 279">
            <a:extLst>
              <a:ext uri="{FF2B5EF4-FFF2-40B4-BE49-F238E27FC236}">
                <a16:creationId xmlns:a16="http://schemas.microsoft.com/office/drawing/2014/main" id="{409087A6-9CDD-4AA6-9A80-D3B2255CCC85}"/>
              </a:ext>
            </a:extLst>
          </p:cNvPr>
          <p:cNvGrpSpPr/>
          <p:nvPr/>
        </p:nvGrpSpPr>
        <p:grpSpPr>
          <a:xfrm>
            <a:off x="7021353" y="4500748"/>
            <a:ext cx="1473480" cy="390960"/>
            <a:chOff x="7021353" y="4500748"/>
            <a:chExt cx="147348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770294B4-BC87-4DE0-A329-806283F8EC4A}"/>
                    </a:ext>
                  </a:extLst>
                </p14:cNvPr>
                <p14:cNvContentPartPr/>
                <p14:nvPr/>
              </p14:nvContentPartPr>
              <p14:xfrm>
                <a:off x="7021353" y="4588588"/>
                <a:ext cx="105480" cy="90720"/>
              </p14:xfrm>
            </p:contentPart>
          </mc:Choice>
          <mc:Fallback xmlns=""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770294B4-BC87-4DE0-A329-806283F8EC4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003353" y="4570588"/>
                  <a:ext cx="141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7E146C90-7284-4225-B866-9688CAB69283}"/>
                    </a:ext>
                  </a:extLst>
                </p14:cNvPr>
                <p14:cNvContentPartPr/>
                <p14:nvPr/>
              </p14:nvContentPartPr>
              <p14:xfrm>
                <a:off x="7203153" y="4606228"/>
                <a:ext cx="39600" cy="55080"/>
              </p14:xfrm>
            </p:contentPart>
          </mc:Choice>
          <mc:Fallback xmlns=""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7E146C90-7284-4225-B866-9688CAB69283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185513" y="4588588"/>
                  <a:ext cx="75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DEABCA29-5577-4E08-8785-BDDB5F04F71A}"/>
                    </a:ext>
                  </a:extLst>
                </p14:cNvPr>
                <p14:cNvContentPartPr/>
                <p14:nvPr/>
              </p14:nvContentPartPr>
              <p14:xfrm>
                <a:off x="7350393" y="4500748"/>
                <a:ext cx="54360" cy="160200"/>
              </p14:xfrm>
            </p:contentPart>
          </mc:Choice>
          <mc:Fallback xmlns=""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DEABCA29-5577-4E08-8785-BDDB5F04F71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332393" y="4483108"/>
                  <a:ext cx="90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FB3B07E1-B2C5-4514-8D8C-610F0CC2E0BB}"/>
                    </a:ext>
                  </a:extLst>
                </p14:cNvPr>
                <p14:cNvContentPartPr/>
                <p14:nvPr/>
              </p14:nvContentPartPr>
              <p14:xfrm>
                <a:off x="7323393" y="4562668"/>
                <a:ext cx="79200" cy="9720"/>
              </p14:xfrm>
            </p:contentPart>
          </mc:Choice>
          <mc:Fallback xmlns=""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FB3B07E1-B2C5-4514-8D8C-610F0CC2E0B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305753" y="4544668"/>
                  <a:ext cx="114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3CBA4F82-31E8-41A2-B464-60BC895B11C3}"/>
                    </a:ext>
                  </a:extLst>
                </p14:cNvPr>
                <p14:cNvContentPartPr/>
                <p14:nvPr/>
              </p14:nvContentPartPr>
              <p14:xfrm>
                <a:off x="7513113" y="4589308"/>
                <a:ext cx="143640" cy="54720"/>
              </p14:xfrm>
            </p:contentPart>
          </mc:Choice>
          <mc:Fallback xmlns=""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3CBA4F82-31E8-41A2-B464-60BC895B11C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495113" y="4571308"/>
                  <a:ext cx="179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13BBB5A7-12E0-41DE-8D69-A57B0E2A18EA}"/>
                    </a:ext>
                  </a:extLst>
                </p14:cNvPr>
                <p14:cNvContentPartPr/>
                <p14:nvPr/>
              </p14:nvContentPartPr>
              <p14:xfrm>
                <a:off x="7315833" y="4740148"/>
                <a:ext cx="61560" cy="97200"/>
              </p14:xfrm>
            </p:contentPart>
          </mc:Choice>
          <mc:Fallback xmlns=""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13BBB5A7-12E0-41DE-8D69-A57B0E2A18EA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297833" y="4722508"/>
                  <a:ext cx="97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DF03D23F-6CBF-448D-84EE-3CA68BA1CD0C}"/>
                    </a:ext>
                  </a:extLst>
                </p14:cNvPr>
                <p14:cNvContentPartPr/>
                <p14:nvPr/>
              </p14:nvContentPartPr>
              <p14:xfrm>
                <a:off x="7447953" y="4740868"/>
                <a:ext cx="71640" cy="80280"/>
              </p14:xfrm>
            </p:contentPart>
          </mc:Choice>
          <mc:Fallback xmlns=""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DF03D23F-6CBF-448D-84EE-3CA68BA1CD0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430313" y="4723228"/>
                  <a:ext cx="107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496C29BA-399E-4533-AA4A-52944B26B393}"/>
                    </a:ext>
                  </a:extLst>
                </p14:cNvPr>
                <p14:cNvContentPartPr/>
                <p14:nvPr/>
              </p14:nvContentPartPr>
              <p14:xfrm>
                <a:off x="7581153" y="4744828"/>
                <a:ext cx="72720" cy="46800"/>
              </p14:xfrm>
            </p:contentPart>
          </mc:Choice>
          <mc:Fallback xmlns=""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496C29BA-399E-4533-AA4A-52944B26B39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563153" y="4726828"/>
                  <a:ext cx="108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A570CB40-E5C2-4159-B79D-5B0705EDD9EF}"/>
                    </a:ext>
                  </a:extLst>
                </p14:cNvPr>
                <p14:cNvContentPartPr/>
                <p14:nvPr/>
              </p14:nvContentPartPr>
              <p14:xfrm>
                <a:off x="7731993" y="4739788"/>
                <a:ext cx="87840" cy="91800"/>
              </p14:xfrm>
            </p:contentPart>
          </mc:Choice>
          <mc:Fallback xmlns=""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A570CB40-E5C2-4159-B79D-5B0705EDD9E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714353" y="4722148"/>
                  <a:ext cx="123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AC7A436E-1C64-495E-A6DF-A3C367A4884C}"/>
                    </a:ext>
                  </a:extLst>
                </p14:cNvPr>
                <p14:cNvContentPartPr/>
                <p14:nvPr/>
              </p14:nvContentPartPr>
              <p14:xfrm>
                <a:off x="7918473" y="4724668"/>
                <a:ext cx="60840" cy="79560"/>
              </p14:xfrm>
            </p:contentPart>
          </mc:Choice>
          <mc:Fallback xmlns=""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AC7A436E-1C64-495E-A6DF-A3C367A4884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900833" y="4706668"/>
                  <a:ext cx="964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91827877-605E-4A77-A7CC-1B0CC145C53E}"/>
                    </a:ext>
                  </a:extLst>
                </p14:cNvPr>
                <p14:cNvContentPartPr/>
                <p14:nvPr/>
              </p14:nvContentPartPr>
              <p14:xfrm>
                <a:off x="8063913" y="4720708"/>
                <a:ext cx="38520" cy="77760"/>
              </p14:xfrm>
            </p:contentPart>
          </mc:Choice>
          <mc:Fallback xmlns=""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91827877-605E-4A77-A7CC-1B0CC145C53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046273" y="4703068"/>
                  <a:ext cx="74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236F1EA6-CA55-43C9-96A6-7D0083FE6B2A}"/>
                    </a:ext>
                  </a:extLst>
                </p14:cNvPr>
                <p14:cNvContentPartPr/>
                <p14:nvPr/>
              </p14:nvContentPartPr>
              <p14:xfrm>
                <a:off x="8184873" y="4704508"/>
                <a:ext cx="87840" cy="169920"/>
              </p14:xfrm>
            </p:contentPart>
          </mc:Choice>
          <mc:Fallback xmlns=""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236F1EA6-CA55-43C9-96A6-7D0083FE6B2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166873" y="4686868"/>
                  <a:ext cx="123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C16D9AF2-2107-42D0-A2D9-16BD4231139E}"/>
                    </a:ext>
                  </a:extLst>
                </p14:cNvPr>
                <p14:cNvContentPartPr/>
                <p14:nvPr/>
              </p14:nvContentPartPr>
              <p14:xfrm>
                <a:off x="8196753" y="4853548"/>
                <a:ext cx="59400" cy="38160"/>
              </p14:xfrm>
            </p:contentPart>
          </mc:Choice>
          <mc:Fallback xmlns=""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C16D9AF2-2107-42D0-A2D9-16BD4231139E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178753" y="4835548"/>
                  <a:ext cx="95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3FEEE3B6-025F-4742-A3E5-7F75DBE777D7}"/>
                    </a:ext>
                  </a:extLst>
                </p14:cNvPr>
                <p14:cNvContentPartPr/>
                <p14:nvPr/>
              </p14:nvContentPartPr>
              <p14:xfrm>
                <a:off x="8379993" y="4695868"/>
                <a:ext cx="114840" cy="98640"/>
              </p14:xfrm>
            </p:contentPart>
          </mc:Choice>
          <mc:Fallback xmlns=""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3FEEE3B6-025F-4742-A3E5-7F75DBE777D7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362353" y="4677868"/>
                  <a:ext cx="15048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Agrupar 285">
            <a:extLst>
              <a:ext uri="{FF2B5EF4-FFF2-40B4-BE49-F238E27FC236}">
                <a16:creationId xmlns:a16="http://schemas.microsoft.com/office/drawing/2014/main" id="{B9471E1F-21F0-42C5-8862-65AC3AD230B6}"/>
              </a:ext>
            </a:extLst>
          </p:cNvPr>
          <p:cNvGrpSpPr/>
          <p:nvPr/>
        </p:nvGrpSpPr>
        <p:grpSpPr>
          <a:xfrm>
            <a:off x="3089793" y="4376188"/>
            <a:ext cx="589680" cy="170280"/>
            <a:chOff x="3089793" y="4376188"/>
            <a:chExt cx="58968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1ABE9909-54D1-4E82-894C-A9B2D193DAFF}"/>
                    </a:ext>
                  </a:extLst>
                </p14:cNvPr>
                <p14:cNvContentPartPr/>
                <p14:nvPr/>
              </p14:nvContentPartPr>
              <p14:xfrm>
                <a:off x="3089793" y="4411828"/>
                <a:ext cx="103320" cy="123120"/>
              </p14:xfrm>
            </p:contentPart>
          </mc:Choice>
          <mc:Fallback xmlns=""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1ABE9909-54D1-4E82-894C-A9B2D193DAFF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3072153" y="4394188"/>
                  <a:ext cx="138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027B19D0-08A0-46C9-930D-C53390181634}"/>
                    </a:ext>
                  </a:extLst>
                </p14:cNvPr>
                <p14:cNvContentPartPr/>
                <p14:nvPr/>
              </p14:nvContentPartPr>
              <p14:xfrm>
                <a:off x="3233073" y="4467628"/>
                <a:ext cx="68760" cy="77400"/>
              </p14:xfrm>
            </p:contentPart>
          </mc:Choice>
          <mc:Fallback xmlns=""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027B19D0-08A0-46C9-930D-C53390181634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3215073" y="4449628"/>
                  <a:ext cx="104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48AEC2E1-B0E3-4EA8-87E1-DD12F680C97A}"/>
                    </a:ext>
                  </a:extLst>
                </p14:cNvPr>
                <p14:cNvContentPartPr/>
                <p14:nvPr/>
              </p14:nvContentPartPr>
              <p14:xfrm>
                <a:off x="3381753" y="4376188"/>
                <a:ext cx="44280" cy="159840"/>
              </p14:xfrm>
            </p:contentPart>
          </mc:Choice>
          <mc:Fallback xmlns=""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48AEC2E1-B0E3-4EA8-87E1-DD12F680C97A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3364113" y="4358548"/>
                  <a:ext cx="79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C3D88FE3-A3D3-477D-83CD-C34BB12A8BD2}"/>
                    </a:ext>
                  </a:extLst>
                </p14:cNvPr>
                <p14:cNvContentPartPr/>
                <p14:nvPr/>
              </p14:nvContentPartPr>
              <p14:xfrm>
                <a:off x="3364113" y="4429468"/>
                <a:ext cx="99000" cy="360"/>
              </p14:xfrm>
            </p:contentPart>
          </mc:Choice>
          <mc:Fallback xmlns=""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C3D88FE3-A3D3-477D-83CD-C34BB12A8BD2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3346473" y="4411828"/>
                  <a:ext cx="134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C347C38E-81EB-42E1-B037-FE9678FE86E5}"/>
                    </a:ext>
                  </a:extLst>
                </p14:cNvPr>
                <p14:cNvContentPartPr/>
                <p14:nvPr/>
              </p14:nvContentPartPr>
              <p14:xfrm>
                <a:off x="3524313" y="4482748"/>
                <a:ext cx="155160" cy="63720"/>
              </p14:xfrm>
            </p:contentPart>
          </mc:Choice>
          <mc:Fallback xmlns=""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C347C38E-81EB-42E1-B037-FE9678FE86E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3506313" y="4465108"/>
                  <a:ext cx="19080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Agrupar 296">
            <a:extLst>
              <a:ext uri="{FF2B5EF4-FFF2-40B4-BE49-F238E27FC236}">
                <a16:creationId xmlns:a16="http://schemas.microsoft.com/office/drawing/2014/main" id="{F7783D06-8509-453A-911F-D7A94C1D9641}"/>
              </a:ext>
            </a:extLst>
          </p:cNvPr>
          <p:cNvGrpSpPr/>
          <p:nvPr/>
        </p:nvGrpSpPr>
        <p:grpSpPr>
          <a:xfrm>
            <a:off x="3100593" y="4651228"/>
            <a:ext cx="924480" cy="285120"/>
            <a:chOff x="3100593" y="4651228"/>
            <a:chExt cx="92448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135A0113-BFAB-4541-AD12-32A54EAE92EA}"/>
                    </a:ext>
                  </a:extLst>
                </p14:cNvPr>
                <p14:cNvContentPartPr/>
                <p14:nvPr/>
              </p14:nvContentPartPr>
              <p14:xfrm>
                <a:off x="3100593" y="4793428"/>
                <a:ext cx="108720" cy="82440"/>
              </p14:xfrm>
            </p:contentPart>
          </mc:Choice>
          <mc:Fallback xmlns=""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135A0113-BFAB-4541-AD12-32A54EAE92EA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3082953" y="4775788"/>
                  <a:ext cx="144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E302376D-4E10-4E55-A235-7D7DB407184A}"/>
                    </a:ext>
                  </a:extLst>
                </p14:cNvPr>
                <p14:cNvContentPartPr/>
                <p14:nvPr/>
              </p14:nvContentPartPr>
              <p14:xfrm>
                <a:off x="3195633" y="4651228"/>
                <a:ext cx="19440" cy="159480"/>
              </p14:xfrm>
            </p:contentPart>
          </mc:Choice>
          <mc:Fallback xmlns=""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E302376D-4E10-4E55-A235-7D7DB407184A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3177993" y="4633588"/>
                  <a:ext cx="55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BC35DD1B-2948-4594-B5FA-3E74536773CB}"/>
                    </a:ext>
                  </a:extLst>
                </p14:cNvPr>
                <p14:cNvContentPartPr/>
                <p14:nvPr/>
              </p14:nvContentPartPr>
              <p14:xfrm>
                <a:off x="3302193" y="4767148"/>
                <a:ext cx="9720" cy="69840"/>
              </p14:xfrm>
            </p:contentPart>
          </mc:Choice>
          <mc:Fallback xmlns=""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BC35DD1B-2948-4594-B5FA-3E74536773CB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284193" y="4749148"/>
                  <a:ext cx="453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60835A68-428E-4076-953A-279A3CE8B091}"/>
                    </a:ext>
                  </a:extLst>
                </p14:cNvPr>
                <p14:cNvContentPartPr/>
                <p14:nvPr/>
              </p14:nvContentPartPr>
              <p14:xfrm>
                <a:off x="3302193" y="4669228"/>
                <a:ext cx="5760" cy="3960"/>
              </p14:xfrm>
            </p:contentPart>
          </mc:Choice>
          <mc:Fallback xmlns=""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60835A68-428E-4076-953A-279A3CE8B091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284193" y="4651588"/>
                  <a:ext cx="41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AD00E170-C4C5-47C0-8D40-AA8CCA8BE4E9}"/>
                    </a:ext>
                  </a:extLst>
                </p14:cNvPr>
                <p14:cNvContentPartPr/>
                <p14:nvPr/>
              </p14:nvContentPartPr>
              <p14:xfrm>
                <a:off x="3399753" y="4734388"/>
                <a:ext cx="82440" cy="91800"/>
              </p14:xfrm>
            </p:contentPart>
          </mc:Choice>
          <mc:Fallback xmlns=""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AD00E170-C4C5-47C0-8D40-AA8CCA8BE4E9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382113" y="4716388"/>
                  <a:ext cx="118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AE8A57BE-F82F-4C23-9F6D-10DAC3463469}"/>
                    </a:ext>
                  </a:extLst>
                </p14:cNvPr>
                <p14:cNvContentPartPr/>
                <p14:nvPr/>
              </p14:nvContentPartPr>
              <p14:xfrm>
                <a:off x="3534033" y="4744108"/>
                <a:ext cx="47520" cy="110160"/>
              </p14:xfrm>
            </p:contentPart>
          </mc:Choice>
          <mc:Fallback xmlns=""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AE8A57BE-F82F-4C23-9F6D-10DAC3463469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516033" y="4726108"/>
                  <a:ext cx="83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C881A447-7875-4F29-9FA6-F50FEA8BB121}"/>
                    </a:ext>
                  </a:extLst>
                </p14:cNvPr>
                <p14:cNvContentPartPr/>
                <p14:nvPr/>
              </p14:nvContentPartPr>
              <p14:xfrm>
                <a:off x="3674793" y="4731148"/>
                <a:ext cx="43560" cy="66600"/>
              </p14:xfrm>
            </p:contentPart>
          </mc:Choice>
          <mc:Fallback xmlns=""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C881A447-7875-4F29-9FA6-F50FEA8BB121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657153" y="4713148"/>
                  <a:ext cx="792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268F4C73-DDCB-4EA9-9A6B-9C99ABC10D98}"/>
                    </a:ext>
                  </a:extLst>
                </p14:cNvPr>
                <p14:cNvContentPartPr/>
                <p14:nvPr/>
              </p14:nvContentPartPr>
              <p14:xfrm>
                <a:off x="3763353" y="4740148"/>
                <a:ext cx="99720" cy="196200"/>
              </p14:xfrm>
            </p:contentPart>
          </mc:Choice>
          <mc:Fallback xmlns=""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268F4C73-DDCB-4EA9-9A6B-9C99ABC10D98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745353" y="4722508"/>
                  <a:ext cx="135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A114FF73-83A8-467C-A385-2F2689B81677}"/>
                    </a:ext>
                  </a:extLst>
                </p14:cNvPr>
                <p14:cNvContentPartPr/>
                <p14:nvPr/>
              </p14:nvContentPartPr>
              <p14:xfrm>
                <a:off x="3923913" y="4721428"/>
                <a:ext cx="101160" cy="99360"/>
              </p14:xfrm>
            </p:contentPart>
          </mc:Choice>
          <mc:Fallback xmlns=""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A114FF73-83A8-467C-A385-2F2689B81677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905913" y="4703788"/>
                  <a:ext cx="13680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Agrupar 305">
            <a:extLst>
              <a:ext uri="{FF2B5EF4-FFF2-40B4-BE49-F238E27FC236}">
                <a16:creationId xmlns:a16="http://schemas.microsoft.com/office/drawing/2014/main" id="{378B8376-448B-4009-95C1-1860CBA978D3}"/>
              </a:ext>
            </a:extLst>
          </p:cNvPr>
          <p:cNvGrpSpPr/>
          <p:nvPr/>
        </p:nvGrpSpPr>
        <p:grpSpPr>
          <a:xfrm>
            <a:off x="549993" y="2671588"/>
            <a:ext cx="648360" cy="248040"/>
            <a:chOff x="549993" y="2671588"/>
            <a:chExt cx="64836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A7DDF3B0-8F18-4039-A1EE-CE4A4685D91F}"/>
                    </a:ext>
                  </a:extLst>
                </p14:cNvPr>
                <p14:cNvContentPartPr/>
                <p14:nvPr/>
              </p14:nvContentPartPr>
              <p14:xfrm>
                <a:off x="549993" y="2671588"/>
                <a:ext cx="28800" cy="248040"/>
              </p14:xfrm>
            </p:contentPart>
          </mc:Choice>
          <mc:Fallback xmlns=""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A7DDF3B0-8F18-4039-A1EE-CE4A4685D91F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31993" y="2653948"/>
                  <a:ext cx="644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C75BC591-0F36-4DA5-81DA-71A9B1F3CA07}"/>
                    </a:ext>
                  </a:extLst>
                </p14:cNvPr>
                <p14:cNvContentPartPr/>
                <p14:nvPr/>
              </p14:nvContentPartPr>
              <p14:xfrm>
                <a:off x="549993" y="2689228"/>
                <a:ext cx="105480" cy="9720"/>
              </p14:xfrm>
            </p:contentPart>
          </mc:Choice>
          <mc:Fallback xmlns=""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C75BC591-0F36-4DA5-81DA-71A9B1F3CA07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31993" y="2671588"/>
                  <a:ext cx="141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62C5C562-C270-458B-A0D6-1A2313F2DF2A}"/>
                    </a:ext>
                  </a:extLst>
                </p14:cNvPr>
                <p14:cNvContentPartPr/>
                <p14:nvPr/>
              </p14:nvContentPartPr>
              <p14:xfrm>
                <a:off x="567993" y="2796148"/>
                <a:ext cx="78840" cy="18720"/>
              </p14:xfrm>
            </p:contentPart>
          </mc:Choice>
          <mc:Fallback xmlns=""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62C5C562-C270-458B-A0D6-1A2313F2DF2A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49993" y="2778508"/>
                  <a:ext cx="114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A6061B19-E1B4-4547-9AC9-068BDE0C68C1}"/>
                    </a:ext>
                  </a:extLst>
                </p14:cNvPr>
                <p14:cNvContentPartPr/>
                <p14:nvPr/>
              </p14:nvContentPartPr>
              <p14:xfrm>
                <a:off x="699393" y="2680588"/>
                <a:ext cx="37800" cy="159120"/>
              </p14:xfrm>
            </p:contentPart>
          </mc:Choice>
          <mc:Fallback xmlns=""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A6061B19-E1B4-4547-9AC9-068BDE0C68C1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681393" y="2662588"/>
                  <a:ext cx="73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C80BD91F-33AE-4064-AE62-D861EDBB6C65}"/>
                    </a:ext>
                  </a:extLst>
                </p14:cNvPr>
                <p14:cNvContentPartPr/>
                <p14:nvPr/>
              </p14:nvContentPartPr>
              <p14:xfrm>
                <a:off x="825033" y="2698588"/>
                <a:ext cx="81360" cy="185760"/>
              </p14:xfrm>
            </p:contentPart>
          </mc:Choice>
          <mc:Fallback xmlns=""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C80BD91F-33AE-4064-AE62-D861EDBB6C6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807033" y="2680588"/>
                  <a:ext cx="117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BC9E8F52-ED04-4D48-9283-A76F63888C7C}"/>
                    </a:ext>
                  </a:extLst>
                </p14:cNvPr>
                <p14:cNvContentPartPr/>
                <p14:nvPr/>
              </p14:nvContentPartPr>
              <p14:xfrm>
                <a:off x="967233" y="2680588"/>
                <a:ext cx="33480" cy="193320"/>
              </p14:xfrm>
            </p:contentPart>
          </mc:Choice>
          <mc:Fallback xmlns=""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BC9E8F52-ED04-4D48-9283-A76F63888C7C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49593" y="2662588"/>
                  <a:ext cx="69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5413D2C8-413F-4D92-8EA1-D8352AA0CBDD}"/>
                    </a:ext>
                  </a:extLst>
                </p14:cNvPr>
                <p14:cNvContentPartPr/>
                <p14:nvPr/>
              </p14:nvContentPartPr>
              <p14:xfrm>
                <a:off x="1154073" y="2778148"/>
                <a:ext cx="44280" cy="7200"/>
              </p14:xfrm>
            </p:contentPart>
          </mc:Choice>
          <mc:Fallback xmlns=""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5413D2C8-413F-4D92-8EA1-D8352AA0CBDD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136073" y="2760508"/>
                  <a:ext cx="79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054BAE02-5126-49D5-8A60-575CF1A18D85}"/>
                    </a:ext>
                  </a:extLst>
                </p14:cNvPr>
                <p14:cNvContentPartPr/>
                <p14:nvPr/>
              </p14:nvContentPartPr>
              <p14:xfrm>
                <a:off x="1127073" y="2849428"/>
                <a:ext cx="42120" cy="360"/>
              </p14:xfrm>
            </p:contentPart>
          </mc:Choice>
          <mc:Fallback xmlns=""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054BAE02-5126-49D5-8A60-575CF1A18D85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109433" y="2831788"/>
                  <a:ext cx="777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307" name="Tinta 306">
                <a:extLst>
                  <a:ext uri="{FF2B5EF4-FFF2-40B4-BE49-F238E27FC236}">
                    <a16:creationId xmlns:a16="http://schemas.microsoft.com/office/drawing/2014/main" id="{B6B0C405-9F84-4E6F-B7FE-412F3AAF4679}"/>
                  </a:ext>
                </a:extLst>
              </p14:cNvPr>
              <p14:cNvContentPartPr/>
              <p14:nvPr/>
            </p14:nvContentPartPr>
            <p14:xfrm>
              <a:off x="1508673" y="2759068"/>
              <a:ext cx="2005920" cy="46800"/>
            </p14:xfrm>
          </p:contentPart>
        </mc:Choice>
        <mc:Fallback xmlns="">
          <p:pic>
            <p:nvPicPr>
              <p:cNvPr id="307" name="Tinta 306">
                <a:extLst>
                  <a:ext uri="{FF2B5EF4-FFF2-40B4-BE49-F238E27FC236}">
                    <a16:creationId xmlns:a16="http://schemas.microsoft.com/office/drawing/2014/main" id="{B6B0C405-9F84-4E6F-B7FE-412F3AAF4679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1491033" y="2741068"/>
                <a:ext cx="20415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7">
            <p14:nvContentPartPr>
              <p14:cNvPr id="308" name="Tinta 307">
                <a:extLst>
                  <a:ext uri="{FF2B5EF4-FFF2-40B4-BE49-F238E27FC236}">
                    <a16:creationId xmlns:a16="http://schemas.microsoft.com/office/drawing/2014/main" id="{369D66B0-9948-40E9-A9D9-03D17B5D7E50}"/>
                  </a:ext>
                </a:extLst>
              </p14:cNvPr>
              <p14:cNvContentPartPr/>
              <p14:nvPr/>
            </p14:nvContentPartPr>
            <p14:xfrm>
              <a:off x="2529633" y="2534068"/>
              <a:ext cx="19080" cy="131400"/>
            </p14:xfrm>
          </p:contentPart>
        </mc:Choice>
        <mc:Fallback xmlns="">
          <p:pic>
            <p:nvPicPr>
              <p:cNvPr id="308" name="Tinta 307">
                <a:extLst>
                  <a:ext uri="{FF2B5EF4-FFF2-40B4-BE49-F238E27FC236}">
                    <a16:creationId xmlns:a16="http://schemas.microsoft.com/office/drawing/2014/main" id="{369D66B0-9948-40E9-A9D9-03D17B5D7E50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2511633" y="2516428"/>
                <a:ext cx="5472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Agrupar 310">
            <a:extLst>
              <a:ext uri="{FF2B5EF4-FFF2-40B4-BE49-F238E27FC236}">
                <a16:creationId xmlns:a16="http://schemas.microsoft.com/office/drawing/2014/main" id="{028A1694-7671-422C-B8C2-8E541B60DCD9}"/>
              </a:ext>
            </a:extLst>
          </p:cNvPr>
          <p:cNvGrpSpPr/>
          <p:nvPr/>
        </p:nvGrpSpPr>
        <p:grpSpPr>
          <a:xfrm>
            <a:off x="1761033" y="2911708"/>
            <a:ext cx="220680" cy="165960"/>
            <a:chOff x="1761033" y="2911708"/>
            <a:chExt cx="22068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E0947847-9E9E-4E8F-A8A2-E0103AF71EBB}"/>
                    </a:ext>
                  </a:extLst>
                </p14:cNvPr>
                <p14:cNvContentPartPr/>
                <p14:nvPr/>
              </p14:nvContentPartPr>
              <p14:xfrm>
                <a:off x="1761033" y="2920348"/>
                <a:ext cx="100440" cy="141120"/>
              </p14:xfrm>
            </p:contentPart>
          </mc:Choice>
          <mc:Fallback xmlns=""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E0947847-9E9E-4E8F-A8A2-E0103AF71EBB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743033" y="2902348"/>
                  <a:ext cx="136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7C0B9DA4-4505-47DE-B750-743CD011A6DE}"/>
                    </a:ext>
                  </a:extLst>
                </p14:cNvPr>
                <p14:cNvContentPartPr/>
                <p14:nvPr/>
              </p14:nvContentPartPr>
              <p14:xfrm>
                <a:off x="1953273" y="2911708"/>
                <a:ext cx="28440" cy="165960"/>
              </p14:xfrm>
            </p:contentPart>
          </mc:Choice>
          <mc:Fallback xmlns=""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7C0B9DA4-4505-47DE-B750-743CD011A6DE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935273" y="2893708"/>
                  <a:ext cx="6408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Agrupar 322">
            <a:extLst>
              <a:ext uri="{FF2B5EF4-FFF2-40B4-BE49-F238E27FC236}">
                <a16:creationId xmlns:a16="http://schemas.microsoft.com/office/drawing/2014/main" id="{9692E51A-1704-4CE8-A08E-48BF97E1A553}"/>
              </a:ext>
            </a:extLst>
          </p:cNvPr>
          <p:cNvGrpSpPr/>
          <p:nvPr/>
        </p:nvGrpSpPr>
        <p:grpSpPr>
          <a:xfrm>
            <a:off x="2108433" y="2840428"/>
            <a:ext cx="1353240" cy="257040"/>
            <a:chOff x="2108433" y="2840428"/>
            <a:chExt cx="135324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CA25D193-FE17-47B3-ABA9-92A9D98A7E56}"/>
                    </a:ext>
                  </a:extLst>
                </p14:cNvPr>
                <p14:cNvContentPartPr/>
                <p14:nvPr/>
              </p14:nvContentPartPr>
              <p14:xfrm>
                <a:off x="2108433" y="2955988"/>
                <a:ext cx="76320" cy="124560"/>
              </p14:xfrm>
            </p:contentPart>
          </mc:Choice>
          <mc:Fallback xmlns=""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CA25D193-FE17-47B3-ABA9-92A9D98A7E56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2090793" y="2937988"/>
                  <a:ext cx="111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EF186385-5409-425F-8A13-F643B6219D9E}"/>
                    </a:ext>
                  </a:extLst>
                </p14:cNvPr>
                <p14:cNvContentPartPr/>
                <p14:nvPr/>
              </p14:nvContentPartPr>
              <p14:xfrm>
                <a:off x="2343513" y="2946988"/>
                <a:ext cx="9720" cy="123840"/>
              </p14:xfrm>
            </p:contentPart>
          </mc:Choice>
          <mc:Fallback xmlns=""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EF186385-5409-425F-8A13-F643B6219D9E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2325513" y="2928988"/>
                  <a:ext cx="453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CD8DAA01-B5A4-487B-A130-52E1CE2CE09C}"/>
                    </a:ext>
                  </a:extLst>
                </p14:cNvPr>
                <p14:cNvContentPartPr/>
                <p14:nvPr/>
              </p14:nvContentPartPr>
              <p14:xfrm>
                <a:off x="2290233" y="2982628"/>
                <a:ext cx="105840" cy="18720"/>
              </p14:xfrm>
            </p:contentPart>
          </mc:Choice>
          <mc:Fallback xmlns=""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CD8DAA01-B5A4-487B-A130-52E1CE2CE09C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2272233" y="2964628"/>
                  <a:ext cx="141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800A3E3A-50B0-4CC0-B394-9EB845AFCF02}"/>
                    </a:ext>
                  </a:extLst>
                </p14:cNvPr>
                <p14:cNvContentPartPr/>
                <p14:nvPr/>
              </p14:nvContentPartPr>
              <p14:xfrm>
                <a:off x="2511993" y="2937988"/>
                <a:ext cx="18360" cy="114840"/>
              </p14:xfrm>
            </p:contentPart>
          </mc:Choice>
          <mc:Fallback xmlns=""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800A3E3A-50B0-4CC0-B394-9EB845AFCF02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2493993" y="2920348"/>
                  <a:ext cx="54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AA3AC0FB-4279-420A-97FA-7C69946BD0E8}"/>
                    </a:ext>
                  </a:extLst>
                </p14:cNvPr>
                <p14:cNvContentPartPr/>
                <p14:nvPr/>
              </p14:nvContentPartPr>
              <p14:xfrm>
                <a:off x="2618553" y="2893708"/>
                <a:ext cx="45360" cy="196560"/>
              </p14:xfrm>
            </p:contentPart>
          </mc:Choice>
          <mc:Fallback xmlns=""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AA3AC0FB-4279-420A-97FA-7C69946BD0E8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2600553" y="2875708"/>
                  <a:ext cx="81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58BECCEF-C60B-4A87-B16B-0E529B92D45A}"/>
                    </a:ext>
                  </a:extLst>
                </p14:cNvPr>
                <p14:cNvContentPartPr/>
                <p14:nvPr/>
              </p14:nvContentPartPr>
              <p14:xfrm>
                <a:off x="2733393" y="2893708"/>
                <a:ext cx="45000" cy="203760"/>
              </p14:xfrm>
            </p:contentPart>
          </mc:Choice>
          <mc:Fallback xmlns=""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58BECCEF-C60B-4A87-B16B-0E529B92D45A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2715753" y="2875708"/>
                  <a:ext cx="806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4DC5A275-5FAD-4ACC-BFB6-6F63B3164646}"/>
                    </a:ext>
                  </a:extLst>
                </p14:cNvPr>
                <p14:cNvContentPartPr/>
                <p14:nvPr/>
              </p14:nvContentPartPr>
              <p14:xfrm>
                <a:off x="2876313" y="2929348"/>
                <a:ext cx="115920" cy="152640"/>
              </p14:xfrm>
            </p:contentPart>
          </mc:Choice>
          <mc:Fallback xmlns=""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4DC5A275-5FAD-4ACC-BFB6-6F63B3164646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2858673" y="2911348"/>
                  <a:ext cx="1515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57376488-BAD3-4760-8234-2C7D20F6EBD6}"/>
                    </a:ext>
                  </a:extLst>
                </p14:cNvPr>
                <p14:cNvContentPartPr/>
                <p14:nvPr/>
              </p14:nvContentPartPr>
              <p14:xfrm>
                <a:off x="3142353" y="2929348"/>
                <a:ext cx="9720" cy="114840"/>
              </p14:xfrm>
            </p:contentPart>
          </mc:Choice>
          <mc:Fallback xmlns=""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57376488-BAD3-4760-8234-2C7D20F6EBD6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3124713" y="2911348"/>
                  <a:ext cx="45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32F863A3-2749-4077-AC78-EF164D42B428}"/>
                    </a:ext>
                  </a:extLst>
                </p14:cNvPr>
                <p14:cNvContentPartPr/>
                <p14:nvPr/>
              </p14:nvContentPartPr>
              <p14:xfrm>
                <a:off x="3098073" y="2973628"/>
                <a:ext cx="105840" cy="18720"/>
              </p14:xfrm>
            </p:contentPart>
          </mc:Choice>
          <mc:Fallback xmlns=""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32F863A3-2749-4077-AC78-EF164D42B428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3080073" y="2955988"/>
                  <a:ext cx="141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348F2B9E-F01D-4353-93BB-CC4B6B22BB73}"/>
                    </a:ext>
                  </a:extLst>
                </p14:cNvPr>
                <p14:cNvContentPartPr/>
                <p14:nvPr/>
              </p14:nvContentPartPr>
              <p14:xfrm>
                <a:off x="3266553" y="2910988"/>
                <a:ext cx="71280" cy="126720"/>
              </p14:xfrm>
            </p:contentPart>
          </mc:Choice>
          <mc:Fallback xmlns=""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348F2B9E-F01D-4353-93BB-CC4B6B22BB73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3248553" y="2892988"/>
                  <a:ext cx="1069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26EB90ED-BF5F-40C5-A968-A06D5286E479}"/>
                    </a:ext>
                  </a:extLst>
                </p14:cNvPr>
                <p14:cNvContentPartPr/>
                <p14:nvPr/>
              </p14:nvContentPartPr>
              <p14:xfrm>
                <a:off x="3426393" y="2840428"/>
                <a:ext cx="35280" cy="226800"/>
              </p14:xfrm>
            </p:contentPart>
          </mc:Choice>
          <mc:Fallback xmlns=""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26EB90ED-BF5F-40C5-A968-A06D5286E479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3408393" y="2822428"/>
                  <a:ext cx="70920" cy="26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75677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1F88A-420D-420D-B789-4D3331B03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4382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Exemplo esboço LGR: F(S)=(S+1)/S(S+4)(S+1+j)(S+1-j)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CB4EB2A9-CFEC-425B-8638-B2D2B3435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3918" y="1535837"/>
            <a:ext cx="5894773" cy="4587251"/>
          </a:xfrm>
          <a:prstGeom prst="rect">
            <a:avLst/>
          </a:prstGeom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B866F2AD-9BA2-48D1-8D49-31C6047BE831}"/>
              </a:ext>
            </a:extLst>
          </p:cNvPr>
          <p:cNvGrpSpPr/>
          <p:nvPr/>
        </p:nvGrpSpPr>
        <p:grpSpPr>
          <a:xfrm>
            <a:off x="7663233" y="1437148"/>
            <a:ext cx="2260440" cy="178560"/>
            <a:chOff x="7663233" y="1437148"/>
            <a:chExt cx="226044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5B6A57B5-CD3B-4F55-A0DA-017D0630D30C}"/>
                    </a:ext>
                  </a:extLst>
                </p14:cNvPr>
                <p14:cNvContentPartPr/>
                <p14:nvPr/>
              </p14:nvContentPartPr>
              <p14:xfrm>
                <a:off x="7663233" y="1437148"/>
                <a:ext cx="261360" cy="17856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5B6A57B5-CD3B-4F55-A0DA-017D0630D30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45593" y="1419508"/>
                  <a:ext cx="297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A87842F4-1BBB-4633-914D-90A6F5797E54}"/>
                    </a:ext>
                  </a:extLst>
                </p14:cNvPr>
                <p14:cNvContentPartPr/>
                <p14:nvPr/>
              </p14:nvContentPartPr>
              <p14:xfrm>
                <a:off x="8113593" y="1482148"/>
                <a:ext cx="106920" cy="828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A87842F4-1BBB-4633-914D-90A6F5797E5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95953" y="1464508"/>
                  <a:ext cx="142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3ECD4EAD-200E-4347-B2BD-1456E8A1B6F9}"/>
                    </a:ext>
                  </a:extLst>
                </p14:cNvPr>
                <p14:cNvContentPartPr/>
                <p14:nvPr/>
              </p14:nvContentPartPr>
              <p14:xfrm>
                <a:off x="8122593" y="1535428"/>
                <a:ext cx="77400" cy="972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3ECD4EAD-200E-4347-B2BD-1456E8A1B6F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04593" y="1517788"/>
                  <a:ext cx="113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0A59819A-413B-452E-9039-8DBBCC610985}"/>
                    </a:ext>
                  </a:extLst>
                </p14:cNvPr>
                <p14:cNvContentPartPr/>
                <p14:nvPr/>
              </p14:nvContentPartPr>
              <p14:xfrm>
                <a:off x="8415633" y="1498348"/>
                <a:ext cx="265680" cy="1080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0A59819A-413B-452E-9039-8DBBCC61098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97993" y="1480348"/>
                  <a:ext cx="301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9F4268AF-232B-4FB0-AC0D-F27A8525BA9D}"/>
                    </a:ext>
                  </a:extLst>
                </p14:cNvPr>
                <p14:cNvContentPartPr/>
                <p14:nvPr/>
              </p14:nvContentPartPr>
              <p14:xfrm>
                <a:off x="8948433" y="1499788"/>
                <a:ext cx="88200" cy="36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9F4268AF-232B-4FB0-AC0D-F27A8525BA9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30433" y="1482148"/>
                  <a:ext cx="12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EEEB2D21-F3C4-4CFE-B19C-837EA8374039}"/>
                    </a:ext>
                  </a:extLst>
                </p14:cNvPr>
                <p14:cNvContentPartPr/>
                <p14:nvPr/>
              </p14:nvContentPartPr>
              <p14:xfrm>
                <a:off x="8646393" y="1481068"/>
                <a:ext cx="1277280" cy="2844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EEEB2D21-F3C4-4CFE-B19C-837EA837403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28393" y="1463068"/>
                  <a:ext cx="131292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0CB67209-79DA-4850-B8EC-61848909B46C}"/>
              </a:ext>
            </a:extLst>
          </p:cNvPr>
          <p:cNvGrpSpPr/>
          <p:nvPr/>
        </p:nvGrpSpPr>
        <p:grpSpPr>
          <a:xfrm>
            <a:off x="8442273" y="1153468"/>
            <a:ext cx="1306080" cy="212760"/>
            <a:chOff x="8442273" y="1153468"/>
            <a:chExt cx="130608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33121C41-D676-4132-893C-9610B099C0CD}"/>
                    </a:ext>
                  </a:extLst>
                </p14:cNvPr>
                <p14:cNvContentPartPr/>
                <p14:nvPr/>
              </p14:nvContentPartPr>
              <p14:xfrm>
                <a:off x="8442273" y="1285588"/>
                <a:ext cx="132840" cy="1008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33121C41-D676-4132-893C-9610B099C0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24273" y="1267948"/>
                  <a:ext cx="168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322B0DBE-23FF-44BA-9F02-5DDAAC7C390E}"/>
                    </a:ext>
                  </a:extLst>
                </p14:cNvPr>
                <p14:cNvContentPartPr/>
                <p14:nvPr/>
              </p14:nvContentPartPr>
              <p14:xfrm>
                <a:off x="8646393" y="1215748"/>
                <a:ext cx="71640" cy="6948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322B0DBE-23FF-44BA-9F02-5DDAAC7C39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28393" y="1198108"/>
                  <a:ext cx="107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B292889F-8DAD-4C16-B168-47084AB0BAA0}"/>
                    </a:ext>
                  </a:extLst>
                </p14:cNvPr>
                <p14:cNvContentPartPr/>
                <p14:nvPr/>
              </p14:nvContentPartPr>
              <p14:xfrm>
                <a:off x="8734593" y="1207108"/>
                <a:ext cx="19080" cy="15912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B292889F-8DAD-4C16-B168-47084AB0BAA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16953" y="1189468"/>
                  <a:ext cx="54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7A9AA4A7-4D3B-4A39-AC05-E9DA1B261D5D}"/>
                    </a:ext>
                  </a:extLst>
                </p14:cNvPr>
                <p14:cNvContentPartPr/>
                <p14:nvPr/>
              </p14:nvContentPartPr>
              <p14:xfrm>
                <a:off x="8868153" y="1278028"/>
                <a:ext cx="125640" cy="36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7A9AA4A7-4D3B-4A39-AC05-E9DA1B261D5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50513" y="1260028"/>
                  <a:ext cx="161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D0E1E2DC-70C5-4CB6-B9C5-4F74D862C179}"/>
                    </a:ext>
                  </a:extLst>
                </p14:cNvPr>
                <p14:cNvContentPartPr/>
                <p14:nvPr/>
              </p14:nvContentPartPr>
              <p14:xfrm>
                <a:off x="9170193" y="1215748"/>
                <a:ext cx="36720" cy="11484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D0E1E2DC-70C5-4CB6-B9C5-4F74D862C17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52553" y="1198108"/>
                  <a:ext cx="72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5039AC22-D9FA-4646-A8C2-E54932280698}"/>
                    </a:ext>
                  </a:extLst>
                </p14:cNvPr>
                <p14:cNvContentPartPr/>
                <p14:nvPr/>
              </p14:nvContentPartPr>
              <p14:xfrm>
                <a:off x="9374673" y="1256788"/>
                <a:ext cx="102600" cy="396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5039AC22-D9FA-4646-A8C2-E5493228069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56673" y="1239148"/>
                  <a:ext cx="138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CD854B1B-094F-4313-A5FA-C10A9E416A18}"/>
                    </a:ext>
                  </a:extLst>
                </p14:cNvPr>
                <p14:cNvContentPartPr/>
                <p14:nvPr/>
              </p14:nvContentPartPr>
              <p14:xfrm>
                <a:off x="9652953" y="1168948"/>
                <a:ext cx="95400" cy="16380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CD854B1B-094F-4313-A5FA-C10A9E416A1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35313" y="1151308"/>
                  <a:ext cx="131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ED0D60D0-25C8-4181-80BC-460B1B84D6C1}"/>
                    </a:ext>
                  </a:extLst>
                </p14:cNvPr>
                <p14:cNvContentPartPr/>
                <p14:nvPr/>
              </p14:nvContentPartPr>
              <p14:xfrm>
                <a:off x="9161553" y="1153468"/>
                <a:ext cx="44640" cy="806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ED0D60D0-25C8-4181-80BC-460B1B84D6C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143553" y="1135468"/>
                  <a:ext cx="80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1369AA2B-FF18-4F57-978A-4402DEB37F8F}"/>
                    </a:ext>
                  </a:extLst>
                </p14:cNvPr>
                <p14:cNvContentPartPr/>
                <p14:nvPr/>
              </p14:nvContentPartPr>
              <p14:xfrm>
                <a:off x="9187833" y="1313668"/>
                <a:ext cx="72360" cy="972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1369AA2B-FF18-4F57-978A-4402DEB37F8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70193" y="1295668"/>
                  <a:ext cx="10800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B2474D93-9D57-4A7E-B0BC-7C5997FB97DB}"/>
                  </a:ext>
                </a:extLst>
              </p14:cNvPr>
              <p14:cNvContentPartPr/>
              <p14:nvPr/>
            </p14:nvContentPartPr>
            <p14:xfrm>
              <a:off x="8966073" y="1623988"/>
              <a:ext cx="131040" cy="17928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B2474D93-9D57-4A7E-B0BC-7C5997FB97D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948073" y="1605988"/>
                <a:ext cx="1666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BFF56B76-48EB-45F5-9408-4B48B4270C70}"/>
                  </a:ext>
                </a:extLst>
              </p14:cNvPr>
              <p14:cNvContentPartPr/>
              <p14:nvPr/>
            </p14:nvContentPartPr>
            <p14:xfrm>
              <a:off x="9898473" y="1499788"/>
              <a:ext cx="247680" cy="360"/>
            </p14:xfrm>
          </p:contentPart>
        </mc:Choice>
        <mc:Fallback xmlns=""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BFF56B76-48EB-45F5-9408-4B48B4270C7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880473" y="1482148"/>
                <a:ext cx="2833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Agrupar 39">
            <a:extLst>
              <a:ext uri="{FF2B5EF4-FFF2-40B4-BE49-F238E27FC236}">
                <a16:creationId xmlns:a16="http://schemas.microsoft.com/office/drawing/2014/main" id="{7631054B-2614-4A14-ACA2-AF6C8D8119D3}"/>
              </a:ext>
            </a:extLst>
          </p:cNvPr>
          <p:cNvGrpSpPr/>
          <p:nvPr/>
        </p:nvGrpSpPr>
        <p:grpSpPr>
          <a:xfrm>
            <a:off x="9853833" y="1184068"/>
            <a:ext cx="283320" cy="164520"/>
            <a:chOff x="9853833" y="1184068"/>
            <a:chExt cx="283320" cy="1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C5A043CA-FBA8-45C2-883B-03D9A2D3D954}"/>
                    </a:ext>
                  </a:extLst>
                </p14:cNvPr>
                <p14:cNvContentPartPr/>
                <p14:nvPr/>
              </p14:nvContentPartPr>
              <p14:xfrm>
                <a:off x="9898113" y="1218268"/>
                <a:ext cx="18360" cy="13032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C5A043CA-FBA8-45C2-883B-03D9A2D3D95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80473" y="1200268"/>
                  <a:ext cx="54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1CE38B0F-A917-4809-9FE4-E1D3213F9F40}"/>
                    </a:ext>
                  </a:extLst>
                </p14:cNvPr>
                <p14:cNvContentPartPr/>
                <p14:nvPr/>
              </p14:nvContentPartPr>
              <p14:xfrm>
                <a:off x="9853833" y="1278028"/>
                <a:ext cx="105840" cy="972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1CE38B0F-A917-4809-9FE4-E1D3213F9F4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836193" y="1260028"/>
                  <a:ext cx="141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F0EA6874-0070-48D9-93E4-79D5C63FD72B}"/>
                    </a:ext>
                  </a:extLst>
                </p14:cNvPr>
                <p14:cNvContentPartPr/>
                <p14:nvPr/>
              </p14:nvContentPartPr>
              <p14:xfrm>
                <a:off x="10052913" y="1184068"/>
                <a:ext cx="84240" cy="15732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F0EA6874-0070-48D9-93E4-79D5C63FD7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035273" y="1166428"/>
                  <a:ext cx="11988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18C91F65-3A02-4887-B3DE-0D91D13A8091}"/>
                  </a:ext>
                </a:extLst>
              </p14:cNvPr>
              <p14:cNvContentPartPr/>
              <p14:nvPr/>
            </p14:nvContentPartPr>
            <p14:xfrm>
              <a:off x="10235433" y="1437868"/>
              <a:ext cx="79200" cy="36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18C91F65-3A02-4887-B3DE-0D91D13A809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217793" y="1419868"/>
                <a:ext cx="114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C6694361-DB51-4104-BDA2-A2C18205F1EB}"/>
                  </a:ext>
                </a:extLst>
              </p14:cNvPr>
              <p14:cNvContentPartPr/>
              <p14:nvPr/>
            </p14:nvContentPartPr>
            <p14:xfrm>
              <a:off x="10253073" y="1517788"/>
              <a:ext cx="108000" cy="36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C6694361-DB51-4104-BDA2-A2C18205F1E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235433" y="1500148"/>
                <a:ext cx="14364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Agrupar 47">
            <a:extLst>
              <a:ext uri="{FF2B5EF4-FFF2-40B4-BE49-F238E27FC236}">
                <a16:creationId xmlns:a16="http://schemas.microsoft.com/office/drawing/2014/main" id="{3C4550C0-BF27-46BB-A164-0ED488EE5012}"/>
              </a:ext>
            </a:extLst>
          </p:cNvPr>
          <p:cNvGrpSpPr/>
          <p:nvPr/>
        </p:nvGrpSpPr>
        <p:grpSpPr>
          <a:xfrm>
            <a:off x="10528833" y="1304668"/>
            <a:ext cx="469440" cy="231480"/>
            <a:chOff x="10528833" y="1304668"/>
            <a:chExt cx="46944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96B6B054-834A-4416-A40E-13A72028A9E8}"/>
                    </a:ext>
                  </a:extLst>
                </p14:cNvPr>
                <p14:cNvContentPartPr/>
                <p14:nvPr/>
              </p14:nvContentPartPr>
              <p14:xfrm>
                <a:off x="10528833" y="1437868"/>
                <a:ext cx="105480" cy="936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96B6B054-834A-4416-A40E-13A72028A9E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10833" y="1419868"/>
                  <a:ext cx="141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AD8CF287-4CB9-46E0-8713-B538C585970A}"/>
                    </a:ext>
                  </a:extLst>
                </p14:cNvPr>
                <p14:cNvContentPartPr/>
                <p14:nvPr/>
              </p14:nvContentPartPr>
              <p14:xfrm>
                <a:off x="10821513" y="1322308"/>
                <a:ext cx="44640" cy="3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AD8CF287-4CB9-46E0-8713-B538C585970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803513" y="1304668"/>
                  <a:ext cx="80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50129681-B7B8-448C-A070-66B5A6B4D5E7}"/>
                    </a:ext>
                  </a:extLst>
                </p14:cNvPr>
                <p14:cNvContentPartPr/>
                <p14:nvPr/>
              </p14:nvContentPartPr>
              <p14:xfrm>
                <a:off x="10776513" y="1339948"/>
                <a:ext cx="134280" cy="13464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50129681-B7B8-448C-A070-66B5A6B4D5E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58873" y="1322308"/>
                  <a:ext cx="169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A174B72E-C584-4D0D-9575-C479528DB32D}"/>
                    </a:ext>
                  </a:extLst>
                </p14:cNvPr>
                <p14:cNvContentPartPr/>
                <p14:nvPr/>
              </p14:nvContentPartPr>
              <p14:xfrm>
                <a:off x="10812513" y="1304668"/>
                <a:ext cx="46080" cy="57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A174B72E-C584-4D0D-9575-C479528DB32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94873" y="1287028"/>
                  <a:ext cx="81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7072F00D-1F64-4E38-92F9-A99816E88637}"/>
                    </a:ext>
                  </a:extLst>
                </p14:cNvPr>
                <p14:cNvContentPartPr/>
                <p14:nvPr/>
              </p14:nvContentPartPr>
              <p14:xfrm>
                <a:off x="10759593" y="1532188"/>
                <a:ext cx="238680" cy="396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7072F00D-1F64-4E38-92F9-A99816E8863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741593" y="1514188"/>
                  <a:ext cx="27432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034EBE1C-CBB7-4AE9-8162-FB9162F9D7BC}"/>
                  </a:ext>
                </a:extLst>
              </p14:cNvPr>
              <p14:cNvContentPartPr/>
              <p14:nvPr/>
            </p14:nvContentPartPr>
            <p14:xfrm>
              <a:off x="10826193" y="1607788"/>
              <a:ext cx="130680" cy="179280"/>
            </p14:xfrm>
          </p:contentPart>
        </mc:Choice>
        <mc:Fallback xmlns=""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034EBE1C-CBB7-4AE9-8162-FB9162F9D7B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808193" y="1589788"/>
                <a:ext cx="1663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EFA7D895-2BC1-4885-A923-E2880343D8BA}"/>
                  </a:ext>
                </a:extLst>
              </p14:cNvPr>
              <p14:cNvContentPartPr/>
              <p14:nvPr/>
            </p14:nvContentPartPr>
            <p14:xfrm>
              <a:off x="7794993" y="2085868"/>
              <a:ext cx="284760" cy="23868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EFA7D895-2BC1-4885-A923-E2880343D8B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776993" y="2067868"/>
                <a:ext cx="320400" cy="27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Agrupar 51">
            <a:extLst>
              <a:ext uri="{FF2B5EF4-FFF2-40B4-BE49-F238E27FC236}">
                <a16:creationId xmlns:a16="http://schemas.microsoft.com/office/drawing/2014/main" id="{C8C2D1A7-2AB6-43BC-87BF-778B528CBC36}"/>
              </a:ext>
            </a:extLst>
          </p:cNvPr>
          <p:cNvGrpSpPr/>
          <p:nvPr/>
        </p:nvGrpSpPr>
        <p:grpSpPr>
          <a:xfrm>
            <a:off x="8264793" y="2192428"/>
            <a:ext cx="125640" cy="53280"/>
            <a:chOff x="8264793" y="2192428"/>
            <a:chExt cx="125640" cy="5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51B22A76-3F39-4238-88F7-E034572483D9}"/>
                    </a:ext>
                  </a:extLst>
                </p14:cNvPr>
                <p14:cNvContentPartPr/>
                <p14:nvPr/>
              </p14:nvContentPartPr>
              <p14:xfrm>
                <a:off x="8273433" y="2192428"/>
                <a:ext cx="108000" cy="36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51B22A76-3F39-4238-88F7-E034572483D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55793" y="2174428"/>
                  <a:ext cx="143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8EFC4AC2-A839-4CED-A53F-E29F2E05C8C3}"/>
                    </a:ext>
                  </a:extLst>
                </p14:cNvPr>
                <p14:cNvContentPartPr/>
                <p14:nvPr/>
              </p14:nvContentPartPr>
              <p14:xfrm>
                <a:off x="8264793" y="2237428"/>
                <a:ext cx="125640" cy="82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8EFC4AC2-A839-4CED-A53F-E29F2E05C8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46793" y="2219788"/>
                  <a:ext cx="16128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EFAF009-5F6F-4DC1-8DD0-829D722F8D4C}"/>
              </a:ext>
            </a:extLst>
          </p:cNvPr>
          <p:cNvGrpSpPr/>
          <p:nvPr/>
        </p:nvGrpSpPr>
        <p:grpSpPr>
          <a:xfrm>
            <a:off x="8699673" y="1995868"/>
            <a:ext cx="656280" cy="240480"/>
            <a:chOff x="8699673" y="1995868"/>
            <a:chExt cx="65628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999A5B07-DACF-43E3-9E1B-511144BFBB1B}"/>
                    </a:ext>
                  </a:extLst>
                </p14:cNvPr>
                <p14:cNvContentPartPr/>
                <p14:nvPr/>
              </p14:nvContentPartPr>
              <p14:xfrm>
                <a:off x="8699673" y="2068228"/>
                <a:ext cx="20520" cy="16812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999A5B07-DACF-43E3-9E1B-511144BFBB1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81673" y="2050228"/>
                  <a:ext cx="56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B529D785-3984-4532-986E-EA033E4CD180}"/>
                    </a:ext>
                  </a:extLst>
                </p14:cNvPr>
                <p14:cNvContentPartPr/>
                <p14:nvPr/>
              </p14:nvContentPartPr>
              <p14:xfrm>
                <a:off x="8841873" y="2040508"/>
                <a:ext cx="185760" cy="16236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B529D785-3984-4532-986E-EA033E4CD18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23873" y="2022868"/>
                  <a:ext cx="2214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94715518-3FA1-43DF-8BBD-CAE400E3224A}"/>
                    </a:ext>
                  </a:extLst>
                </p14:cNvPr>
                <p14:cNvContentPartPr/>
                <p14:nvPr/>
              </p14:nvContentPartPr>
              <p14:xfrm>
                <a:off x="9107913" y="2084788"/>
                <a:ext cx="125640" cy="10116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94715518-3FA1-43DF-8BBD-CAE400E3224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90273" y="2067148"/>
                  <a:ext cx="1612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BF99A91D-AD5B-4541-B8DC-A1745DBC7357}"/>
                    </a:ext>
                  </a:extLst>
                </p14:cNvPr>
                <p14:cNvContentPartPr/>
                <p14:nvPr/>
              </p14:nvContentPartPr>
              <p14:xfrm>
                <a:off x="9259113" y="1995868"/>
                <a:ext cx="96840" cy="5688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BF99A91D-AD5B-4541-B8DC-A1745DBC735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41473" y="1977868"/>
                  <a:ext cx="132480" cy="9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CFC61CDD-976C-4264-942C-7542037708D9}"/>
                  </a:ext>
                </a:extLst>
              </p14:cNvPr>
              <p14:cNvContentPartPr/>
              <p14:nvPr/>
            </p14:nvContentPartPr>
            <p14:xfrm>
              <a:off x="8628753" y="2297188"/>
              <a:ext cx="656280" cy="2052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CFC61CDD-976C-4264-942C-7542037708D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611113" y="2279548"/>
                <a:ext cx="69192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Agrupar 61">
            <a:extLst>
              <a:ext uri="{FF2B5EF4-FFF2-40B4-BE49-F238E27FC236}">
                <a16:creationId xmlns:a16="http://schemas.microsoft.com/office/drawing/2014/main" id="{EF8F9B39-F70B-496B-9E11-4B00A4AAD18D}"/>
              </a:ext>
            </a:extLst>
          </p:cNvPr>
          <p:cNvGrpSpPr/>
          <p:nvPr/>
        </p:nvGrpSpPr>
        <p:grpSpPr>
          <a:xfrm>
            <a:off x="8690673" y="2449828"/>
            <a:ext cx="594720" cy="105480"/>
            <a:chOff x="8690673" y="2449828"/>
            <a:chExt cx="59472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8E6E9A40-3FF7-4AA0-895D-596F5F99AB8A}"/>
                    </a:ext>
                  </a:extLst>
                </p14:cNvPr>
                <p14:cNvContentPartPr/>
                <p14:nvPr/>
              </p14:nvContentPartPr>
              <p14:xfrm>
                <a:off x="8690673" y="2478988"/>
                <a:ext cx="81000" cy="7632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8E6E9A40-3FF7-4AA0-895D-596F5F99AB8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73033" y="2461348"/>
                  <a:ext cx="116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95F91D35-4D56-4332-A626-D67FAC2D9001}"/>
                    </a:ext>
                  </a:extLst>
                </p14:cNvPr>
                <p14:cNvContentPartPr/>
                <p14:nvPr/>
              </p14:nvContentPartPr>
              <p14:xfrm>
                <a:off x="8886153" y="2476468"/>
                <a:ext cx="69840" cy="936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95F91D35-4D56-4332-A626-D67FAC2D900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68513" y="2458468"/>
                  <a:ext cx="105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66592648-0D4E-434E-9D19-203B259D51DA}"/>
                    </a:ext>
                  </a:extLst>
                </p14:cNvPr>
                <p14:cNvContentPartPr/>
                <p14:nvPr/>
              </p14:nvContentPartPr>
              <p14:xfrm>
                <a:off x="9072633" y="2449828"/>
                <a:ext cx="212760" cy="8712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66592648-0D4E-434E-9D19-203B259D51D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54633" y="2432188"/>
                  <a:ext cx="2484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9E941B93-EF72-49F8-82D2-E493EC1FB867}"/>
              </a:ext>
            </a:extLst>
          </p:cNvPr>
          <p:cNvGrpSpPr/>
          <p:nvPr/>
        </p:nvGrpSpPr>
        <p:grpSpPr>
          <a:xfrm>
            <a:off x="1384473" y="1402228"/>
            <a:ext cx="360000" cy="116280"/>
            <a:chOff x="1384473" y="1402228"/>
            <a:chExt cx="36000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059AC4E4-E91F-442B-B134-E56C00D3A879}"/>
                    </a:ext>
                  </a:extLst>
                </p14:cNvPr>
                <p14:cNvContentPartPr/>
                <p14:nvPr/>
              </p14:nvContentPartPr>
              <p14:xfrm>
                <a:off x="1384473" y="1402228"/>
                <a:ext cx="105840" cy="11628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059AC4E4-E91F-442B-B134-E56C00D3A87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66833" y="1384228"/>
                  <a:ext cx="141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DEF67347-0185-44A7-A482-C8E0487A9250}"/>
                    </a:ext>
                  </a:extLst>
                </p14:cNvPr>
                <p14:cNvContentPartPr/>
                <p14:nvPr/>
              </p14:nvContentPartPr>
              <p14:xfrm>
                <a:off x="1650873" y="1416628"/>
                <a:ext cx="75240" cy="396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DEF67347-0185-44A7-A482-C8E0487A925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33233" y="1398988"/>
                  <a:ext cx="110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1B53325C-76F3-4299-85BA-02AEC006F574}"/>
                    </a:ext>
                  </a:extLst>
                </p14:cNvPr>
                <p14:cNvContentPartPr/>
                <p14:nvPr/>
              </p14:nvContentPartPr>
              <p14:xfrm>
                <a:off x="1642233" y="1482148"/>
                <a:ext cx="102240" cy="972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1B53325C-76F3-4299-85BA-02AEC006F57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24233" y="1464508"/>
                  <a:ext cx="1378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A9466E18-5166-44A5-97CC-5B53870A2D8D}"/>
              </a:ext>
            </a:extLst>
          </p:cNvPr>
          <p:cNvGrpSpPr/>
          <p:nvPr/>
        </p:nvGrpSpPr>
        <p:grpSpPr>
          <a:xfrm>
            <a:off x="1880553" y="1313668"/>
            <a:ext cx="108720" cy="208800"/>
            <a:chOff x="1880553" y="1313668"/>
            <a:chExt cx="10872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F76CCB86-A34E-4B70-8FA1-9BC803438042}"/>
                    </a:ext>
                  </a:extLst>
                </p14:cNvPr>
                <p14:cNvContentPartPr/>
                <p14:nvPr/>
              </p14:nvContentPartPr>
              <p14:xfrm>
                <a:off x="1880553" y="1322308"/>
                <a:ext cx="73440" cy="9972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F76CCB86-A34E-4B70-8FA1-9BC80343804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862913" y="1304668"/>
                  <a:ext cx="109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B83E7F10-1FFA-4D92-8AF0-237DAFDF953E}"/>
                    </a:ext>
                  </a:extLst>
                </p14:cNvPr>
                <p14:cNvContentPartPr/>
                <p14:nvPr/>
              </p14:nvContentPartPr>
              <p14:xfrm>
                <a:off x="1979193" y="1313668"/>
                <a:ext cx="10080" cy="20880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B83E7F10-1FFA-4D92-8AF0-237DAFDF953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61553" y="1295668"/>
                  <a:ext cx="4572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35EA8035-7258-44A3-8729-3C7700473B4A}"/>
              </a:ext>
            </a:extLst>
          </p:cNvPr>
          <p:cNvGrpSpPr/>
          <p:nvPr/>
        </p:nvGrpSpPr>
        <p:grpSpPr>
          <a:xfrm>
            <a:off x="1384473" y="1758268"/>
            <a:ext cx="478440" cy="110160"/>
            <a:chOff x="1384473" y="1758268"/>
            <a:chExt cx="478440" cy="11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A4446A13-B592-4206-839E-C73F873B6EE9}"/>
                    </a:ext>
                  </a:extLst>
                </p14:cNvPr>
                <p14:cNvContentPartPr/>
                <p14:nvPr/>
              </p14:nvContentPartPr>
              <p14:xfrm>
                <a:off x="1384473" y="1784188"/>
                <a:ext cx="18720" cy="6948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A4446A13-B592-4206-839E-C73F873B6EE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366833" y="1766548"/>
                  <a:ext cx="54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8BC4C9FC-6F7F-4F43-93ED-29BEB44CE657}"/>
                    </a:ext>
                  </a:extLst>
                </p14:cNvPr>
                <p14:cNvContentPartPr/>
                <p14:nvPr/>
              </p14:nvContentPartPr>
              <p14:xfrm>
                <a:off x="1455393" y="1775548"/>
                <a:ext cx="159480" cy="9288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8BC4C9FC-6F7F-4F43-93ED-29BEB44CE65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37753" y="1757548"/>
                  <a:ext cx="1951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6645AC9D-0F0F-469D-938F-05A88416828C}"/>
                    </a:ext>
                  </a:extLst>
                </p14:cNvPr>
                <p14:cNvContentPartPr/>
                <p14:nvPr/>
              </p14:nvContentPartPr>
              <p14:xfrm>
                <a:off x="1775073" y="1758268"/>
                <a:ext cx="79200" cy="828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6645AC9D-0F0F-469D-938F-05A88416828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57433" y="1740268"/>
                  <a:ext cx="114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05CB72E2-3D68-413B-82FC-942465B116CB}"/>
                    </a:ext>
                  </a:extLst>
                </p14:cNvPr>
                <p14:cNvContentPartPr/>
                <p14:nvPr/>
              </p14:nvContentPartPr>
              <p14:xfrm>
                <a:off x="1793073" y="1819468"/>
                <a:ext cx="69840" cy="36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05CB72E2-3D68-413B-82FC-942465B116C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75433" y="1801468"/>
                  <a:ext cx="10548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EEE626C1-EFE5-4A2C-A834-80C82EFEB392}"/>
                  </a:ext>
                </a:extLst>
              </p14:cNvPr>
              <p14:cNvContentPartPr/>
              <p14:nvPr/>
            </p14:nvContentPartPr>
            <p14:xfrm>
              <a:off x="2044713" y="1706788"/>
              <a:ext cx="102600" cy="194040"/>
            </p14:xfrm>
          </p:contentPart>
        </mc:Choice>
        <mc:Fallback xmlns=""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EEE626C1-EFE5-4A2C-A834-80C82EFEB39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026713" y="1688788"/>
                <a:ext cx="13824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Agrupar 89">
            <a:extLst>
              <a:ext uri="{FF2B5EF4-FFF2-40B4-BE49-F238E27FC236}">
                <a16:creationId xmlns:a16="http://schemas.microsoft.com/office/drawing/2014/main" id="{14AEB3E8-C78C-4BBF-9E20-8B069703DE4B}"/>
              </a:ext>
            </a:extLst>
          </p:cNvPr>
          <p:cNvGrpSpPr/>
          <p:nvPr/>
        </p:nvGrpSpPr>
        <p:grpSpPr>
          <a:xfrm>
            <a:off x="1304553" y="2050588"/>
            <a:ext cx="1835640" cy="347760"/>
            <a:chOff x="1304553" y="2050588"/>
            <a:chExt cx="183564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8567C016-C250-4789-92A3-8A0BE86E39E8}"/>
                    </a:ext>
                  </a:extLst>
                </p14:cNvPr>
                <p14:cNvContentPartPr/>
                <p14:nvPr/>
              </p14:nvContentPartPr>
              <p14:xfrm>
                <a:off x="1304553" y="2217268"/>
                <a:ext cx="153360" cy="18108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8567C016-C250-4789-92A3-8A0BE86E39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86553" y="2199628"/>
                  <a:ext cx="189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0F6C915-C1AA-4EF1-9F83-32A3967FF4D8}"/>
                    </a:ext>
                  </a:extLst>
                </p14:cNvPr>
                <p14:cNvContentPartPr/>
                <p14:nvPr/>
              </p14:nvContentPartPr>
              <p14:xfrm>
                <a:off x="1607313" y="2272348"/>
                <a:ext cx="140040" cy="8820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0F6C915-C1AA-4EF1-9F83-32A3967FF4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89673" y="2254708"/>
                  <a:ext cx="175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CAB4B284-5BC9-40FD-8E96-5F2FD7656073}"/>
                    </a:ext>
                  </a:extLst>
                </p14:cNvPr>
                <p14:cNvContentPartPr/>
                <p14:nvPr/>
              </p14:nvContentPartPr>
              <p14:xfrm>
                <a:off x="1788753" y="2254348"/>
                <a:ext cx="84600" cy="8856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CAB4B284-5BC9-40FD-8E96-5F2FD76560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71113" y="2236708"/>
                  <a:ext cx="120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70A00E24-CFCE-4964-ABF9-73A448CBABEE}"/>
                    </a:ext>
                  </a:extLst>
                </p14:cNvPr>
                <p14:cNvContentPartPr/>
                <p14:nvPr/>
              </p14:nvContentPartPr>
              <p14:xfrm>
                <a:off x="1930593" y="2263348"/>
                <a:ext cx="80280" cy="9000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70A00E24-CFCE-4964-ABF9-73A448CBABE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12953" y="2245348"/>
                  <a:ext cx="115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9EF6E549-6ECF-4F34-BFF3-CB9661A3F023}"/>
                    </a:ext>
                  </a:extLst>
                </p14:cNvPr>
                <p14:cNvContentPartPr/>
                <p14:nvPr/>
              </p14:nvContentPartPr>
              <p14:xfrm>
                <a:off x="2059473" y="2272348"/>
                <a:ext cx="35640" cy="7020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9EF6E549-6ECF-4F34-BFF3-CB9661A3F02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41473" y="2254708"/>
                  <a:ext cx="71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FE52E110-A6EC-4FDB-8B2E-BC1DA1E9CC83}"/>
                    </a:ext>
                  </a:extLst>
                </p14:cNvPr>
                <p14:cNvContentPartPr/>
                <p14:nvPr/>
              </p14:nvContentPartPr>
              <p14:xfrm>
                <a:off x="2032473" y="2125828"/>
                <a:ext cx="18000" cy="2232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FE52E110-A6EC-4FDB-8B2E-BC1DA1E9CC8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14833" y="2107828"/>
                  <a:ext cx="53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1643FB28-B9D2-448D-AE5F-0647A9B05E13}"/>
                    </a:ext>
                  </a:extLst>
                </p14:cNvPr>
                <p14:cNvContentPartPr/>
                <p14:nvPr/>
              </p14:nvContentPartPr>
              <p14:xfrm>
                <a:off x="2165673" y="2254348"/>
                <a:ext cx="74160" cy="4284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1643FB28-B9D2-448D-AE5F-0647A9B05E1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47673" y="2236708"/>
                  <a:ext cx="109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BFBE7B0C-ACC2-4A7B-BB33-F8A126D7C7B6}"/>
                    </a:ext>
                  </a:extLst>
                </p14:cNvPr>
                <p14:cNvContentPartPr/>
                <p14:nvPr/>
              </p14:nvContentPartPr>
              <p14:xfrm>
                <a:off x="2379153" y="2050588"/>
                <a:ext cx="53280" cy="27108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BFBE7B0C-ACC2-4A7B-BB33-F8A126D7C7B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61153" y="2032588"/>
                  <a:ext cx="889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B0B55DA1-642E-40DC-B764-18D328FE69A2}"/>
                    </a:ext>
                  </a:extLst>
                </p14:cNvPr>
                <p14:cNvContentPartPr/>
                <p14:nvPr/>
              </p14:nvContentPartPr>
              <p14:xfrm>
                <a:off x="2307873" y="2156788"/>
                <a:ext cx="159120" cy="972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B0B55DA1-642E-40DC-B764-18D328FE69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89873" y="2138788"/>
                  <a:ext cx="194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217462F7-640B-4A2E-B735-E5FAC4FD56AB}"/>
                    </a:ext>
                  </a:extLst>
                </p14:cNvPr>
                <p14:cNvContentPartPr/>
                <p14:nvPr/>
              </p14:nvContentPartPr>
              <p14:xfrm>
                <a:off x="2511273" y="2236708"/>
                <a:ext cx="89640" cy="10656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217462F7-640B-4A2E-B735-E5FAC4FD56A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93633" y="2219068"/>
                  <a:ext cx="1252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455359F0-FD22-4F97-9A9E-210C538751C0}"/>
                    </a:ext>
                  </a:extLst>
                </p14:cNvPr>
                <p14:cNvContentPartPr/>
                <p14:nvPr/>
              </p14:nvContentPartPr>
              <p14:xfrm>
                <a:off x="2698473" y="2059228"/>
                <a:ext cx="60840" cy="25884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455359F0-FD22-4F97-9A9E-210C538751C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80833" y="2041588"/>
                  <a:ext cx="964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881E13F0-04EE-44A4-A8CB-B9E606724718}"/>
                    </a:ext>
                  </a:extLst>
                </p14:cNvPr>
                <p14:cNvContentPartPr/>
                <p14:nvPr/>
              </p14:nvContentPartPr>
              <p14:xfrm>
                <a:off x="2662833" y="2139148"/>
                <a:ext cx="105840" cy="36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881E13F0-04EE-44A4-A8CB-B9E60672471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645193" y="2121148"/>
                  <a:ext cx="14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6BF64217-9462-4622-846A-8458D0227053}"/>
                    </a:ext>
                  </a:extLst>
                </p14:cNvPr>
                <p14:cNvContentPartPr/>
                <p14:nvPr/>
              </p14:nvContentPartPr>
              <p14:xfrm>
                <a:off x="2843913" y="2236708"/>
                <a:ext cx="128520" cy="7200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6BF64217-9462-4622-846A-8458D02270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26273" y="2219068"/>
                  <a:ext cx="164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BCCCD173-9496-4B46-BFC1-62D880F87169}"/>
                    </a:ext>
                  </a:extLst>
                </p14:cNvPr>
                <p14:cNvContentPartPr/>
                <p14:nvPr/>
              </p14:nvContentPartPr>
              <p14:xfrm>
                <a:off x="3055233" y="2219068"/>
                <a:ext cx="84960" cy="12456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BCCCD173-9496-4B46-BFC1-62D880F8716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37593" y="2201428"/>
                  <a:ext cx="12060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5CC7BDCB-E327-4F00-A280-7128E33FB71C}"/>
                  </a:ext>
                </a:extLst>
              </p14:cNvPr>
              <p14:cNvContentPartPr/>
              <p14:nvPr/>
            </p14:nvContentPartPr>
            <p14:xfrm>
              <a:off x="7083993" y="4063708"/>
              <a:ext cx="1952640" cy="2232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5CC7BDCB-E327-4F00-A280-7128E33FB71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066353" y="4027708"/>
                <a:ext cx="19882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86F14091-7C8F-46EF-B85A-8B5387665D79}"/>
                  </a:ext>
                </a:extLst>
              </p14:cNvPr>
              <p14:cNvContentPartPr/>
              <p14:nvPr/>
            </p14:nvContentPartPr>
            <p14:xfrm>
              <a:off x="3506313" y="4091428"/>
              <a:ext cx="2573640" cy="28080"/>
            </p14:xfrm>
          </p:contentPart>
        </mc:Choice>
        <mc:Fallback xmlns=""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86F14091-7C8F-46EF-B85A-8B5387665D7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488673" y="4055788"/>
                <a:ext cx="26092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DECE2575-993C-487B-869F-011B595A0609}"/>
                  </a:ext>
                </a:extLst>
              </p14:cNvPr>
              <p14:cNvContentPartPr/>
              <p14:nvPr/>
            </p14:nvContentPartPr>
            <p14:xfrm>
              <a:off x="6222873" y="4083148"/>
              <a:ext cx="800280" cy="19800"/>
            </p14:xfrm>
          </p:contentPart>
        </mc:Choice>
        <mc:Fallback xmlns=""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DECE2575-993C-487B-869F-011B595A060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205233" y="4047148"/>
                <a:ext cx="8359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AC60D250-04E3-4ECD-B37E-9E0BA7D1B3D4}"/>
                  </a:ext>
                </a:extLst>
              </p14:cNvPr>
              <p14:cNvContentPartPr/>
              <p14:nvPr/>
            </p14:nvContentPartPr>
            <p14:xfrm>
              <a:off x="2201313" y="4100428"/>
              <a:ext cx="1279440" cy="29520"/>
            </p14:xfrm>
          </p:contentPart>
        </mc:Choice>
        <mc:Fallback xmlns=""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AC60D250-04E3-4ECD-B37E-9E0BA7D1B3D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183313" y="4064788"/>
                <a:ext cx="1315080" cy="10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8F7B9D01-2BEA-44D7-9CB8-E696597FD3B4}"/>
              </a:ext>
            </a:extLst>
          </p:cNvPr>
          <p:cNvGrpSpPr/>
          <p:nvPr/>
        </p:nvGrpSpPr>
        <p:grpSpPr>
          <a:xfrm>
            <a:off x="1694793" y="4305268"/>
            <a:ext cx="711720" cy="155160"/>
            <a:chOff x="1694793" y="4305268"/>
            <a:chExt cx="71172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131F3EC6-44EF-442E-97E7-23D39E752C0E}"/>
                    </a:ext>
                  </a:extLst>
                </p14:cNvPr>
                <p14:cNvContentPartPr/>
                <p14:nvPr/>
              </p14:nvContentPartPr>
              <p14:xfrm>
                <a:off x="1694793" y="4305268"/>
                <a:ext cx="23400" cy="15516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131F3EC6-44EF-442E-97E7-23D39E752C0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76793" y="4287628"/>
                  <a:ext cx="59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CA6413F5-C3AA-4B68-9C0E-0D0836C9B970}"/>
                    </a:ext>
                  </a:extLst>
                </p14:cNvPr>
                <p14:cNvContentPartPr/>
                <p14:nvPr/>
              </p14:nvContentPartPr>
              <p14:xfrm>
                <a:off x="1741593" y="4305268"/>
                <a:ext cx="112320" cy="12708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CA6413F5-C3AA-4B68-9C0E-0D0836C9B97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23953" y="4287268"/>
                  <a:ext cx="147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1C675355-EF02-4BB4-BD9C-F079B13449BD}"/>
                    </a:ext>
                  </a:extLst>
                </p14:cNvPr>
                <p14:cNvContentPartPr/>
                <p14:nvPr/>
              </p14:nvContentPartPr>
              <p14:xfrm>
                <a:off x="1961553" y="4340908"/>
                <a:ext cx="102600" cy="972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1C675355-EF02-4BB4-BD9C-F079B13449B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43913" y="4323268"/>
                  <a:ext cx="138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C409B24A-5275-442A-BE75-5A595D02C612}"/>
                    </a:ext>
                  </a:extLst>
                </p14:cNvPr>
                <p14:cNvContentPartPr/>
                <p14:nvPr/>
              </p14:nvContentPartPr>
              <p14:xfrm>
                <a:off x="1970553" y="4399588"/>
                <a:ext cx="84600" cy="396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C409B24A-5275-442A-BE75-5A595D02C61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52553" y="4381588"/>
                  <a:ext cx="120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544BD9D6-4CBD-4BFD-BAE2-1D870C709AAE}"/>
                    </a:ext>
                  </a:extLst>
                </p14:cNvPr>
                <p14:cNvContentPartPr/>
                <p14:nvPr/>
              </p14:nvContentPartPr>
              <p14:xfrm>
                <a:off x="2184033" y="4313188"/>
                <a:ext cx="131400" cy="10188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544BD9D6-4CBD-4BFD-BAE2-1D870C709AA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66393" y="4295548"/>
                  <a:ext cx="167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7E0857FE-C316-44E2-9216-D4426E70CDCF}"/>
                    </a:ext>
                  </a:extLst>
                </p14:cNvPr>
                <p14:cNvContentPartPr/>
                <p14:nvPr/>
              </p14:nvContentPartPr>
              <p14:xfrm>
                <a:off x="2299233" y="4305268"/>
                <a:ext cx="107280" cy="11556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7E0857FE-C316-44E2-9216-D4426E70CD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281593" y="4287628"/>
                  <a:ext cx="142920" cy="15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AE59A84E-0D53-417D-80C1-0AFA413135AC}"/>
                  </a:ext>
                </a:extLst>
              </p14:cNvPr>
              <p14:cNvContentPartPr/>
              <p14:nvPr/>
            </p14:nvContentPartPr>
            <p14:xfrm>
              <a:off x="2325873" y="4068748"/>
              <a:ext cx="211680" cy="91440"/>
            </p14:xfrm>
          </p:contentPart>
        </mc:Choice>
        <mc:Fallback xmlns=""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AE59A84E-0D53-417D-80C1-0AFA413135A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307873" y="4051108"/>
                <a:ext cx="247320" cy="12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F82B16C3-0FA2-4B14-AB8F-8F39263F40A8}"/>
              </a:ext>
            </a:extLst>
          </p:cNvPr>
          <p:cNvGrpSpPr/>
          <p:nvPr/>
        </p:nvGrpSpPr>
        <p:grpSpPr>
          <a:xfrm>
            <a:off x="8850513" y="4225348"/>
            <a:ext cx="886680" cy="180720"/>
            <a:chOff x="8850513" y="4225348"/>
            <a:chExt cx="88668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B356C945-C692-4D03-816D-F2F38A448187}"/>
                    </a:ext>
                  </a:extLst>
                </p14:cNvPr>
                <p14:cNvContentPartPr/>
                <p14:nvPr/>
              </p14:nvContentPartPr>
              <p14:xfrm>
                <a:off x="8850513" y="4225348"/>
                <a:ext cx="14400" cy="18072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B356C945-C692-4D03-816D-F2F38A44818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32873" y="4207348"/>
                  <a:ext cx="50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E8A0E639-A2F2-478F-9369-C5951F4749D0}"/>
                    </a:ext>
                  </a:extLst>
                </p14:cNvPr>
                <p14:cNvContentPartPr/>
                <p14:nvPr/>
              </p14:nvContentPartPr>
              <p14:xfrm>
                <a:off x="8885793" y="4260988"/>
                <a:ext cx="56880" cy="7056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E8A0E639-A2F2-478F-9369-C5951F4749D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68153" y="4242988"/>
                  <a:ext cx="92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CA6FF0DA-180B-41F3-828D-950F1853F112}"/>
                    </a:ext>
                  </a:extLst>
                </p14:cNvPr>
                <p14:cNvContentPartPr/>
                <p14:nvPr/>
              </p14:nvContentPartPr>
              <p14:xfrm>
                <a:off x="9081273" y="4272868"/>
                <a:ext cx="82800" cy="1548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CA6FF0DA-180B-41F3-828D-950F1853F11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63633" y="4254868"/>
                  <a:ext cx="118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5D20F53C-94D1-4E6F-A8B3-DCF7E4C9D594}"/>
                    </a:ext>
                  </a:extLst>
                </p14:cNvPr>
                <p14:cNvContentPartPr/>
                <p14:nvPr/>
              </p14:nvContentPartPr>
              <p14:xfrm>
                <a:off x="9099273" y="4331548"/>
                <a:ext cx="60480" cy="1008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5D20F53C-94D1-4E6F-A8B3-DCF7E4C9D59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081633" y="4313548"/>
                  <a:ext cx="96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5F8D2744-1257-4C64-B63D-B85A0F3DDD43}"/>
                    </a:ext>
                  </a:extLst>
                </p14:cNvPr>
                <p14:cNvContentPartPr/>
                <p14:nvPr/>
              </p14:nvContentPartPr>
              <p14:xfrm>
                <a:off x="9330033" y="4278268"/>
                <a:ext cx="105840" cy="972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5F8D2744-1257-4C64-B63D-B85A0F3DDD4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312393" y="4260268"/>
                  <a:ext cx="141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3DE55638-98D3-423C-B7B4-72040562DE8C}"/>
                    </a:ext>
                  </a:extLst>
                </p14:cNvPr>
                <p14:cNvContentPartPr/>
                <p14:nvPr/>
              </p14:nvContentPartPr>
              <p14:xfrm>
                <a:off x="9542793" y="4241548"/>
                <a:ext cx="108360" cy="8100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3DE55638-98D3-423C-B7B4-72040562DE8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524793" y="4223908"/>
                  <a:ext cx="1440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BCB34B44-750E-412C-8541-EAF60CA9E615}"/>
                    </a:ext>
                  </a:extLst>
                </p14:cNvPr>
                <p14:cNvContentPartPr/>
                <p14:nvPr/>
              </p14:nvContentPartPr>
              <p14:xfrm>
                <a:off x="9618753" y="4232908"/>
                <a:ext cx="118440" cy="8424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BCB34B44-750E-412C-8541-EAF60CA9E61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600753" y="4214908"/>
                  <a:ext cx="15408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A7E0A95E-4D01-459A-944D-E7D1059E5B06}"/>
                  </a:ext>
                </a:extLst>
              </p14:cNvPr>
              <p14:cNvContentPartPr/>
              <p14:nvPr/>
            </p14:nvContentPartPr>
            <p14:xfrm>
              <a:off x="8655033" y="3978748"/>
              <a:ext cx="135360" cy="121320"/>
            </p14:xfrm>
          </p:contentPart>
        </mc:Choice>
        <mc:Fallback xmlns=""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A7E0A95E-4D01-459A-944D-E7D1059E5B0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637393" y="3961108"/>
                <a:ext cx="1710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9100D70E-83A5-40C4-A581-1C602B02DB15}"/>
                  </a:ext>
                </a:extLst>
              </p14:cNvPr>
              <p14:cNvContentPartPr/>
              <p14:nvPr/>
            </p14:nvContentPartPr>
            <p14:xfrm>
              <a:off x="3771993" y="4003228"/>
              <a:ext cx="170640" cy="142560"/>
            </p14:xfrm>
          </p:contentPart>
        </mc:Choice>
        <mc:Fallback xmlns=""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9100D70E-83A5-40C4-A581-1C602B02DB1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753993" y="3985588"/>
                <a:ext cx="2062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78F482DE-F9F8-4B01-9AE0-D3475E53DCE7}"/>
                  </a:ext>
                </a:extLst>
              </p14:cNvPr>
              <p14:cNvContentPartPr/>
              <p14:nvPr/>
            </p14:nvContentPartPr>
            <p14:xfrm>
              <a:off x="6569193" y="4065508"/>
              <a:ext cx="9360" cy="360"/>
            </p14:xfrm>
          </p:contentPart>
        </mc:Choice>
        <mc:Fallback xmlns=""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78F482DE-F9F8-4B01-9AE0-D3475E53DCE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551193" y="4047508"/>
                <a:ext cx="45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716CC67F-C247-4914-B761-AA563B531233}"/>
                  </a:ext>
                </a:extLst>
              </p14:cNvPr>
              <p14:cNvContentPartPr/>
              <p14:nvPr/>
            </p14:nvContentPartPr>
            <p14:xfrm>
              <a:off x="6542553" y="4010068"/>
              <a:ext cx="149760" cy="106920"/>
            </p14:xfrm>
          </p:contentPart>
        </mc:Choice>
        <mc:Fallback xmlns=""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716CC67F-C247-4914-B761-AA563B53123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524913" y="3992428"/>
                <a:ext cx="18540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Agrupar 116">
            <a:extLst>
              <a:ext uri="{FF2B5EF4-FFF2-40B4-BE49-F238E27FC236}">
                <a16:creationId xmlns:a16="http://schemas.microsoft.com/office/drawing/2014/main" id="{FE7F6B60-B9EE-4E8D-8C9D-0A4DDCE12118}"/>
              </a:ext>
            </a:extLst>
          </p:cNvPr>
          <p:cNvGrpSpPr/>
          <p:nvPr/>
        </p:nvGrpSpPr>
        <p:grpSpPr>
          <a:xfrm>
            <a:off x="5752353" y="4053268"/>
            <a:ext cx="155160" cy="121320"/>
            <a:chOff x="5752353" y="4053268"/>
            <a:chExt cx="155160" cy="12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9550D92B-19A7-4147-A58F-3E1891417121}"/>
                    </a:ext>
                  </a:extLst>
                </p14:cNvPr>
                <p14:cNvContentPartPr/>
                <p14:nvPr/>
              </p14:nvContentPartPr>
              <p14:xfrm>
                <a:off x="5752353" y="4053268"/>
                <a:ext cx="155160" cy="12132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9550D92B-19A7-4147-A58F-3E189141712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34713" y="4035268"/>
                  <a:ext cx="190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AEA0DEB4-1353-4D61-B139-7B2E9702978F}"/>
                    </a:ext>
                  </a:extLst>
                </p14:cNvPr>
                <p14:cNvContentPartPr/>
                <p14:nvPr/>
              </p14:nvContentPartPr>
              <p14:xfrm>
                <a:off x="5858913" y="4109788"/>
                <a:ext cx="360" cy="36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AEA0DEB4-1353-4D61-B139-7B2E9702978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41273" y="409214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28AD5E98-17AB-40C1-B71F-53D63382B66B}"/>
              </a:ext>
            </a:extLst>
          </p:cNvPr>
          <p:cNvGrpSpPr/>
          <p:nvPr/>
        </p:nvGrpSpPr>
        <p:grpSpPr>
          <a:xfrm>
            <a:off x="8464953" y="2751868"/>
            <a:ext cx="2243160" cy="755280"/>
            <a:chOff x="8464953" y="2751868"/>
            <a:chExt cx="2243160" cy="75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2615C983-CEEE-46E4-8BB4-999FEF22B22D}"/>
                    </a:ext>
                  </a:extLst>
                </p14:cNvPr>
                <p14:cNvContentPartPr/>
                <p14:nvPr/>
              </p14:nvContentPartPr>
              <p14:xfrm>
                <a:off x="8593113" y="3400588"/>
                <a:ext cx="158760" cy="10656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2615C983-CEEE-46E4-8BB4-999FEF22B22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575473" y="3382948"/>
                  <a:ext cx="194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3F3A53FD-CD3C-4B3A-AFCF-63E99FFF1036}"/>
                    </a:ext>
                  </a:extLst>
                </p14:cNvPr>
                <p14:cNvContentPartPr/>
                <p14:nvPr/>
              </p14:nvContentPartPr>
              <p14:xfrm>
                <a:off x="8464953" y="2937988"/>
                <a:ext cx="91800" cy="9108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3F3A53FD-CD3C-4B3A-AFCF-63E99FFF103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46953" y="2920348"/>
                  <a:ext cx="1274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5CFAD1E8-D5E6-4389-A8FE-049E74D1ADA7}"/>
                    </a:ext>
                  </a:extLst>
                </p14:cNvPr>
                <p14:cNvContentPartPr/>
                <p14:nvPr/>
              </p14:nvContentPartPr>
              <p14:xfrm>
                <a:off x="8541633" y="2805148"/>
                <a:ext cx="7200" cy="18576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5CFAD1E8-D5E6-4389-A8FE-049E74D1ADA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23993" y="2787148"/>
                  <a:ext cx="42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4C9E6DA6-C008-4CB6-A52F-F3DD5A042BCF}"/>
                    </a:ext>
                  </a:extLst>
                </p14:cNvPr>
                <p14:cNvContentPartPr/>
                <p14:nvPr/>
              </p14:nvContentPartPr>
              <p14:xfrm>
                <a:off x="8620113" y="2918908"/>
                <a:ext cx="80640" cy="9972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4C9E6DA6-C008-4CB6-A52F-F3DD5A042BC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602113" y="2901268"/>
                  <a:ext cx="116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CB94AA2A-8F6E-4EDA-951A-C9CEB0FF5F36}"/>
                    </a:ext>
                  </a:extLst>
                </p14:cNvPr>
                <p14:cNvContentPartPr/>
                <p14:nvPr/>
              </p14:nvContentPartPr>
              <p14:xfrm>
                <a:off x="8779593" y="2902708"/>
                <a:ext cx="9720" cy="9684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CB94AA2A-8F6E-4EDA-951A-C9CEB0FF5F3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61953" y="2885068"/>
                  <a:ext cx="45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2F33D97F-CA33-4567-821A-8F04099E8D81}"/>
                    </a:ext>
                  </a:extLst>
                </p14:cNvPr>
                <p14:cNvContentPartPr/>
                <p14:nvPr/>
              </p14:nvContentPartPr>
              <p14:xfrm>
                <a:off x="8779593" y="2808388"/>
                <a:ext cx="3960" cy="576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2F33D97F-CA33-4567-821A-8F04099E8D8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761953" y="2790748"/>
                  <a:ext cx="39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7778371E-339A-431D-8B14-B0AE82F43EE3}"/>
                    </a:ext>
                  </a:extLst>
                </p14:cNvPr>
                <p14:cNvContentPartPr/>
                <p14:nvPr/>
              </p14:nvContentPartPr>
              <p14:xfrm>
                <a:off x="8837553" y="2893708"/>
                <a:ext cx="84600" cy="13104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7778371E-339A-431D-8B14-B0AE82F43EE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19553" y="2875708"/>
                  <a:ext cx="120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726C199E-5DE2-4DFE-8FD1-88E02F03178C}"/>
                    </a:ext>
                  </a:extLst>
                </p14:cNvPr>
                <p14:cNvContentPartPr/>
                <p14:nvPr/>
              </p14:nvContentPartPr>
              <p14:xfrm>
                <a:off x="9143553" y="2893348"/>
                <a:ext cx="97920" cy="10548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726C199E-5DE2-4DFE-8FD1-88E02F03178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25913" y="2875348"/>
                  <a:ext cx="1335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6656BD82-E38F-4085-9D9F-7C0B8CAD19C5}"/>
                    </a:ext>
                  </a:extLst>
                </p14:cNvPr>
                <p14:cNvContentPartPr/>
                <p14:nvPr/>
              </p14:nvContentPartPr>
              <p14:xfrm>
                <a:off x="9259113" y="2911708"/>
                <a:ext cx="135720" cy="8928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6656BD82-E38F-4085-9D9F-7C0B8CAD19C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41113" y="2893708"/>
                  <a:ext cx="171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73A60A5B-199D-415C-9F6B-76F0585278F1}"/>
                    </a:ext>
                  </a:extLst>
                </p14:cNvPr>
                <p14:cNvContentPartPr/>
                <p14:nvPr/>
              </p14:nvContentPartPr>
              <p14:xfrm>
                <a:off x="9161553" y="2991268"/>
                <a:ext cx="29880" cy="612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73A60A5B-199D-415C-9F6B-76F0585278F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143553" y="2973268"/>
                  <a:ext cx="65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7FD31613-0706-42EF-8693-44FC249E862B}"/>
                    </a:ext>
                  </a:extLst>
                </p14:cNvPr>
                <p14:cNvContentPartPr/>
                <p14:nvPr/>
              </p14:nvContentPartPr>
              <p14:xfrm>
                <a:off x="9450633" y="2893708"/>
                <a:ext cx="3960" cy="8496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7FD31613-0706-42EF-8693-44FC249E862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32993" y="2875708"/>
                  <a:ext cx="39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D8B4992C-E622-4445-828F-46FCE6463E5A}"/>
                    </a:ext>
                  </a:extLst>
                </p14:cNvPr>
                <p14:cNvContentPartPr/>
                <p14:nvPr/>
              </p14:nvContentPartPr>
              <p14:xfrm>
                <a:off x="9507513" y="2902708"/>
                <a:ext cx="133920" cy="9684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D8B4992C-E622-4445-828F-46FCE6463E5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489513" y="2885068"/>
                  <a:ext cx="1695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DCBC76FB-F0CD-43C9-8BF4-ACFBF90A4196}"/>
                    </a:ext>
                  </a:extLst>
                </p14:cNvPr>
                <p14:cNvContentPartPr/>
                <p14:nvPr/>
              </p14:nvContentPartPr>
              <p14:xfrm>
                <a:off x="9756273" y="2902708"/>
                <a:ext cx="9720" cy="7884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DCBC76FB-F0CD-43C9-8BF4-ACFBF90A419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738273" y="2885068"/>
                  <a:ext cx="45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35873D20-A466-4EB7-9E44-D2A7B2EC5A96}"/>
                    </a:ext>
                  </a:extLst>
                </p14:cNvPr>
                <p14:cNvContentPartPr/>
                <p14:nvPr/>
              </p14:nvContentPartPr>
              <p14:xfrm>
                <a:off x="9818193" y="2853028"/>
                <a:ext cx="3960" cy="576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35873D20-A466-4EB7-9E44-D2A7B2EC5A9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00553" y="2835028"/>
                  <a:ext cx="39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C5385869-1C4E-4824-B2AE-6321DF69BCA1}"/>
                    </a:ext>
                  </a:extLst>
                </p14:cNvPr>
                <p14:cNvContentPartPr/>
                <p14:nvPr/>
              </p14:nvContentPartPr>
              <p14:xfrm>
                <a:off x="9853833" y="2895148"/>
                <a:ext cx="98280" cy="6012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C5385869-1C4E-4824-B2AE-6321DF69BCA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36193" y="2877508"/>
                  <a:ext cx="133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DCE4AFC3-4E1E-45B5-B7B8-E568BD84340E}"/>
                    </a:ext>
                  </a:extLst>
                </p14:cNvPr>
                <p14:cNvContentPartPr/>
                <p14:nvPr/>
              </p14:nvContentPartPr>
              <p14:xfrm>
                <a:off x="10013673" y="2751868"/>
                <a:ext cx="84600" cy="19908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DCE4AFC3-4E1E-45B5-B7B8-E568BD84340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96033" y="2733868"/>
                  <a:ext cx="1202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76534661-7D79-4CB9-AFDA-F67656197C7A}"/>
                    </a:ext>
                  </a:extLst>
                </p14:cNvPr>
                <p14:cNvContentPartPr/>
                <p14:nvPr/>
              </p14:nvContentPartPr>
              <p14:xfrm>
                <a:off x="10164513" y="2883628"/>
                <a:ext cx="89280" cy="8208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76534661-7D79-4CB9-AFDA-F67656197C7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146873" y="2865628"/>
                  <a:ext cx="124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CAF52CED-68A8-4428-8D83-202209C8C878}"/>
                    </a:ext>
                  </a:extLst>
                </p14:cNvPr>
                <p14:cNvContentPartPr/>
                <p14:nvPr/>
              </p14:nvContentPartPr>
              <p14:xfrm>
                <a:off x="10353153" y="2876068"/>
                <a:ext cx="49680" cy="9900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CAF52CED-68A8-4428-8D83-202209C8C87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335513" y="2858068"/>
                  <a:ext cx="853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9D0CFAFA-10D7-4C82-B6C5-32C7588A8F0E}"/>
                    </a:ext>
                  </a:extLst>
                </p14:cNvPr>
                <p14:cNvContentPartPr/>
                <p14:nvPr/>
              </p14:nvContentPartPr>
              <p14:xfrm>
                <a:off x="8513913" y="3169108"/>
                <a:ext cx="79560" cy="9072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9D0CFAFA-10D7-4C82-B6C5-32C7588A8F0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95913" y="3151108"/>
                  <a:ext cx="1152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D9427521-5C33-41F5-B354-D9619DEC4112}"/>
                    </a:ext>
                  </a:extLst>
                </p14:cNvPr>
                <p14:cNvContentPartPr/>
                <p14:nvPr/>
              </p14:nvContentPartPr>
              <p14:xfrm>
                <a:off x="8682033" y="3160108"/>
                <a:ext cx="90000" cy="8964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D9427521-5C33-41F5-B354-D9619DEC411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64033" y="3142468"/>
                  <a:ext cx="125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712647F0-743F-4537-8E35-85BCFBAD4D07}"/>
                    </a:ext>
                  </a:extLst>
                </p14:cNvPr>
                <p14:cNvContentPartPr/>
                <p14:nvPr/>
              </p14:nvContentPartPr>
              <p14:xfrm>
                <a:off x="8868153" y="3159748"/>
                <a:ext cx="36720" cy="7056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712647F0-743F-4537-8E35-85BCFBAD4D0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850513" y="3142108"/>
                  <a:ext cx="723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3DEC1438-811F-4582-8F0A-6E8896F4EBFE}"/>
                    </a:ext>
                  </a:extLst>
                </p14:cNvPr>
                <p14:cNvContentPartPr/>
                <p14:nvPr/>
              </p14:nvContentPartPr>
              <p14:xfrm>
                <a:off x="8921433" y="3162628"/>
                <a:ext cx="141840" cy="3492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3DEC1438-811F-4582-8F0A-6E8896F4EBF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03793" y="3144988"/>
                  <a:ext cx="177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4CD7346A-61FF-4D56-94F1-C5753B1D56EC}"/>
                    </a:ext>
                  </a:extLst>
                </p14:cNvPr>
                <p14:cNvContentPartPr/>
                <p14:nvPr/>
              </p14:nvContentPartPr>
              <p14:xfrm>
                <a:off x="9197193" y="3143188"/>
                <a:ext cx="88200" cy="15480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4CD7346A-61FF-4D56-94F1-C5753B1D56E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179193" y="3125548"/>
                  <a:ext cx="123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742ED7C0-A1C5-4021-B583-F44DD09C9941}"/>
                    </a:ext>
                  </a:extLst>
                </p14:cNvPr>
                <p14:cNvContentPartPr/>
                <p14:nvPr/>
              </p14:nvContentPartPr>
              <p14:xfrm>
                <a:off x="9365673" y="3080188"/>
                <a:ext cx="18360" cy="14148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742ED7C0-A1C5-4021-B583-F44DD09C994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48033" y="3062548"/>
                  <a:ext cx="54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EB9827C6-C94F-4940-B84E-D8362F5E3FD8}"/>
                    </a:ext>
                  </a:extLst>
                </p14:cNvPr>
                <p14:cNvContentPartPr/>
                <p14:nvPr/>
              </p14:nvContentPartPr>
              <p14:xfrm>
                <a:off x="9475113" y="3143188"/>
                <a:ext cx="79560" cy="7092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EB9827C6-C94F-4940-B84E-D8362F5E3FD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57473" y="3125548"/>
                  <a:ext cx="115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2CCB1102-8EE1-4754-A5F5-A5275881F47B}"/>
                    </a:ext>
                  </a:extLst>
                </p14:cNvPr>
                <p14:cNvContentPartPr/>
                <p14:nvPr/>
              </p14:nvContentPartPr>
              <p14:xfrm>
                <a:off x="9614073" y="3035908"/>
                <a:ext cx="45360" cy="19116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2CCB1102-8EE1-4754-A5F5-A5275881F47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96073" y="3017908"/>
                  <a:ext cx="810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804F9343-F76A-4471-BA9C-9EE8394EC05B}"/>
                    </a:ext>
                  </a:extLst>
                </p14:cNvPr>
                <p14:cNvContentPartPr/>
                <p14:nvPr/>
              </p14:nvContentPartPr>
              <p14:xfrm>
                <a:off x="9632073" y="3106108"/>
                <a:ext cx="78840" cy="1008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804F9343-F76A-4471-BA9C-9EE8394EC05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614073" y="3088468"/>
                  <a:ext cx="114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2922F014-C708-48A4-BF16-482454F3F33B}"/>
                    </a:ext>
                  </a:extLst>
                </p14:cNvPr>
                <p14:cNvContentPartPr/>
                <p14:nvPr/>
              </p14:nvContentPartPr>
              <p14:xfrm>
                <a:off x="9818193" y="3131668"/>
                <a:ext cx="82080" cy="8280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2922F014-C708-48A4-BF16-482454F3F33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800193" y="3114028"/>
                  <a:ext cx="1177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517ACE8A-CD4B-4512-90F8-2A1CB41ABB63}"/>
                    </a:ext>
                  </a:extLst>
                </p14:cNvPr>
                <p14:cNvContentPartPr/>
                <p14:nvPr/>
              </p14:nvContentPartPr>
              <p14:xfrm>
                <a:off x="10006113" y="3142108"/>
                <a:ext cx="48240" cy="8964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517ACE8A-CD4B-4512-90F8-2A1CB41ABB6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988113" y="3124468"/>
                  <a:ext cx="83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1997BB10-804C-4465-A39F-B7946BDD1344}"/>
                    </a:ext>
                  </a:extLst>
                </p14:cNvPr>
                <p14:cNvContentPartPr/>
                <p14:nvPr/>
              </p14:nvContentPartPr>
              <p14:xfrm>
                <a:off x="10412913" y="3106828"/>
                <a:ext cx="101520" cy="6732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1997BB10-804C-4465-A39F-B7946BDD134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95273" y="3088828"/>
                  <a:ext cx="137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E7B730A6-DFB7-4B89-B6D9-EFB48DA64648}"/>
                    </a:ext>
                  </a:extLst>
                </p14:cNvPr>
                <p14:cNvContentPartPr/>
                <p14:nvPr/>
              </p14:nvContentPartPr>
              <p14:xfrm>
                <a:off x="10608393" y="3105388"/>
                <a:ext cx="99720" cy="7452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E7B730A6-DFB7-4B89-B6D9-EFB48DA6464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590753" y="3087388"/>
                  <a:ext cx="135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64BF50DD-9AD3-4C8B-BABF-579286B2FA7A}"/>
                    </a:ext>
                  </a:extLst>
                </p14:cNvPr>
                <p14:cNvContentPartPr/>
                <p14:nvPr/>
              </p14:nvContentPartPr>
              <p14:xfrm>
                <a:off x="8683833" y="3142468"/>
                <a:ext cx="60480" cy="2448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64BF50DD-9AD3-4C8B-BABF-579286B2FA7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666193" y="3124468"/>
                  <a:ext cx="96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79C6D332-80E8-4C11-82B6-C4B44664ABDB}"/>
                    </a:ext>
                  </a:extLst>
                </p14:cNvPr>
                <p14:cNvContentPartPr/>
                <p14:nvPr/>
              </p14:nvContentPartPr>
              <p14:xfrm>
                <a:off x="8814873" y="3390868"/>
                <a:ext cx="28080" cy="9324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79C6D332-80E8-4C11-82B6-C4B44664ABD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97233" y="3373228"/>
                  <a:ext cx="63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2CDD2683-FD3C-4294-AD18-DF65C22F4687}"/>
                    </a:ext>
                  </a:extLst>
                </p14:cNvPr>
                <p14:cNvContentPartPr/>
                <p14:nvPr/>
              </p14:nvContentPartPr>
              <p14:xfrm>
                <a:off x="8832873" y="3308788"/>
                <a:ext cx="360" cy="252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2CDD2683-FD3C-4294-AD18-DF65C22F468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815233" y="3291148"/>
                  <a:ext cx="36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7ABA7637-E7E0-4630-AB29-A855AE176C4C}"/>
                    </a:ext>
                  </a:extLst>
                </p14:cNvPr>
                <p14:cNvContentPartPr/>
                <p14:nvPr/>
              </p14:nvContentPartPr>
              <p14:xfrm>
                <a:off x="8939433" y="3390868"/>
                <a:ext cx="56520" cy="7848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7ABA7637-E7E0-4630-AB29-A855AE176C4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921793" y="3373228"/>
                  <a:ext cx="92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7D440AF4-FBEF-4013-BDEB-3E65C90B82D3}"/>
                    </a:ext>
                  </a:extLst>
                </p14:cNvPr>
                <p14:cNvContentPartPr/>
                <p14:nvPr/>
              </p14:nvContentPartPr>
              <p14:xfrm>
                <a:off x="8916033" y="3364228"/>
                <a:ext cx="103680" cy="10620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7D440AF4-FBEF-4013-BDEB-3E65C90B82D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898033" y="3346228"/>
                  <a:ext cx="1393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C142A17E-D4D0-448F-B302-68D89B7DBC51}"/>
                    </a:ext>
                  </a:extLst>
                </p14:cNvPr>
                <p14:cNvContentPartPr/>
                <p14:nvPr/>
              </p14:nvContentPartPr>
              <p14:xfrm>
                <a:off x="9100713" y="3362788"/>
                <a:ext cx="90360" cy="8208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C142A17E-D4D0-448F-B302-68D89B7DBC5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082713" y="3344788"/>
                  <a:ext cx="126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AF2C2380-7EFB-4976-9CF9-27A19C63921A}"/>
                    </a:ext>
                  </a:extLst>
                </p14:cNvPr>
                <p14:cNvContentPartPr/>
                <p14:nvPr/>
              </p14:nvContentPartPr>
              <p14:xfrm>
                <a:off x="9484113" y="3389428"/>
                <a:ext cx="34200" cy="9216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AF2C2380-7EFB-4976-9CF9-27A19C63921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466113" y="3371428"/>
                  <a:ext cx="698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E8BC7209-4744-402F-B13E-24F4BBCF1599}"/>
                    </a:ext>
                  </a:extLst>
                </p14:cNvPr>
                <p14:cNvContentPartPr/>
                <p14:nvPr/>
              </p14:nvContentPartPr>
              <p14:xfrm>
                <a:off x="9604353" y="3372868"/>
                <a:ext cx="43920" cy="7956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E8BC7209-4744-402F-B13E-24F4BBCF159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86713" y="3355228"/>
                  <a:ext cx="79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0F569C41-6727-4331-95B9-1A7F88E7E5F5}"/>
                    </a:ext>
                  </a:extLst>
                </p14:cNvPr>
                <p14:cNvContentPartPr/>
                <p14:nvPr/>
              </p14:nvContentPartPr>
              <p14:xfrm>
                <a:off x="9719193" y="3372868"/>
                <a:ext cx="120960" cy="7920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0F569C41-6727-4331-95B9-1A7F88E7E5F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701553" y="3355228"/>
                  <a:ext cx="156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2851ECA7-7434-45FC-8D83-95B4A89AEF77}"/>
                    </a:ext>
                  </a:extLst>
                </p14:cNvPr>
                <p14:cNvContentPartPr/>
                <p14:nvPr/>
              </p14:nvContentPartPr>
              <p14:xfrm>
                <a:off x="9889473" y="3284668"/>
                <a:ext cx="19440" cy="19080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2851ECA7-7434-45FC-8D83-95B4A89AEF7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871833" y="3266668"/>
                  <a:ext cx="5508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2AC35D29-05B7-4F4F-9CE0-46537B84B9A0}"/>
                  </a:ext>
                </a:extLst>
              </p14:cNvPr>
              <p14:cNvContentPartPr/>
              <p14:nvPr/>
            </p14:nvContentPartPr>
            <p14:xfrm>
              <a:off x="6196233" y="3262708"/>
              <a:ext cx="190800" cy="27720"/>
            </p14:xfrm>
          </p:contentPart>
        </mc:Choice>
        <mc:Fallback xmlns=""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2AC35D29-05B7-4F4F-9CE0-46537B84B9A0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178233" y="3226708"/>
                <a:ext cx="2264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88" name="Tinta 187">
                <a:extLst>
                  <a:ext uri="{FF2B5EF4-FFF2-40B4-BE49-F238E27FC236}">
                    <a16:creationId xmlns:a16="http://schemas.microsoft.com/office/drawing/2014/main" id="{F469708E-0FF7-4648-9CDA-4FCA512DF4AA}"/>
                  </a:ext>
                </a:extLst>
              </p14:cNvPr>
              <p14:cNvContentPartPr/>
              <p14:nvPr/>
            </p14:nvContentPartPr>
            <p14:xfrm>
              <a:off x="6400353" y="1555948"/>
              <a:ext cx="1149840" cy="1658160"/>
            </p14:xfrm>
          </p:contentPart>
        </mc:Choice>
        <mc:Fallback xmlns="">
          <p:pic>
            <p:nvPicPr>
              <p:cNvPr id="188" name="Tinta 187">
                <a:extLst>
                  <a:ext uri="{FF2B5EF4-FFF2-40B4-BE49-F238E27FC236}">
                    <a16:creationId xmlns:a16="http://schemas.microsoft.com/office/drawing/2014/main" id="{F469708E-0FF7-4648-9CDA-4FCA512DF4A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6382713" y="1519948"/>
                <a:ext cx="1185480" cy="172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92" name="Tinta 191">
                <a:extLst>
                  <a:ext uri="{FF2B5EF4-FFF2-40B4-BE49-F238E27FC236}">
                    <a16:creationId xmlns:a16="http://schemas.microsoft.com/office/drawing/2014/main" id="{7928C20A-2AA8-425A-A227-8E13363730CD}"/>
                  </a:ext>
                </a:extLst>
              </p14:cNvPr>
              <p14:cNvContentPartPr/>
              <p14:nvPr/>
            </p14:nvContentPartPr>
            <p14:xfrm>
              <a:off x="3790353" y="1535428"/>
              <a:ext cx="2369520" cy="1847520"/>
            </p14:xfrm>
          </p:contentPart>
        </mc:Choice>
        <mc:Fallback xmlns="">
          <p:pic>
            <p:nvPicPr>
              <p:cNvPr id="192" name="Tinta 191">
                <a:extLst>
                  <a:ext uri="{FF2B5EF4-FFF2-40B4-BE49-F238E27FC236}">
                    <a16:creationId xmlns:a16="http://schemas.microsoft.com/office/drawing/2014/main" id="{7928C20A-2AA8-425A-A227-8E13363730C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772713" y="1499788"/>
                <a:ext cx="2405160" cy="19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4F702D2F-E497-427B-8CFA-6E3CE49AB34D}"/>
              </a:ext>
            </a:extLst>
          </p:cNvPr>
          <p:cNvGrpSpPr/>
          <p:nvPr/>
        </p:nvGrpSpPr>
        <p:grpSpPr>
          <a:xfrm>
            <a:off x="4022553" y="1189108"/>
            <a:ext cx="894960" cy="303840"/>
            <a:chOff x="4022553" y="1189108"/>
            <a:chExt cx="89496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BEBF200D-B12A-47FD-A3F7-CC94A4733618}"/>
                    </a:ext>
                  </a:extLst>
                </p14:cNvPr>
                <p14:cNvContentPartPr/>
                <p14:nvPr/>
              </p14:nvContentPartPr>
              <p14:xfrm>
                <a:off x="4022553" y="1232308"/>
                <a:ext cx="141120" cy="20772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BEBF200D-B12A-47FD-A3F7-CC94A473361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004553" y="1214668"/>
                  <a:ext cx="1767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615CC8E5-88A9-4ABB-AFB5-FCADA8B77C29}"/>
                    </a:ext>
                  </a:extLst>
                </p14:cNvPr>
                <p14:cNvContentPartPr/>
                <p14:nvPr/>
              </p14:nvContentPartPr>
              <p14:xfrm>
                <a:off x="4203633" y="1331308"/>
                <a:ext cx="90720" cy="9828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615CC8E5-88A9-4ABB-AFB5-FCADA8B77C2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185993" y="1313308"/>
                  <a:ext cx="126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A1C35CDD-27A6-424F-81F0-9F2B34E6BF03}"/>
                    </a:ext>
                  </a:extLst>
                </p14:cNvPr>
                <p14:cNvContentPartPr/>
                <p14:nvPr/>
              </p14:nvContentPartPr>
              <p14:xfrm>
                <a:off x="4349793" y="1356508"/>
                <a:ext cx="108000" cy="7488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A1C35CDD-27A6-424F-81F0-9F2B34E6BF0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331793" y="1338868"/>
                  <a:ext cx="143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446721C5-2B01-4F9A-9837-8ECB83B371F0}"/>
                    </a:ext>
                  </a:extLst>
                </p14:cNvPr>
                <p14:cNvContentPartPr/>
                <p14:nvPr/>
              </p14:nvContentPartPr>
              <p14:xfrm>
                <a:off x="4340793" y="1189108"/>
                <a:ext cx="45720" cy="15948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446721C5-2B01-4F9A-9837-8ECB83B371F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322793" y="1171108"/>
                  <a:ext cx="81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7522270A-2AC5-43A1-9F1A-7853CA0D15AD}"/>
                    </a:ext>
                  </a:extLst>
                </p14:cNvPr>
                <p14:cNvContentPartPr/>
                <p14:nvPr/>
              </p14:nvContentPartPr>
              <p14:xfrm>
                <a:off x="4500273" y="1329508"/>
                <a:ext cx="97200" cy="73440"/>
              </p14:xfrm>
            </p:contentPart>
          </mc:Choice>
          <mc:Fallback xmlns=""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7522270A-2AC5-43A1-9F1A-7853CA0D15A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482633" y="1311508"/>
                  <a:ext cx="132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50EDF977-A9E0-418A-AE7B-FC7219EE5A5D}"/>
                    </a:ext>
                  </a:extLst>
                </p14:cNvPr>
                <p14:cNvContentPartPr/>
                <p14:nvPr/>
              </p14:nvContentPartPr>
              <p14:xfrm>
                <a:off x="4678833" y="1322308"/>
                <a:ext cx="41760" cy="8712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50EDF977-A9E0-418A-AE7B-FC7219EE5A5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660833" y="1304668"/>
                  <a:ext cx="77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F7D4983F-22DE-4536-B740-35CB57EA8E8F}"/>
                    </a:ext>
                  </a:extLst>
                </p14:cNvPr>
                <p14:cNvContentPartPr/>
                <p14:nvPr/>
              </p14:nvContentPartPr>
              <p14:xfrm>
                <a:off x="4811313" y="1321228"/>
                <a:ext cx="106200" cy="8172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F7D4983F-22DE-4536-B740-35CB57EA8E8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793313" y="1303588"/>
                  <a:ext cx="141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72B6D826-4689-4800-8DF3-4E44568E2DA3}"/>
                    </a:ext>
                  </a:extLst>
                </p14:cNvPr>
                <p14:cNvContentPartPr/>
                <p14:nvPr/>
              </p14:nvContentPartPr>
              <p14:xfrm>
                <a:off x="4680633" y="1428868"/>
                <a:ext cx="42480" cy="6408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72B6D826-4689-4800-8DF3-4E44568E2DA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662993" y="1411228"/>
                  <a:ext cx="78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195B1090-5FC8-45AB-A19B-4A9A3292D89C}"/>
                    </a:ext>
                  </a:extLst>
                </p14:cNvPr>
                <p14:cNvContentPartPr/>
                <p14:nvPr/>
              </p14:nvContentPartPr>
              <p14:xfrm>
                <a:off x="4731393" y="1393228"/>
                <a:ext cx="24480" cy="576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195B1090-5FC8-45AB-A19B-4A9A3292D89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713753" y="1375588"/>
                  <a:ext cx="6012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Agrupar 223">
            <a:extLst>
              <a:ext uri="{FF2B5EF4-FFF2-40B4-BE49-F238E27FC236}">
                <a16:creationId xmlns:a16="http://schemas.microsoft.com/office/drawing/2014/main" id="{9991B935-A4D2-4920-BD95-01792A2B6D83}"/>
              </a:ext>
            </a:extLst>
          </p:cNvPr>
          <p:cNvGrpSpPr/>
          <p:nvPr/>
        </p:nvGrpSpPr>
        <p:grpSpPr>
          <a:xfrm>
            <a:off x="8334273" y="5876668"/>
            <a:ext cx="1253880" cy="309960"/>
            <a:chOff x="8334273" y="5876668"/>
            <a:chExt cx="125388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C28AD3F1-15C8-4FC4-9715-44EF0E8FB913}"/>
                    </a:ext>
                  </a:extLst>
                </p14:cNvPr>
                <p14:cNvContentPartPr/>
                <p14:nvPr/>
              </p14:nvContentPartPr>
              <p14:xfrm>
                <a:off x="8334273" y="6001228"/>
                <a:ext cx="160560" cy="10548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C28AD3F1-15C8-4FC4-9715-44EF0E8FB91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316633" y="5983228"/>
                  <a:ext cx="196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EF022A2A-60CC-44C1-86B9-36E2E9F323E3}"/>
                    </a:ext>
                  </a:extLst>
                </p14:cNvPr>
                <p14:cNvContentPartPr/>
                <p14:nvPr/>
              </p14:nvContentPartPr>
              <p14:xfrm>
                <a:off x="8566833" y="5982868"/>
                <a:ext cx="116640" cy="7848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EF022A2A-60CC-44C1-86B9-36E2E9F323E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548833" y="5965228"/>
                  <a:ext cx="1522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C1ABC473-5D04-4353-B2BF-A75ADF68C95C}"/>
                    </a:ext>
                  </a:extLst>
                </p14:cNvPr>
                <p14:cNvContentPartPr/>
                <p14:nvPr/>
              </p14:nvContentPartPr>
              <p14:xfrm>
                <a:off x="8770953" y="5983588"/>
                <a:ext cx="89280" cy="9108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C1ABC473-5D04-4353-B2BF-A75ADF68C95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753313" y="5965588"/>
                  <a:ext cx="124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FF9C61FC-DEAA-43CB-8168-D02465C6276C}"/>
                    </a:ext>
                  </a:extLst>
                </p14:cNvPr>
                <p14:cNvContentPartPr/>
                <p14:nvPr/>
              </p14:nvContentPartPr>
              <p14:xfrm>
                <a:off x="8804433" y="6018508"/>
                <a:ext cx="83880" cy="168120"/>
              </p14:xfrm>
            </p:contentPart>
          </mc:Choice>
          <mc:Fallback xmlns=""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FF9C61FC-DEAA-43CB-8168-D02465C6276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786793" y="6000868"/>
                  <a:ext cx="1195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125CF683-BC69-4DD3-B811-78EEE117A672}"/>
                    </a:ext>
                  </a:extLst>
                </p14:cNvPr>
                <p14:cNvContentPartPr/>
                <p14:nvPr/>
              </p14:nvContentPartPr>
              <p14:xfrm>
                <a:off x="8983353" y="5961268"/>
                <a:ext cx="73440" cy="12276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125CF683-BC69-4DD3-B811-78EEE117A67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965713" y="5943268"/>
                  <a:ext cx="109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DAD2A768-0EAF-43C9-A3C1-C0E66FF627A6}"/>
                    </a:ext>
                  </a:extLst>
                </p14:cNvPr>
                <p14:cNvContentPartPr/>
                <p14:nvPr/>
              </p14:nvContentPartPr>
              <p14:xfrm>
                <a:off x="9134553" y="5876668"/>
                <a:ext cx="53640" cy="186120"/>
              </p14:xfrm>
            </p:contentPart>
          </mc:Choice>
          <mc:Fallback xmlns=""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DAD2A768-0EAF-43C9-A3C1-C0E66FF627A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116913" y="5858668"/>
                  <a:ext cx="89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03A397B3-0D6B-40A4-A4F3-612651130DA7}"/>
                    </a:ext>
                  </a:extLst>
                </p14:cNvPr>
                <p14:cNvContentPartPr/>
                <p14:nvPr/>
              </p14:nvContentPartPr>
              <p14:xfrm>
                <a:off x="9338673" y="5963788"/>
                <a:ext cx="73800" cy="91440"/>
              </p14:xfrm>
            </p:contentPart>
          </mc:Choice>
          <mc:Fallback xmlns=""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03A397B3-0D6B-40A4-A4F3-612651130DA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321033" y="5946148"/>
                  <a:ext cx="109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B54412B6-E8B1-41A7-AE7A-CE5D0B271E61}"/>
                    </a:ext>
                  </a:extLst>
                </p14:cNvPr>
                <p14:cNvContentPartPr/>
                <p14:nvPr/>
              </p14:nvContentPartPr>
              <p14:xfrm>
                <a:off x="9536313" y="5992228"/>
                <a:ext cx="51840" cy="106200"/>
              </p14:xfrm>
            </p:contentPart>
          </mc:Choice>
          <mc:Fallback xmlns=""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B54412B6-E8B1-41A7-AE7A-CE5D0B271E6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18313" y="5974588"/>
                  <a:ext cx="8748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Agrupar 233">
            <a:extLst>
              <a:ext uri="{FF2B5EF4-FFF2-40B4-BE49-F238E27FC236}">
                <a16:creationId xmlns:a16="http://schemas.microsoft.com/office/drawing/2014/main" id="{266FA22B-3ECD-4472-8317-4E69809CDE57}"/>
              </a:ext>
            </a:extLst>
          </p:cNvPr>
          <p:cNvGrpSpPr/>
          <p:nvPr/>
        </p:nvGrpSpPr>
        <p:grpSpPr>
          <a:xfrm>
            <a:off x="9915033" y="5779108"/>
            <a:ext cx="1227240" cy="361440"/>
            <a:chOff x="9915033" y="5779108"/>
            <a:chExt cx="122724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14A568BC-7EFC-4517-A71E-BDCE6F36F02A}"/>
                    </a:ext>
                  </a:extLst>
                </p14:cNvPr>
                <p14:cNvContentPartPr/>
                <p14:nvPr/>
              </p14:nvContentPartPr>
              <p14:xfrm>
                <a:off x="9915033" y="5929588"/>
                <a:ext cx="79920" cy="7236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14A568BC-7EFC-4517-A71E-BDCE6F36F02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897033" y="5911948"/>
                  <a:ext cx="1155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4ACCB023-7C50-4EB6-839C-D12196083754}"/>
                    </a:ext>
                  </a:extLst>
                </p14:cNvPr>
                <p14:cNvContentPartPr/>
                <p14:nvPr/>
              </p14:nvContentPartPr>
              <p14:xfrm>
                <a:off x="10049313" y="5796748"/>
                <a:ext cx="152280" cy="21204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4ACCB023-7C50-4EB6-839C-D1219608375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031673" y="5779108"/>
                  <a:ext cx="1879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2D6862FD-5BF3-40A3-A399-0F226D074573}"/>
                    </a:ext>
                  </a:extLst>
                </p14:cNvPr>
                <p14:cNvContentPartPr/>
                <p14:nvPr/>
              </p14:nvContentPartPr>
              <p14:xfrm>
                <a:off x="10274313" y="5933188"/>
                <a:ext cx="57600" cy="87480"/>
              </p14:xfrm>
            </p:contentPart>
          </mc:Choice>
          <mc:Fallback xmlns=""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2D6862FD-5BF3-40A3-A399-0F226D07457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256313" y="5915188"/>
                  <a:ext cx="93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836167AF-44FD-4988-8B98-F0A7ACC099E5}"/>
                    </a:ext>
                  </a:extLst>
                </p14:cNvPr>
                <p14:cNvContentPartPr/>
                <p14:nvPr/>
              </p14:nvContentPartPr>
              <p14:xfrm>
                <a:off x="10422273" y="5913028"/>
                <a:ext cx="97920" cy="8028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836167AF-44FD-4988-8B98-F0A7ACC099E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404273" y="5895388"/>
                  <a:ext cx="133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220E5143-29A0-488E-8AB4-E772757774BD}"/>
                    </a:ext>
                  </a:extLst>
                </p14:cNvPr>
                <p14:cNvContentPartPr/>
                <p14:nvPr/>
              </p14:nvContentPartPr>
              <p14:xfrm>
                <a:off x="10448553" y="5956588"/>
                <a:ext cx="82440" cy="18396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220E5143-29A0-488E-8AB4-E772757774B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430553" y="5938948"/>
                  <a:ext cx="1180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C413E758-C2B3-4177-A263-D8481184AA13}"/>
                    </a:ext>
                  </a:extLst>
                </p14:cNvPr>
                <p14:cNvContentPartPr/>
                <p14:nvPr/>
              </p14:nvContentPartPr>
              <p14:xfrm>
                <a:off x="10581753" y="5938948"/>
                <a:ext cx="149760" cy="6444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C413E758-C2B3-4177-A263-D8481184AA1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564113" y="5920948"/>
                  <a:ext cx="185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9269C752-C06A-4F44-A3F7-2FC05C792F1D}"/>
                    </a:ext>
                  </a:extLst>
                </p14:cNvPr>
                <p14:cNvContentPartPr/>
                <p14:nvPr/>
              </p14:nvContentPartPr>
              <p14:xfrm>
                <a:off x="10803153" y="5938948"/>
                <a:ext cx="63720" cy="73080"/>
              </p14:xfrm>
            </p:contentPart>
          </mc:Choice>
          <mc:Fallback xmlns=""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9269C752-C06A-4F44-A3F7-2FC05C792F1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785153" y="5921308"/>
                  <a:ext cx="99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EDAA78C9-A556-4D5B-A29C-383A539E2AEE}"/>
                    </a:ext>
                  </a:extLst>
                </p14:cNvPr>
                <p14:cNvContentPartPr/>
                <p14:nvPr/>
              </p14:nvContentPartPr>
              <p14:xfrm>
                <a:off x="10821513" y="5779108"/>
                <a:ext cx="63000" cy="21240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EDAA78C9-A556-4D5B-A29C-383A539E2AE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803513" y="5761468"/>
                  <a:ext cx="986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B6A131CD-5547-46F4-9B27-8A8B917A734A}"/>
                    </a:ext>
                  </a:extLst>
                </p14:cNvPr>
                <p14:cNvContentPartPr/>
                <p14:nvPr/>
              </p14:nvContentPartPr>
              <p14:xfrm>
                <a:off x="10965153" y="5956228"/>
                <a:ext cx="177120" cy="7092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B6A131CD-5547-46F4-9B27-8A8B917A734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947513" y="5938588"/>
                  <a:ext cx="212760" cy="10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35" name="Tinta 234">
                <a:extLst>
                  <a:ext uri="{FF2B5EF4-FFF2-40B4-BE49-F238E27FC236}">
                    <a16:creationId xmlns:a16="http://schemas.microsoft.com/office/drawing/2014/main" id="{4FF70843-1BDF-4175-A94E-AFF3C2EB2EEB}"/>
                  </a:ext>
                </a:extLst>
              </p14:cNvPr>
              <p14:cNvContentPartPr/>
              <p14:nvPr/>
            </p14:nvContentPartPr>
            <p14:xfrm>
              <a:off x="9495993" y="6293908"/>
              <a:ext cx="152640" cy="107640"/>
            </p14:xfrm>
          </p:contentPart>
        </mc:Choice>
        <mc:Fallback xmlns="">
          <p:pic>
            <p:nvPicPr>
              <p:cNvPr id="235" name="Tinta 234">
                <a:extLst>
                  <a:ext uri="{FF2B5EF4-FFF2-40B4-BE49-F238E27FC236}">
                    <a16:creationId xmlns:a16="http://schemas.microsoft.com/office/drawing/2014/main" id="{4FF70843-1BDF-4175-A94E-AFF3C2EB2EEB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9478353" y="6275908"/>
                <a:ext cx="18828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Agrupar 243">
            <a:extLst>
              <a:ext uri="{FF2B5EF4-FFF2-40B4-BE49-F238E27FC236}">
                <a16:creationId xmlns:a16="http://schemas.microsoft.com/office/drawing/2014/main" id="{3EC568C7-B19B-45BB-ADF3-77548A27DB08}"/>
              </a:ext>
            </a:extLst>
          </p:cNvPr>
          <p:cNvGrpSpPr/>
          <p:nvPr/>
        </p:nvGrpSpPr>
        <p:grpSpPr>
          <a:xfrm>
            <a:off x="9903513" y="6152068"/>
            <a:ext cx="1006560" cy="204120"/>
            <a:chOff x="9903513" y="6152068"/>
            <a:chExt cx="100656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1A67D20A-F9B8-402C-81CF-DECD07170A01}"/>
                    </a:ext>
                  </a:extLst>
                </p14:cNvPr>
                <p14:cNvContentPartPr/>
                <p14:nvPr/>
              </p14:nvContentPartPr>
              <p14:xfrm>
                <a:off x="9903513" y="6267268"/>
                <a:ext cx="136080" cy="8856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1A67D20A-F9B8-402C-81CF-DECD07170A0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885873" y="6249628"/>
                  <a:ext cx="171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86A0E36C-6248-4063-9E7A-076A666EFA29}"/>
                    </a:ext>
                  </a:extLst>
                </p14:cNvPr>
                <p14:cNvContentPartPr/>
                <p14:nvPr/>
              </p14:nvContentPartPr>
              <p14:xfrm>
                <a:off x="10112313" y="6262948"/>
                <a:ext cx="153360" cy="8100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86A0E36C-6248-4063-9E7A-076A666EFA2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094673" y="6244948"/>
                  <a:ext cx="1890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924B7877-1B11-4E65-BF0D-45BEF3B23DB3}"/>
                    </a:ext>
                  </a:extLst>
                </p14:cNvPr>
                <p14:cNvContentPartPr/>
                <p14:nvPr/>
              </p14:nvContentPartPr>
              <p14:xfrm>
                <a:off x="10333353" y="6267268"/>
                <a:ext cx="59040" cy="5940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924B7877-1B11-4E65-BF0D-45BEF3B23DB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315353" y="6249628"/>
                  <a:ext cx="94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0DF529A1-A673-432F-8393-045D130FAC79}"/>
                    </a:ext>
                  </a:extLst>
                </p14:cNvPr>
                <p14:cNvContentPartPr/>
                <p14:nvPr/>
              </p14:nvContentPartPr>
              <p14:xfrm>
                <a:off x="10341993" y="6158908"/>
                <a:ext cx="57240" cy="28800"/>
              </p14:xfrm>
            </p:contentPart>
          </mc:Choice>
          <mc:Fallback xmlns=""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0DF529A1-A673-432F-8393-045D130FAC7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324353" y="6141268"/>
                  <a:ext cx="92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C90AC374-6DA5-4BCB-9C20-F7EB180029BC}"/>
                    </a:ext>
                  </a:extLst>
                </p14:cNvPr>
                <p14:cNvContentPartPr/>
                <p14:nvPr/>
              </p14:nvContentPartPr>
              <p14:xfrm>
                <a:off x="10522353" y="6258268"/>
                <a:ext cx="85680" cy="55800"/>
              </p14:xfrm>
            </p:contentPart>
          </mc:Choice>
          <mc:Fallback xmlns=""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C90AC374-6DA5-4BCB-9C20-F7EB180029B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504713" y="6240628"/>
                  <a:ext cx="121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C80DC7D7-286F-4330-8E64-D2C516A39C8C}"/>
                    </a:ext>
                  </a:extLst>
                </p14:cNvPr>
                <p14:cNvContentPartPr/>
                <p14:nvPr/>
              </p14:nvContentPartPr>
              <p14:xfrm>
                <a:off x="10599753" y="6152068"/>
                <a:ext cx="9720" cy="141120"/>
              </p14:xfrm>
            </p:contentPart>
          </mc:Choice>
          <mc:Fallback xmlns=""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C80DC7D7-286F-4330-8E64-D2C516A39C8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581753" y="6134068"/>
                  <a:ext cx="45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7AC718DE-A0A8-40D1-B79D-64962B95400D}"/>
                    </a:ext>
                  </a:extLst>
                </p14:cNvPr>
                <p14:cNvContentPartPr/>
                <p14:nvPr/>
              </p14:nvContentPartPr>
              <p14:xfrm>
                <a:off x="10698753" y="6249268"/>
                <a:ext cx="211320" cy="106920"/>
              </p14:xfrm>
            </p:contentPart>
          </mc:Choice>
          <mc:Fallback xmlns=""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7AC718DE-A0A8-40D1-B79D-64962B95400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681113" y="6231628"/>
                  <a:ext cx="24696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43" name="Tinta 242">
                <a:extLst>
                  <a:ext uri="{FF2B5EF4-FFF2-40B4-BE49-F238E27FC236}">
                    <a16:creationId xmlns:a16="http://schemas.microsoft.com/office/drawing/2014/main" id="{45C3FA17-AA27-4AA0-90D1-2C1F0B6C22F4}"/>
                  </a:ext>
                </a:extLst>
              </p14:cNvPr>
              <p14:cNvContentPartPr/>
              <p14:nvPr/>
            </p14:nvContentPartPr>
            <p14:xfrm>
              <a:off x="11078913" y="6365188"/>
              <a:ext cx="3960" cy="360"/>
            </p14:xfrm>
          </p:contentPart>
        </mc:Choice>
        <mc:Fallback xmlns="">
          <p:pic>
            <p:nvPicPr>
              <p:cNvPr id="243" name="Tinta 242">
                <a:extLst>
                  <a:ext uri="{FF2B5EF4-FFF2-40B4-BE49-F238E27FC236}">
                    <a16:creationId xmlns:a16="http://schemas.microsoft.com/office/drawing/2014/main" id="{45C3FA17-AA27-4AA0-90D1-2C1F0B6C22F4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1061273" y="6347188"/>
                <a:ext cx="39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56" name="Tinta 255">
                <a:extLst>
                  <a:ext uri="{FF2B5EF4-FFF2-40B4-BE49-F238E27FC236}">
                    <a16:creationId xmlns:a16="http://schemas.microsoft.com/office/drawing/2014/main" id="{249B424B-3694-442C-B31B-E0262EB2F4F1}"/>
                  </a:ext>
                </a:extLst>
              </p14:cNvPr>
              <p14:cNvContentPartPr/>
              <p14:nvPr/>
            </p14:nvContentPartPr>
            <p14:xfrm>
              <a:off x="10049313" y="3435508"/>
              <a:ext cx="360" cy="3960"/>
            </p14:xfrm>
          </p:contentPart>
        </mc:Choice>
        <mc:Fallback xmlns="">
          <p:pic>
            <p:nvPicPr>
              <p:cNvPr id="256" name="Tinta 255">
                <a:extLst>
                  <a:ext uri="{FF2B5EF4-FFF2-40B4-BE49-F238E27FC236}">
                    <a16:creationId xmlns:a16="http://schemas.microsoft.com/office/drawing/2014/main" id="{249B424B-3694-442C-B31B-E0262EB2F4F1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0031673" y="3417508"/>
                <a:ext cx="360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Agrupar 266">
            <a:extLst>
              <a:ext uri="{FF2B5EF4-FFF2-40B4-BE49-F238E27FC236}">
                <a16:creationId xmlns:a16="http://schemas.microsoft.com/office/drawing/2014/main" id="{B116AD44-3713-4291-8749-B81D2A5EDFDC}"/>
              </a:ext>
            </a:extLst>
          </p:cNvPr>
          <p:cNvGrpSpPr/>
          <p:nvPr/>
        </p:nvGrpSpPr>
        <p:grpSpPr>
          <a:xfrm>
            <a:off x="9035193" y="3585988"/>
            <a:ext cx="1250280" cy="294120"/>
            <a:chOff x="9035193" y="3585988"/>
            <a:chExt cx="125028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E2A161A8-2470-4BB9-B50D-C881FB0E0D8D}"/>
                    </a:ext>
                  </a:extLst>
                </p14:cNvPr>
                <p14:cNvContentPartPr/>
                <p14:nvPr/>
              </p14:nvContentPartPr>
              <p14:xfrm>
                <a:off x="9035193" y="3682468"/>
                <a:ext cx="214560" cy="18468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E2A161A8-2470-4BB9-B50D-C881FB0E0D8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017193" y="3664468"/>
                  <a:ext cx="2502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6B10FC8B-AF92-4F11-825B-1DB375454CA3}"/>
                    </a:ext>
                  </a:extLst>
                </p14:cNvPr>
                <p14:cNvContentPartPr/>
                <p14:nvPr/>
              </p14:nvContentPartPr>
              <p14:xfrm>
                <a:off x="9304473" y="3759508"/>
                <a:ext cx="125640" cy="91080"/>
              </p14:xfrm>
            </p:contentPart>
          </mc:Choice>
          <mc:Fallback xmlns=""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6B10FC8B-AF92-4F11-825B-1DB375454CA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286473" y="3741868"/>
                  <a:ext cx="161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6009CB80-20BA-4572-B2D7-79E58E55869B}"/>
                    </a:ext>
                  </a:extLst>
                </p14:cNvPr>
                <p14:cNvContentPartPr/>
                <p14:nvPr/>
              </p14:nvContentPartPr>
              <p14:xfrm>
                <a:off x="9542793" y="3753028"/>
                <a:ext cx="102240" cy="11880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6009CB80-20BA-4572-B2D7-79E58E55869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525153" y="3735388"/>
                  <a:ext cx="137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D6AB4E8E-F1A3-4C68-8A01-0B8F0B0406A3}"/>
                    </a:ext>
                  </a:extLst>
                </p14:cNvPr>
                <p14:cNvContentPartPr/>
                <p14:nvPr/>
              </p14:nvContentPartPr>
              <p14:xfrm>
                <a:off x="9765993" y="3790468"/>
                <a:ext cx="131400" cy="8964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D6AB4E8E-F1A3-4C68-8A01-0B8F0B0406A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748353" y="3772828"/>
                  <a:ext cx="167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CCC80E7D-3A30-4252-A1ED-82F8725297E3}"/>
                    </a:ext>
                  </a:extLst>
                </p14:cNvPr>
                <p14:cNvContentPartPr/>
                <p14:nvPr/>
              </p14:nvContentPartPr>
              <p14:xfrm>
                <a:off x="9738633" y="3585988"/>
                <a:ext cx="46080" cy="212760"/>
              </p14:xfrm>
            </p:contentPart>
          </mc:Choice>
          <mc:Fallback xmlns=""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CCC80E7D-3A30-4252-A1ED-82F8725297E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720633" y="3568348"/>
                  <a:ext cx="817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744F3BF3-763E-4F13-AB2C-2C55BA9DB0B4}"/>
                    </a:ext>
                  </a:extLst>
                </p14:cNvPr>
                <p14:cNvContentPartPr/>
                <p14:nvPr/>
              </p14:nvContentPartPr>
              <p14:xfrm>
                <a:off x="9996033" y="3756628"/>
                <a:ext cx="83880" cy="84240"/>
              </p14:xfrm>
            </p:contentPart>
          </mc:Choice>
          <mc:Fallback xmlns=""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744F3BF3-763E-4F13-AB2C-2C55BA9DB0B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978393" y="3738628"/>
                  <a:ext cx="119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E2B017D1-4F00-4CD6-A0B5-042D8C7312CE}"/>
                    </a:ext>
                  </a:extLst>
                </p14:cNvPr>
                <p14:cNvContentPartPr/>
                <p14:nvPr/>
              </p14:nvContentPartPr>
              <p14:xfrm>
                <a:off x="10150113" y="3772828"/>
                <a:ext cx="135360" cy="107280"/>
              </p14:xfrm>
            </p:contentPart>
          </mc:Choice>
          <mc:Fallback xmlns=""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E2B017D1-4F00-4CD6-A0B5-042D8C7312C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132473" y="3754828"/>
                  <a:ext cx="171000" cy="14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65" name="Tinta 264">
                <a:extLst>
                  <a:ext uri="{FF2B5EF4-FFF2-40B4-BE49-F238E27FC236}">
                    <a16:creationId xmlns:a16="http://schemas.microsoft.com/office/drawing/2014/main" id="{752800B4-C88B-443A-96DE-0749E652DF1C}"/>
                  </a:ext>
                </a:extLst>
              </p14:cNvPr>
              <p14:cNvContentPartPr/>
              <p14:nvPr/>
            </p14:nvContentPartPr>
            <p14:xfrm>
              <a:off x="10539633" y="3692908"/>
              <a:ext cx="130320" cy="144000"/>
            </p14:xfrm>
          </p:contentPart>
        </mc:Choice>
        <mc:Fallback xmlns="">
          <p:pic>
            <p:nvPicPr>
              <p:cNvPr id="265" name="Tinta 264">
                <a:extLst>
                  <a:ext uri="{FF2B5EF4-FFF2-40B4-BE49-F238E27FC236}">
                    <a16:creationId xmlns:a16="http://schemas.microsoft.com/office/drawing/2014/main" id="{752800B4-C88B-443A-96DE-0749E652DF1C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10521633" y="3674908"/>
                <a:ext cx="1659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66" name="Tinta 265">
                <a:extLst>
                  <a:ext uri="{FF2B5EF4-FFF2-40B4-BE49-F238E27FC236}">
                    <a16:creationId xmlns:a16="http://schemas.microsoft.com/office/drawing/2014/main" id="{1F7BC23C-DB27-4A57-87CA-FA96D91F5D07}"/>
                  </a:ext>
                </a:extLst>
              </p14:cNvPr>
              <p14:cNvContentPartPr/>
              <p14:nvPr/>
            </p14:nvContentPartPr>
            <p14:xfrm>
              <a:off x="10564113" y="3927988"/>
              <a:ext cx="19800" cy="15480"/>
            </p14:xfrm>
          </p:contentPart>
        </mc:Choice>
        <mc:Fallback xmlns="">
          <p:pic>
            <p:nvPicPr>
              <p:cNvPr id="266" name="Tinta 265">
                <a:extLst>
                  <a:ext uri="{FF2B5EF4-FFF2-40B4-BE49-F238E27FC236}">
                    <a16:creationId xmlns:a16="http://schemas.microsoft.com/office/drawing/2014/main" id="{1F7BC23C-DB27-4A57-87CA-FA96D91F5D07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0546113" y="3910348"/>
                <a:ext cx="55440" cy="5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0" name="Agrupar 269">
            <a:extLst>
              <a:ext uri="{FF2B5EF4-FFF2-40B4-BE49-F238E27FC236}">
                <a16:creationId xmlns:a16="http://schemas.microsoft.com/office/drawing/2014/main" id="{A88696B0-AAE0-4B8D-AB9C-8D7ABF171211}"/>
              </a:ext>
            </a:extLst>
          </p:cNvPr>
          <p:cNvGrpSpPr/>
          <p:nvPr/>
        </p:nvGrpSpPr>
        <p:grpSpPr>
          <a:xfrm>
            <a:off x="8685993" y="3621628"/>
            <a:ext cx="200520" cy="205560"/>
            <a:chOff x="8685993" y="3621628"/>
            <a:chExt cx="20052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95F50E20-E666-4411-9E0F-B5B6F9EDB115}"/>
                    </a:ext>
                  </a:extLst>
                </p14:cNvPr>
                <p14:cNvContentPartPr/>
                <p14:nvPr/>
              </p14:nvContentPartPr>
              <p14:xfrm>
                <a:off x="8685993" y="3697948"/>
                <a:ext cx="91080" cy="129240"/>
              </p14:xfrm>
            </p:contentPart>
          </mc:Choice>
          <mc:Fallback xmlns=""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95F50E20-E666-4411-9E0F-B5B6F9EDB11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667993" y="3679948"/>
                  <a:ext cx="1267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3658CCC1-C841-4BD2-91C3-6EC9467B5754}"/>
                    </a:ext>
                  </a:extLst>
                </p14:cNvPr>
                <p14:cNvContentPartPr/>
                <p14:nvPr/>
              </p14:nvContentPartPr>
              <p14:xfrm>
                <a:off x="8841873" y="3621628"/>
                <a:ext cx="44640" cy="203400"/>
              </p14:xfrm>
            </p:contentPart>
          </mc:Choice>
          <mc:Fallback xmlns=""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3658CCC1-C841-4BD2-91C3-6EC9467B575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823873" y="3603988"/>
                  <a:ext cx="8028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8690A916-B331-4406-80E9-42145E26816A}"/>
              </a:ext>
            </a:extLst>
          </p:cNvPr>
          <p:cNvGrpSpPr/>
          <p:nvPr/>
        </p:nvGrpSpPr>
        <p:grpSpPr>
          <a:xfrm>
            <a:off x="8388633" y="4616308"/>
            <a:ext cx="223560" cy="228960"/>
            <a:chOff x="8388633" y="4616308"/>
            <a:chExt cx="22356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CF491466-233B-4F6B-BAD9-7A7E8C433E04}"/>
                    </a:ext>
                  </a:extLst>
                </p14:cNvPr>
                <p14:cNvContentPartPr/>
                <p14:nvPr/>
              </p14:nvContentPartPr>
              <p14:xfrm>
                <a:off x="8388633" y="4686148"/>
                <a:ext cx="96120" cy="108000"/>
              </p14:xfrm>
            </p:contentPart>
          </mc:Choice>
          <mc:Fallback xmlns=""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CF491466-233B-4F6B-BAD9-7A7E8C433E0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370993" y="4668508"/>
                  <a:ext cx="131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C61FFD0F-5321-4629-9B6C-5E20AA5AA319}"/>
                    </a:ext>
                  </a:extLst>
                </p14:cNvPr>
                <p14:cNvContentPartPr/>
                <p14:nvPr/>
              </p14:nvContentPartPr>
              <p14:xfrm>
                <a:off x="8557833" y="4616308"/>
                <a:ext cx="54360" cy="228960"/>
              </p14:xfrm>
            </p:contentPart>
          </mc:Choice>
          <mc:Fallback xmlns=""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C61FFD0F-5321-4629-9B6C-5E20AA5AA31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540193" y="4598308"/>
                  <a:ext cx="9000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Agrupar 280">
            <a:extLst>
              <a:ext uri="{FF2B5EF4-FFF2-40B4-BE49-F238E27FC236}">
                <a16:creationId xmlns:a16="http://schemas.microsoft.com/office/drawing/2014/main" id="{C0340461-4ED1-4180-B86D-D8B4EB3C6E0B}"/>
              </a:ext>
            </a:extLst>
          </p:cNvPr>
          <p:cNvGrpSpPr/>
          <p:nvPr/>
        </p:nvGrpSpPr>
        <p:grpSpPr>
          <a:xfrm>
            <a:off x="8818113" y="4563028"/>
            <a:ext cx="627840" cy="284400"/>
            <a:chOff x="8818113" y="4563028"/>
            <a:chExt cx="62784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34B2E572-8A74-4A7C-926D-809DFA695492}"/>
                    </a:ext>
                  </a:extLst>
                </p14:cNvPr>
                <p14:cNvContentPartPr/>
                <p14:nvPr/>
              </p14:nvContentPartPr>
              <p14:xfrm>
                <a:off x="8868153" y="4633588"/>
                <a:ext cx="124920" cy="144720"/>
              </p14:xfrm>
            </p:contentPart>
          </mc:Choice>
          <mc:Fallback xmlns=""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34B2E572-8A74-4A7C-926D-809DFA69549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850513" y="4615948"/>
                  <a:ext cx="160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21120A4E-1A93-4518-AADE-9D8481D77378}"/>
                    </a:ext>
                  </a:extLst>
                </p14:cNvPr>
                <p14:cNvContentPartPr/>
                <p14:nvPr/>
              </p14:nvContentPartPr>
              <p14:xfrm>
                <a:off x="8818113" y="4616308"/>
                <a:ext cx="174960" cy="172440"/>
              </p14:xfrm>
            </p:contentPart>
          </mc:Choice>
          <mc:Fallback xmlns=""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21120A4E-1A93-4518-AADE-9D8481D7737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800473" y="4598308"/>
                  <a:ext cx="210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1B3F0C74-1E0A-49B6-9E71-04302C440C37}"/>
                    </a:ext>
                  </a:extLst>
                </p14:cNvPr>
                <p14:cNvContentPartPr/>
                <p14:nvPr/>
              </p14:nvContentPartPr>
              <p14:xfrm>
                <a:off x="9115833" y="4669228"/>
                <a:ext cx="73800" cy="178200"/>
              </p14:xfrm>
            </p:contentPart>
          </mc:Choice>
          <mc:Fallback xmlns=""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1B3F0C74-1E0A-49B6-9E71-04302C440C3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098193" y="4651588"/>
                  <a:ext cx="109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AA2E912B-4BD7-49A9-B782-B67C731EECFC}"/>
                    </a:ext>
                  </a:extLst>
                </p14:cNvPr>
                <p14:cNvContentPartPr/>
                <p14:nvPr/>
              </p14:nvContentPartPr>
              <p14:xfrm>
                <a:off x="9156153" y="4563028"/>
                <a:ext cx="5760" cy="16200"/>
              </p14:xfrm>
            </p:contentPart>
          </mc:Choice>
          <mc:Fallback xmlns=""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AA2E912B-4BD7-49A9-B782-B67C731EECF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138153" y="4545028"/>
                  <a:ext cx="41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D178A1F1-CFD3-4EDD-8B8A-8F465C2A1913}"/>
                    </a:ext>
                  </a:extLst>
                </p14:cNvPr>
                <p14:cNvContentPartPr/>
                <p14:nvPr/>
              </p14:nvContentPartPr>
              <p14:xfrm>
                <a:off x="9286113" y="4651228"/>
                <a:ext cx="159840" cy="117000"/>
              </p14:xfrm>
            </p:contentPart>
          </mc:Choice>
          <mc:Fallback xmlns=""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D178A1F1-CFD3-4EDD-8B8A-8F465C2A191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268473" y="4633588"/>
                  <a:ext cx="19548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80" name="Tinta 279">
                <a:extLst>
                  <a:ext uri="{FF2B5EF4-FFF2-40B4-BE49-F238E27FC236}">
                    <a16:creationId xmlns:a16="http://schemas.microsoft.com/office/drawing/2014/main" id="{AC52C984-DC71-4DED-892B-CD7ADC89E89D}"/>
                  </a:ext>
                </a:extLst>
              </p14:cNvPr>
              <p14:cNvContentPartPr/>
              <p14:nvPr/>
            </p14:nvContentPartPr>
            <p14:xfrm>
              <a:off x="9702273" y="4580668"/>
              <a:ext cx="60120" cy="191520"/>
            </p14:xfrm>
          </p:contentPart>
        </mc:Choice>
        <mc:Fallback xmlns="">
          <p:pic>
            <p:nvPicPr>
              <p:cNvPr id="280" name="Tinta 279">
                <a:extLst>
                  <a:ext uri="{FF2B5EF4-FFF2-40B4-BE49-F238E27FC236}">
                    <a16:creationId xmlns:a16="http://schemas.microsoft.com/office/drawing/2014/main" id="{AC52C984-DC71-4DED-892B-CD7ADC89E89D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9684633" y="4562668"/>
                <a:ext cx="9576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0" name="Agrupar 289">
            <a:extLst>
              <a:ext uri="{FF2B5EF4-FFF2-40B4-BE49-F238E27FC236}">
                <a16:creationId xmlns:a16="http://schemas.microsoft.com/office/drawing/2014/main" id="{B9BA1A5C-9A70-474C-A9E7-0B30B87472C3}"/>
              </a:ext>
            </a:extLst>
          </p:cNvPr>
          <p:cNvGrpSpPr/>
          <p:nvPr/>
        </p:nvGrpSpPr>
        <p:grpSpPr>
          <a:xfrm>
            <a:off x="9853833" y="4482748"/>
            <a:ext cx="853200" cy="278640"/>
            <a:chOff x="9853833" y="4482748"/>
            <a:chExt cx="85320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1A313426-1CA9-4D43-BF7B-40E69AF0E997}"/>
                    </a:ext>
                  </a:extLst>
                </p14:cNvPr>
                <p14:cNvContentPartPr/>
                <p14:nvPr/>
              </p14:nvContentPartPr>
              <p14:xfrm>
                <a:off x="9853833" y="4607308"/>
                <a:ext cx="18000" cy="75240"/>
              </p14:xfrm>
            </p:contentPart>
          </mc:Choice>
          <mc:Fallback xmlns=""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1A313426-1CA9-4D43-BF7B-40E69AF0E99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836193" y="4589668"/>
                  <a:ext cx="53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FFD8227D-EE58-4F86-911C-6868F7F362EA}"/>
                    </a:ext>
                  </a:extLst>
                </p14:cNvPr>
                <p14:cNvContentPartPr/>
                <p14:nvPr/>
              </p14:nvContentPartPr>
              <p14:xfrm>
                <a:off x="9883713" y="4571668"/>
                <a:ext cx="79920" cy="128520"/>
              </p14:xfrm>
            </p:contentPart>
          </mc:Choice>
          <mc:Fallback xmlns=""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FFD8227D-EE58-4F86-911C-6868F7F362E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865713" y="4553668"/>
                  <a:ext cx="115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AAB01699-6468-464B-A724-556A3BD4CC9B}"/>
                    </a:ext>
                  </a:extLst>
                </p14:cNvPr>
                <p14:cNvContentPartPr/>
                <p14:nvPr/>
              </p14:nvContentPartPr>
              <p14:xfrm>
                <a:off x="10049313" y="4631788"/>
                <a:ext cx="70560" cy="59040"/>
              </p14:xfrm>
            </p:contentPart>
          </mc:Choice>
          <mc:Fallback xmlns=""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AAB01699-6468-464B-A724-556A3BD4CC9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031673" y="4614148"/>
                  <a:ext cx="1062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7743E1CE-A459-4A34-9440-970E76D84E5C}"/>
                    </a:ext>
                  </a:extLst>
                </p14:cNvPr>
                <p14:cNvContentPartPr/>
                <p14:nvPr/>
              </p14:nvContentPartPr>
              <p14:xfrm>
                <a:off x="10209153" y="4617388"/>
                <a:ext cx="102600" cy="62280"/>
              </p14:xfrm>
            </p:contentPart>
          </mc:Choice>
          <mc:Fallback xmlns=""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7743E1CE-A459-4A34-9440-970E76D84E5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191153" y="4599748"/>
                  <a:ext cx="138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6E3F40B0-E466-472C-BA5B-4F59CA9C5BFB}"/>
                    </a:ext>
                  </a:extLst>
                </p14:cNvPr>
                <p14:cNvContentPartPr/>
                <p14:nvPr/>
              </p14:nvContentPartPr>
              <p14:xfrm>
                <a:off x="10403913" y="4482748"/>
                <a:ext cx="9720" cy="230400"/>
              </p14:xfrm>
            </p:contentPart>
          </mc:Choice>
          <mc:Fallback xmlns=""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6E3F40B0-E466-472C-BA5B-4F59CA9C5BF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385913" y="4465108"/>
                  <a:ext cx="453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5E7B74FB-B3FB-46C7-8127-017BE16BBD09}"/>
                    </a:ext>
                  </a:extLst>
                </p14:cNvPr>
                <p14:cNvContentPartPr/>
                <p14:nvPr/>
              </p14:nvContentPartPr>
              <p14:xfrm>
                <a:off x="10368993" y="4589308"/>
                <a:ext cx="114840" cy="360"/>
              </p14:xfrm>
            </p:contentPart>
          </mc:Choice>
          <mc:Fallback xmlns=""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5E7B74FB-B3FB-46C7-8127-017BE16BBD0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350993" y="4571308"/>
                  <a:ext cx="150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604BE394-309E-4E3F-A945-09FA60CAED48}"/>
                    </a:ext>
                  </a:extLst>
                </p14:cNvPr>
                <p14:cNvContentPartPr/>
                <p14:nvPr/>
              </p14:nvContentPartPr>
              <p14:xfrm>
                <a:off x="10528833" y="4509748"/>
                <a:ext cx="75960" cy="172080"/>
              </p14:xfrm>
            </p:contentPart>
          </mc:Choice>
          <mc:Fallback xmlns=""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604BE394-309E-4E3F-A945-09FA60CAED4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510833" y="4491748"/>
                  <a:ext cx="111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EEE31698-757F-4E7E-AE7C-C1DC57EA04B1}"/>
                    </a:ext>
                  </a:extLst>
                </p14:cNvPr>
                <p14:cNvContentPartPr/>
                <p14:nvPr/>
              </p14:nvContentPartPr>
              <p14:xfrm>
                <a:off x="10679313" y="4491748"/>
                <a:ext cx="27720" cy="269640"/>
              </p14:xfrm>
            </p:contentPart>
          </mc:Choice>
          <mc:Fallback xmlns=""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EEE31698-757F-4E7E-AE7C-C1DC57EA04B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661313" y="4473748"/>
                  <a:ext cx="6336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Agrupar 292">
            <a:extLst>
              <a:ext uri="{FF2B5EF4-FFF2-40B4-BE49-F238E27FC236}">
                <a16:creationId xmlns:a16="http://schemas.microsoft.com/office/drawing/2014/main" id="{D010E0B4-C43F-4C07-BD87-1B5AD6DEA4A8}"/>
              </a:ext>
            </a:extLst>
          </p:cNvPr>
          <p:cNvGrpSpPr/>
          <p:nvPr/>
        </p:nvGrpSpPr>
        <p:grpSpPr>
          <a:xfrm>
            <a:off x="7927113" y="5841388"/>
            <a:ext cx="221400" cy="338040"/>
            <a:chOff x="7927113" y="5841388"/>
            <a:chExt cx="22140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87E9B053-7C55-4282-A4FD-B64F5BDA9915}"/>
                    </a:ext>
                  </a:extLst>
                </p14:cNvPr>
                <p14:cNvContentPartPr/>
                <p14:nvPr/>
              </p14:nvContentPartPr>
              <p14:xfrm>
                <a:off x="7927113" y="5911588"/>
                <a:ext cx="108000" cy="184680"/>
              </p14:xfrm>
            </p:contentPart>
          </mc:Choice>
          <mc:Fallback xmlns=""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87E9B053-7C55-4282-A4FD-B64F5BDA991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909473" y="5893588"/>
                  <a:ext cx="143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424B4242-383A-46D2-A4B8-25CE07A9D990}"/>
                    </a:ext>
                  </a:extLst>
                </p14:cNvPr>
                <p14:cNvContentPartPr/>
                <p14:nvPr/>
              </p14:nvContentPartPr>
              <p14:xfrm>
                <a:off x="8050233" y="5841388"/>
                <a:ext cx="98280" cy="338040"/>
              </p14:xfrm>
            </p:contentPart>
          </mc:Choice>
          <mc:Fallback xmlns=""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424B4242-383A-46D2-A4B8-25CE07A9D99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032593" y="5823388"/>
                  <a:ext cx="133920" cy="37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Agrupar 316">
            <a:extLst>
              <a:ext uri="{FF2B5EF4-FFF2-40B4-BE49-F238E27FC236}">
                <a16:creationId xmlns:a16="http://schemas.microsoft.com/office/drawing/2014/main" id="{A8276C83-7858-407B-93CD-A3D1E373C342}"/>
              </a:ext>
            </a:extLst>
          </p:cNvPr>
          <p:cNvGrpSpPr/>
          <p:nvPr/>
        </p:nvGrpSpPr>
        <p:grpSpPr>
          <a:xfrm>
            <a:off x="8326713" y="5354668"/>
            <a:ext cx="707400" cy="230400"/>
            <a:chOff x="8326713" y="5354668"/>
            <a:chExt cx="707400" cy="2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BE6E3545-716E-442C-BCF9-0D7A21707153}"/>
                    </a:ext>
                  </a:extLst>
                </p14:cNvPr>
                <p14:cNvContentPartPr/>
                <p14:nvPr/>
              </p14:nvContentPartPr>
              <p14:xfrm>
                <a:off x="8326713" y="5450068"/>
                <a:ext cx="29160" cy="135000"/>
              </p14:xfrm>
            </p:contentPart>
          </mc:Choice>
          <mc:Fallback xmlns=""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BE6E3545-716E-442C-BCF9-0D7A2170715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309073" y="5432428"/>
                  <a:ext cx="648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0FCA144A-7AE3-454B-A49C-4658317C0723}"/>
                    </a:ext>
                  </a:extLst>
                </p14:cNvPr>
                <p14:cNvContentPartPr/>
                <p14:nvPr/>
              </p14:nvContentPartPr>
              <p14:xfrm>
                <a:off x="8337873" y="5354668"/>
                <a:ext cx="103320" cy="98640"/>
              </p14:xfrm>
            </p:contentPart>
          </mc:Choice>
          <mc:Fallback xmlns=""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0FCA144A-7AE3-454B-A49C-4658317C072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320233" y="5337028"/>
                  <a:ext cx="138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B744D023-A16E-4B47-BADA-077E056B24E6}"/>
                    </a:ext>
                  </a:extLst>
                </p14:cNvPr>
                <p14:cNvContentPartPr/>
                <p14:nvPr/>
              </p14:nvContentPartPr>
              <p14:xfrm>
                <a:off x="8468913" y="5469148"/>
                <a:ext cx="77760" cy="71280"/>
              </p14:xfrm>
            </p:contentPart>
          </mc:Choice>
          <mc:Fallback xmlns=""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B744D023-A16E-4B47-BADA-077E056B24E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450913" y="5451508"/>
                  <a:ext cx="113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18951D56-3117-4C5C-9EC4-1B9FE5F3479F}"/>
                    </a:ext>
                  </a:extLst>
                </p14:cNvPr>
                <p14:cNvContentPartPr/>
                <p14:nvPr/>
              </p14:nvContentPartPr>
              <p14:xfrm>
                <a:off x="8628753" y="5388148"/>
                <a:ext cx="21960" cy="141480"/>
              </p14:xfrm>
            </p:contentPart>
          </mc:Choice>
          <mc:Fallback xmlns=""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18951D56-3117-4C5C-9EC4-1B9FE5F3479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610753" y="5370508"/>
                  <a:ext cx="57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ABC6188D-E42A-4568-B7D1-AE7B76A9A451}"/>
                    </a:ext>
                  </a:extLst>
                </p14:cNvPr>
                <p14:cNvContentPartPr/>
                <p14:nvPr/>
              </p14:nvContentPartPr>
              <p14:xfrm>
                <a:off x="8797233" y="5449348"/>
                <a:ext cx="63720" cy="73440"/>
              </p14:xfrm>
            </p:contentPart>
          </mc:Choice>
          <mc:Fallback xmlns=""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ABC6188D-E42A-4568-B7D1-AE7B76A9A45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779593" y="5431348"/>
                  <a:ext cx="99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982AA96F-C6A7-462A-ABBD-3D7FB903972B}"/>
                    </a:ext>
                  </a:extLst>
                </p14:cNvPr>
                <p14:cNvContentPartPr/>
                <p14:nvPr/>
              </p14:nvContentPartPr>
              <p14:xfrm>
                <a:off x="8952753" y="5450788"/>
                <a:ext cx="81360" cy="112680"/>
              </p14:xfrm>
            </p:contentPart>
          </mc:Choice>
          <mc:Fallback xmlns=""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982AA96F-C6A7-462A-ABBD-3D7FB903972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935113" y="5432788"/>
                  <a:ext cx="11700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309" name="Tinta 308">
                <a:extLst>
                  <a:ext uri="{FF2B5EF4-FFF2-40B4-BE49-F238E27FC236}">
                    <a16:creationId xmlns:a16="http://schemas.microsoft.com/office/drawing/2014/main" id="{FF081F3D-0F49-4133-9142-DE7C8BB7A0DC}"/>
                  </a:ext>
                </a:extLst>
              </p14:cNvPr>
              <p14:cNvContentPartPr/>
              <p14:nvPr/>
            </p14:nvContentPartPr>
            <p14:xfrm>
              <a:off x="9233193" y="5443948"/>
              <a:ext cx="80640" cy="112320"/>
            </p14:xfrm>
          </p:contentPart>
        </mc:Choice>
        <mc:Fallback xmlns="">
          <p:pic>
            <p:nvPicPr>
              <p:cNvPr id="309" name="Tinta 308">
                <a:extLst>
                  <a:ext uri="{FF2B5EF4-FFF2-40B4-BE49-F238E27FC236}">
                    <a16:creationId xmlns:a16="http://schemas.microsoft.com/office/drawing/2014/main" id="{FF081F3D-0F49-4133-9142-DE7C8BB7A0DC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9215553" y="5426308"/>
                <a:ext cx="116280" cy="14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6" name="Agrupar 315">
            <a:extLst>
              <a:ext uri="{FF2B5EF4-FFF2-40B4-BE49-F238E27FC236}">
                <a16:creationId xmlns:a16="http://schemas.microsoft.com/office/drawing/2014/main" id="{A2A4C79B-3DAC-4C63-8161-81CBF881714C}"/>
              </a:ext>
            </a:extLst>
          </p:cNvPr>
          <p:cNvGrpSpPr/>
          <p:nvPr/>
        </p:nvGrpSpPr>
        <p:grpSpPr>
          <a:xfrm>
            <a:off x="9551793" y="5353228"/>
            <a:ext cx="666360" cy="160560"/>
            <a:chOff x="9551793" y="5353228"/>
            <a:chExt cx="66636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4A0E4E40-8D46-4256-BC8C-E18376B15A95}"/>
                    </a:ext>
                  </a:extLst>
                </p14:cNvPr>
                <p14:cNvContentPartPr/>
                <p14:nvPr/>
              </p14:nvContentPartPr>
              <p14:xfrm>
                <a:off x="9604353" y="5353228"/>
                <a:ext cx="52560" cy="160560"/>
              </p14:xfrm>
            </p:contentPart>
          </mc:Choice>
          <mc:Fallback xmlns=""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4A0E4E40-8D46-4256-BC8C-E18376B15A9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586713" y="5335228"/>
                  <a:ext cx="88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C973BCAB-B146-4A2C-8B9E-833981C72076}"/>
                    </a:ext>
                  </a:extLst>
                </p14:cNvPr>
                <p14:cNvContentPartPr/>
                <p14:nvPr/>
              </p14:nvContentPartPr>
              <p14:xfrm>
                <a:off x="9551793" y="5432788"/>
                <a:ext cx="42480" cy="360"/>
              </p14:xfrm>
            </p:contentPart>
          </mc:Choice>
          <mc:Fallback xmlns=""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C973BCAB-B146-4A2C-8B9E-833981C7207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534153" y="5414788"/>
                  <a:ext cx="78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DF11E4C7-2CD0-4EEA-AE09-CC98CE92DC26}"/>
                    </a:ext>
                  </a:extLst>
                </p14:cNvPr>
                <p14:cNvContentPartPr/>
                <p14:nvPr/>
              </p14:nvContentPartPr>
              <p14:xfrm>
                <a:off x="9720273" y="5399308"/>
                <a:ext cx="78480" cy="96480"/>
              </p14:xfrm>
            </p:contentPart>
          </mc:Choice>
          <mc:Fallback xmlns=""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DF11E4C7-2CD0-4EEA-AE09-CC98CE92DC2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702633" y="5381668"/>
                  <a:ext cx="114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B6F6BF71-0D93-4142-85EC-98E67B9B8470}"/>
                    </a:ext>
                  </a:extLst>
                </p14:cNvPr>
                <p14:cNvContentPartPr/>
                <p14:nvPr/>
              </p14:nvContentPartPr>
              <p14:xfrm>
                <a:off x="9861393" y="5378788"/>
                <a:ext cx="43920" cy="116280"/>
              </p14:xfrm>
            </p:contentPart>
          </mc:Choice>
          <mc:Fallback xmlns=""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B6F6BF71-0D93-4142-85EC-98E67B9B847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843393" y="5361148"/>
                  <a:ext cx="79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DFF92927-2794-47BD-A4AC-ED8E838E0196}"/>
                    </a:ext>
                  </a:extLst>
                </p14:cNvPr>
                <p14:cNvContentPartPr/>
                <p14:nvPr/>
              </p14:nvContentPartPr>
              <p14:xfrm>
                <a:off x="9960393" y="5360788"/>
                <a:ext cx="124920" cy="118800"/>
              </p14:xfrm>
            </p:contentPart>
          </mc:Choice>
          <mc:Fallback xmlns=""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DFF92927-2794-47BD-A4AC-ED8E838E019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942393" y="5343148"/>
                  <a:ext cx="160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D306B80D-51AD-4F39-8CB7-E58783C89B86}"/>
                    </a:ext>
                  </a:extLst>
                </p14:cNvPr>
                <p14:cNvContentPartPr/>
                <p14:nvPr/>
              </p14:nvContentPartPr>
              <p14:xfrm>
                <a:off x="10163433" y="5388148"/>
                <a:ext cx="54720" cy="122400"/>
              </p14:xfrm>
            </p:contentPart>
          </mc:Choice>
          <mc:Fallback xmlns=""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D306B80D-51AD-4F39-8CB7-E58783C89B8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145793" y="5370148"/>
                  <a:ext cx="903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Agrupar 326">
            <a:extLst>
              <a:ext uri="{FF2B5EF4-FFF2-40B4-BE49-F238E27FC236}">
                <a16:creationId xmlns:a16="http://schemas.microsoft.com/office/drawing/2014/main" id="{F84A86AC-A68C-4B21-B43F-3EF301DB1BD0}"/>
              </a:ext>
            </a:extLst>
          </p:cNvPr>
          <p:cNvGrpSpPr/>
          <p:nvPr/>
        </p:nvGrpSpPr>
        <p:grpSpPr>
          <a:xfrm>
            <a:off x="10340913" y="5219668"/>
            <a:ext cx="871920" cy="344880"/>
            <a:chOff x="10340913" y="5219668"/>
            <a:chExt cx="87192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FAF5B9DB-8062-4DB2-9957-24F0D5634A8D}"/>
                    </a:ext>
                  </a:extLst>
                </p14:cNvPr>
                <p14:cNvContentPartPr/>
                <p14:nvPr/>
              </p14:nvContentPartPr>
              <p14:xfrm>
                <a:off x="10340913" y="5281588"/>
                <a:ext cx="94680" cy="235800"/>
              </p14:xfrm>
            </p:contentPart>
          </mc:Choice>
          <mc:Fallback xmlns=""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FAF5B9DB-8062-4DB2-9957-24F0D5634A8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323273" y="5263948"/>
                  <a:ext cx="1303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6B6416DE-45DF-444F-9181-4BBD1D546237}"/>
                    </a:ext>
                  </a:extLst>
                </p14:cNvPr>
                <p14:cNvContentPartPr/>
                <p14:nvPr/>
              </p14:nvContentPartPr>
              <p14:xfrm>
                <a:off x="10522713" y="5334868"/>
                <a:ext cx="77400" cy="107280"/>
              </p14:xfrm>
            </p:contentPart>
          </mc:Choice>
          <mc:Fallback xmlns=""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6B6416DE-45DF-444F-9181-4BBD1D54623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504713" y="5317228"/>
                  <a:ext cx="1130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498A793A-8C9F-4ABA-A3CF-D55EE60EA959}"/>
                    </a:ext>
                  </a:extLst>
                </p14:cNvPr>
                <p14:cNvContentPartPr/>
                <p14:nvPr/>
              </p14:nvContentPartPr>
              <p14:xfrm>
                <a:off x="10635393" y="5361148"/>
                <a:ext cx="106200" cy="89280"/>
              </p14:xfrm>
            </p:contentPart>
          </mc:Choice>
          <mc:Fallback xmlns=""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498A793A-8C9F-4ABA-A3CF-D55EE60EA95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617393" y="5343148"/>
                  <a:ext cx="141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17A9AEAA-9392-47F1-BFFD-7A9931852874}"/>
                    </a:ext>
                  </a:extLst>
                </p14:cNvPr>
                <p14:cNvContentPartPr/>
                <p14:nvPr/>
              </p14:nvContentPartPr>
              <p14:xfrm>
                <a:off x="10812513" y="5343868"/>
                <a:ext cx="88200" cy="68040"/>
              </p14:xfrm>
            </p:contentPart>
          </mc:Choice>
          <mc:Fallback xmlns=""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17A9AEAA-9392-47F1-BFFD-7A993185287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794873" y="5325868"/>
                  <a:ext cx="1238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D3A86649-C7AC-4245-818F-519D664D9324}"/>
                    </a:ext>
                  </a:extLst>
                </p14:cNvPr>
                <p14:cNvContentPartPr/>
                <p14:nvPr/>
              </p14:nvContentPartPr>
              <p14:xfrm>
                <a:off x="10975233" y="5353228"/>
                <a:ext cx="61200" cy="211320"/>
              </p14:xfrm>
            </p:contentPart>
          </mc:Choice>
          <mc:Fallback xmlns=""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D3A86649-C7AC-4245-818F-519D664D932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957233" y="5335228"/>
                  <a:ext cx="96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EAA4F9DE-88F8-4870-9DED-2AA94BAB3CD8}"/>
                    </a:ext>
                  </a:extLst>
                </p14:cNvPr>
                <p14:cNvContentPartPr/>
                <p14:nvPr/>
              </p14:nvContentPartPr>
              <p14:xfrm>
                <a:off x="11016993" y="5219668"/>
                <a:ext cx="7200" cy="9360"/>
              </p14:xfrm>
            </p:contentPart>
          </mc:Choice>
          <mc:Fallback xmlns=""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EAA4F9DE-88F8-4870-9DED-2AA94BAB3CD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998993" y="5202028"/>
                  <a:ext cx="42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723B0F03-E545-40C7-976A-9DA578A38DAA}"/>
                    </a:ext>
                  </a:extLst>
                </p14:cNvPr>
                <p14:cNvContentPartPr/>
                <p14:nvPr/>
              </p14:nvContentPartPr>
              <p14:xfrm>
                <a:off x="11164233" y="5228668"/>
                <a:ext cx="48600" cy="246240"/>
              </p14:xfrm>
            </p:contentPart>
          </mc:Choice>
          <mc:Fallback xmlns=""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723B0F03-E545-40C7-976A-9DA578A38DA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146593" y="5210668"/>
                  <a:ext cx="842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D7D4A4B9-7B31-4351-B9AD-502656F704B8}"/>
                    </a:ext>
                  </a:extLst>
                </p14:cNvPr>
                <p14:cNvContentPartPr/>
                <p14:nvPr/>
              </p14:nvContentPartPr>
              <p14:xfrm>
                <a:off x="11105553" y="5370508"/>
                <a:ext cx="360" cy="16200"/>
              </p14:xfrm>
            </p:contentPart>
          </mc:Choice>
          <mc:Fallback xmlns=""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D7D4A4B9-7B31-4351-B9AD-502656F704B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087553" y="5352868"/>
                  <a:ext cx="36000" cy="5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55364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44913-76F7-4ED4-BD1D-BB6F016B6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9621"/>
          </a:xfrm>
        </p:spPr>
        <p:txBody>
          <a:bodyPr/>
          <a:lstStyle/>
          <a:p>
            <a:pPr algn="ctr"/>
            <a:r>
              <a:rPr lang="pt-BR" sz="3600" dirty="0"/>
              <a:t>LGR </a:t>
            </a:r>
            <a:r>
              <a:rPr lang="pt-BR" sz="3600" dirty="0" err="1"/>
              <a:t>Matlab</a:t>
            </a:r>
            <a:r>
              <a:rPr lang="pt-BR" sz="3600" dirty="0"/>
              <a:t>: F(S)=(S+1)/S(S+4)(S+1+j)(S+1-j)</a:t>
            </a:r>
            <a:r>
              <a:rPr lang="pt-BR" dirty="0"/>
              <a:t> </a:t>
            </a:r>
          </a:p>
        </p:txBody>
      </p:sp>
      <p:pic>
        <p:nvPicPr>
          <p:cNvPr id="7" name="Espaço Reservado para Conteúdo 6" descr="Gráfico, Diagrama, Gráfico de linhas&#10;&#10;Descrição gerada automaticamente">
            <a:extLst>
              <a:ext uri="{FF2B5EF4-FFF2-40B4-BE49-F238E27FC236}">
                <a16:creationId xmlns:a16="http://schemas.microsoft.com/office/drawing/2014/main" id="{854564B4-EEA3-46A2-ACE1-890C4A5CE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837" y="1527786"/>
            <a:ext cx="8571230" cy="4649177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0A05FACA-5CE3-4958-A37D-7A419CE05039}"/>
                  </a:ext>
                </a:extLst>
              </p14:cNvPr>
              <p14:cNvContentPartPr/>
              <p14:nvPr/>
            </p14:nvContentPartPr>
            <p14:xfrm>
              <a:off x="8229153" y="3781468"/>
              <a:ext cx="1712880" cy="1872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0A05FACA-5CE3-4958-A37D-7A419CE050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11153" y="3745828"/>
                <a:ext cx="17485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7CB4F4FF-63A0-4BDB-A69F-10556522C764}"/>
                  </a:ext>
                </a:extLst>
              </p14:cNvPr>
              <p14:cNvContentPartPr/>
              <p14:nvPr/>
            </p14:nvContentPartPr>
            <p14:xfrm>
              <a:off x="3417393" y="3772468"/>
              <a:ext cx="380520" cy="2700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7CB4F4FF-63A0-4BDB-A69F-10556522C7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9753" y="3736468"/>
                <a:ext cx="4161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3D99ABF2-D9B5-4247-8E52-A97522494268}"/>
                  </a:ext>
                </a:extLst>
              </p14:cNvPr>
              <p14:cNvContentPartPr/>
              <p14:nvPr/>
            </p14:nvContentPartPr>
            <p14:xfrm>
              <a:off x="3764073" y="3772108"/>
              <a:ext cx="3205800" cy="4752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3D99ABF2-D9B5-4247-8E52-A975224942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46073" y="3736108"/>
                <a:ext cx="32414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C051D2FC-51B4-4BFF-8100-3469570129F4}"/>
                  </a:ext>
                </a:extLst>
              </p14:cNvPr>
              <p14:cNvContentPartPr/>
              <p14:nvPr/>
            </p14:nvContentPartPr>
            <p14:xfrm>
              <a:off x="5796993" y="3259108"/>
              <a:ext cx="1172880" cy="48708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C051D2FC-51B4-4BFF-8100-3469570129F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78993" y="3223468"/>
                <a:ext cx="120852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1B1A8ACF-07E7-4DB4-8BC9-F7607C1F79BB}"/>
                  </a:ext>
                </a:extLst>
              </p14:cNvPr>
              <p14:cNvContentPartPr/>
              <p14:nvPr/>
            </p14:nvContentPartPr>
            <p14:xfrm>
              <a:off x="3444393" y="3814948"/>
              <a:ext cx="1774080" cy="18759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1B1A8ACF-07E7-4DB4-8BC9-F7607C1F79B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26393" y="3778948"/>
                <a:ext cx="1809720" cy="19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A1E05DAC-7842-48AC-9F92-B8BD81612044}"/>
                  </a:ext>
                </a:extLst>
              </p14:cNvPr>
              <p14:cNvContentPartPr/>
              <p14:nvPr/>
            </p14:nvContentPartPr>
            <p14:xfrm>
              <a:off x="9423993" y="3346588"/>
              <a:ext cx="136440" cy="15984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A1E05DAC-7842-48AC-9F92-B8BD8161204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06353" y="3310588"/>
                <a:ext cx="1720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20931C3D-F34B-4CE6-9180-99330C85D391}"/>
                  </a:ext>
                </a:extLst>
              </p14:cNvPr>
              <p14:cNvContentPartPr/>
              <p14:nvPr/>
            </p14:nvContentPartPr>
            <p14:xfrm>
              <a:off x="9650433" y="3321748"/>
              <a:ext cx="141840" cy="13068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20931C3D-F34B-4CE6-9180-99330C85D39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632793" y="3286108"/>
                <a:ext cx="17748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Agrupar 31">
            <a:extLst>
              <a:ext uri="{FF2B5EF4-FFF2-40B4-BE49-F238E27FC236}">
                <a16:creationId xmlns:a16="http://schemas.microsoft.com/office/drawing/2014/main" id="{A857CCFD-1FD0-460C-AE9B-1EF640C70E71}"/>
              </a:ext>
            </a:extLst>
          </p:cNvPr>
          <p:cNvGrpSpPr/>
          <p:nvPr/>
        </p:nvGrpSpPr>
        <p:grpSpPr>
          <a:xfrm>
            <a:off x="7092993" y="4021228"/>
            <a:ext cx="1429200" cy="344520"/>
            <a:chOff x="7092993" y="4021228"/>
            <a:chExt cx="142920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4F290914-49CD-490A-8C4F-17F5539D5338}"/>
                    </a:ext>
                  </a:extLst>
                </p14:cNvPr>
                <p14:cNvContentPartPr/>
                <p14:nvPr/>
              </p14:nvContentPartPr>
              <p14:xfrm>
                <a:off x="7092993" y="4154068"/>
                <a:ext cx="407880" cy="9396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4F290914-49CD-490A-8C4F-17F5539D53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74993" y="4136428"/>
                  <a:ext cx="443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E1F2E662-11DC-4718-898C-E786F7601BC2}"/>
                    </a:ext>
                  </a:extLst>
                </p14:cNvPr>
                <p14:cNvContentPartPr/>
                <p14:nvPr/>
              </p14:nvContentPartPr>
              <p14:xfrm>
                <a:off x="7609953" y="4145428"/>
                <a:ext cx="160200" cy="9576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E1F2E662-11DC-4718-898C-E786F7601BC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91953" y="4127788"/>
                  <a:ext cx="1958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B2006CEB-B88D-4D70-ACC8-0F3725C1DB89}"/>
                    </a:ext>
                  </a:extLst>
                </p14:cNvPr>
                <p14:cNvContentPartPr/>
                <p14:nvPr/>
              </p14:nvContentPartPr>
              <p14:xfrm>
                <a:off x="7794273" y="4140028"/>
                <a:ext cx="116280" cy="6660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B2006CEB-B88D-4D70-ACC8-0F3725C1DB8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76273" y="4122388"/>
                  <a:ext cx="151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385FB239-51E1-4E44-B706-A7B1D140D97E}"/>
                    </a:ext>
                  </a:extLst>
                </p14:cNvPr>
                <p14:cNvContentPartPr/>
                <p14:nvPr/>
              </p14:nvContentPartPr>
              <p14:xfrm>
                <a:off x="8007033" y="4118428"/>
                <a:ext cx="106920" cy="24732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385FB239-51E1-4E44-B706-A7B1D140D97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989393" y="4100788"/>
                  <a:ext cx="1425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05F5844A-DC90-4695-9CCE-4019006E89E6}"/>
                    </a:ext>
                  </a:extLst>
                </p14:cNvPr>
                <p14:cNvContentPartPr/>
                <p14:nvPr/>
              </p14:nvContentPartPr>
              <p14:xfrm>
                <a:off x="8175873" y="4125268"/>
                <a:ext cx="64800" cy="8316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05F5844A-DC90-4695-9CCE-4019006E89E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157873" y="4107628"/>
                  <a:ext cx="100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638B2F0D-F63C-4A15-A9AA-5AC6E3141FB1}"/>
                    </a:ext>
                  </a:extLst>
                </p14:cNvPr>
                <p14:cNvContentPartPr/>
                <p14:nvPr/>
              </p14:nvContentPartPr>
              <p14:xfrm>
                <a:off x="8255793" y="4021228"/>
                <a:ext cx="53640" cy="17676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638B2F0D-F63C-4A15-A9AA-5AC6E3141FB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38153" y="4003588"/>
                  <a:ext cx="892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296FE6BA-C2A3-4DC7-8C41-20A987CDE5F4}"/>
                    </a:ext>
                  </a:extLst>
                </p14:cNvPr>
                <p14:cNvContentPartPr/>
                <p14:nvPr/>
              </p14:nvContentPartPr>
              <p14:xfrm>
                <a:off x="8406993" y="4154428"/>
                <a:ext cx="115200" cy="9036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296FE6BA-C2A3-4DC7-8C41-20A987CDE5F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88993" y="4136788"/>
                  <a:ext cx="15084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B7185BB9-3988-4451-98B2-108E3545DC5E}"/>
              </a:ext>
            </a:extLst>
          </p:cNvPr>
          <p:cNvGrpSpPr/>
          <p:nvPr/>
        </p:nvGrpSpPr>
        <p:grpSpPr>
          <a:xfrm>
            <a:off x="8673393" y="4118068"/>
            <a:ext cx="53640" cy="196560"/>
            <a:chOff x="8673393" y="4118068"/>
            <a:chExt cx="5364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E6FB7D3F-C421-4097-8602-E8BD8133EE1B}"/>
                    </a:ext>
                  </a:extLst>
                </p14:cNvPr>
                <p14:cNvContentPartPr/>
                <p14:nvPr/>
              </p14:nvContentPartPr>
              <p14:xfrm>
                <a:off x="8673393" y="4118068"/>
                <a:ext cx="47160" cy="7704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E6FB7D3F-C421-4097-8602-E8BD8133EE1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655393" y="4100068"/>
                  <a:ext cx="82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712827B3-BB58-4324-A8EF-371F91D142E1}"/>
                    </a:ext>
                  </a:extLst>
                </p14:cNvPr>
                <p14:cNvContentPartPr/>
                <p14:nvPr/>
              </p14:nvContentPartPr>
              <p14:xfrm>
                <a:off x="8726673" y="4310668"/>
                <a:ext cx="360" cy="396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712827B3-BB58-4324-A8EF-371F91D142E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708673" y="4293028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3635BF1E-9E60-462A-BA34-FC7F82612A75}"/>
              </a:ext>
            </a:extLst>
          </p:cNvPr>
          <p:cNvGrpSpPr/>
          <p:nvPr/>
        </p:nvGrpSpPr>
        <p:grpSpPr>
          <a:xfrm>
            <a:off x="8257953" y="2445868"/>
            <a:ext cx="523800" cy="280440"/>
            <a:chOff x="8257953" y="2445868"/>
            <a:chExt cx="52380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144AFA7C-40E7-4501-B02F-8B33A549FCE0}"/>
                    </a:ext>
                  </a:extLst>
                </p14:cNvPr>
                <p14:cNvContentPartPr/>
                <p14:nvPr/>
              </p14:nvContentPartPr>
              <p14:xfrm>
                <a:off x="8304033" y="2520748"/>
                <a:ext cx="117360" cy="13608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144AFA7C-40E7-4501-B02F-8B33A549FCE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286393" y="2502748"/>
                  <a:ext cx="1530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2F3C0C5D-F7B7-49D1-AA20-9CDC5BB46F04}"/>
                    </a:ext>
                  </a:extLst>
                </p14:cNvPr>
                <p14:cNvContentPartPr/>
                <p14:nvPr/>
              </p14:nvContentPartPr>
              <p14:xfrm>
                <a:off x="8257953" y="2503108"/>
                <a:ext cx="122400" cy="13752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2F3C0C5D-F7B7-49D1-AA20-9CDC5BB46F0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40313" y="2485468"/>
                  <a:ext cx="1580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73DBEDA8-3697-4D99-B6E7-D20128B85384}"/>
                    </a:ext>
                  </a:extLst>
                </p14:cNvPr>
                <p14:cNvContentPartPr/>
                <p14:nvPr/>
              </p14:nvContentPartPr>
              <p14:xfrm>
                <a:off x="8433993" y="2574028"/>
                <a:ext cx="80640" cy="15228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73DBEDA8-3697-4D99-B6E7-D20128B8538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15993" y="2556028"/>
                  <a:ext cx="1162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74938833-F610-4164-AD15-381FCB7610EA}"/>
                    </a:ext>
                  </a:extLst>
                </p14:cNvPr>
                <p14:cNvContentPartPr/>
                <p14:nvPr/>
              </p14:nvContentPartPr>
              <p14:xfrm>
                <a:off x="8440473" y="2445868"/>
                <a:ext cx="11520" cy="432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74938833-F610-4164-AD15-381FCB7610E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422473" y="2428228"/>
                  <a:ext cx="47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74D3F471-0A8C-4EAB-B1A2-4E4B334BB4EC}"/>
                    </a:ext>
                  </a:extLst>
                </p14:cNvPr>
                <p14:cNvContentPartPr/>
                <p14:nvPr/>
              </p14:nvContentPartPr>
              <p14:xfrm>
                <a:off x="8610393" y="2538748"/>
                <a:ext cx="171360" cy="1263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74D3F471-0A8C-4EAB-B1A2-4E4B334BB4E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592393" y="2521108"/>
                  <a:ext cx="20700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9EF10619-88F3-4B37-8567-376128030CCB}"/>
                  </a:ext>
                </a:extLst>
              </p14:cNvPr>
              <p14:cNvContentPartPr/>
              <p14:nvPr/>
            </p14:nvContentPartPr>
            <p14:xfrm>
              <a:off x="8921073" y="2476828"/>
              <a:ext cx="55440" cy="135000"/>
            </p14:xfrm>
          </p:contentPart>
        </mc:Choice>
        <mc:Fallback xmlns=""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9EF10619-88F3-4B37-8567-376128030CC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903073" y="2458828"/>
                <a:ext cx="910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1E70F26D-33F1-4B77-A2C4-7DB519316ABA}"/>
                  </a:ext>
                </a:extLst>
              </p14:cNvPr>
              <p14:cNvContentPartPr/>
              <p14:nvPr/>
            </p14:nvContentPartPr>
            <p14:xfrm>
              <a:off x="8939433" y="2716228"/>
              <a:ext cx="360" cy="3960"/>
            </p14:xfrm>
          </p:contentPart>
        </mc:Choice>
        <mc:Fallback xmlns=""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1E70F26D-33F1-4B77-A2C4-7DB519316AB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921793" y="2698228"/>
                <a:ext cx="360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Agrupar 62">
            <a:extLst>
              <a:ext uri="{FF2B5EF4-FFF2-40B4-BE49-F238E27FC236}">
                <a16:creationId xmlns:a16="http://schemas.microsoft.com/office/drawing/2014/main" id="{C216D817-2B55-4378-A6C6-7FF850AFE554}"/>
              </a:ext>
            </a:extLst>
          </p:cNvPr>
          <p:cNvGrpSpPr/>
          <p:nvPr/>
        </p:nvGrpSpPr>
        <p:grpSpPr>
          <a:xfrm>
            <a:off x="9125913" y="2360908"/>
            <a:ext cx="657360" cy="271440"/>
            <a:chOff x="9125913" y="2360908"/>
            <a:chExt cx="65736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586221D7-6D62-4EE9-B028-542C789D1E04}"/>
                    </a:ext>
                  </a:extLst>
                </p14:cNvPr>
                <p14:cNvContentPartPr/>
                <p14:nvPr/>
              </p14:nvContentPartPr>
              <p14:xfrm>
                <a:off x="9125913" y="2520748"/>
                <a:ext cx="27720" cy="10224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586221D7-6D62-4EE9-B028-542C789D1E0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07913" y="2502748"/>
                  <a:ext cx="63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8F35D4CA-2E35-489B-9CD1-E25CB03D0C7D}"/>
                    </a:ext>
                  </a:extLst>
                </p14:cNvPr>
                <p14:cNvContentPartPr/>
                <p14:nvPr/>
              </p14:nvContentPartPr>
              <p14:xfrm>
                <a:off x="9134553" y="2475028"/>
                <a:ext cx="123120" cy="14796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8F35D4CA-2E35-489B-9CD1-E25CB03D0C7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16913" y="2457028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376A2EEE-ECEF-44EE-BBBC-E0546CD9CC3B}"/>
                    </a:ext>
                  </a:extLst>
                </p14:cNvPr>
                <p14:cNvContentPartPr/>
                <p14:nvPr/>
              </p14:nvContentPartPr>
              <p14:xfrm>
                <a:off x="9303753" y="2576548"/>
                <a:ext cx="67680" cy="5040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376A2EEE-ECEF-44EE-BBBC-E0546CD9CC3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85753" y="2558548"/>
                  <a:ext cx="103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07BBFAB0-D049-423E-9D9C-653A30D25276}"/>
                    </a:ext>
                  </a:extLst>
                </p14:cNvPr>
                <p14:cNvContentPartPr/>
                <p14:nvPr/>
              </p14:nvContentPartPr>
              <p14:xfrm>
                <a:off x="9410313" y="2552788"/>
                <a:ext cx="90360" cy="6552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07BBFAB0-D049-423E-9D9C-653A30D2527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92313" y="2534788"/>
                  <a:ext cx="126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1156A1B2-91CD-4DFF-B47E-33EF587E9C7F}"/>
                    </a:ext>
                  </a:extLst>
                </p14:cNvPr>
                <p14:cNvContentPartPr/>
                <p14:nvPr/>
              </p14:nvContentPartPr>
              <p14:xfrm>
                <a:off x="9578793" y="2360908"/>
                <a:ext cx="27720" cy="26604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1156A1B2-91CD-4DFF-B47E-33EF587E9C7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60793" y="2343268"/>
                  <a:ext cx="633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5EA753CA-0755-44D8-BB66-F01F1B4979CB}"/>
                    </a:ext>
                  </a:extLst>
                </p14:cNvPr>
                <p14:cNvContentPartPr/>
                <p14:nvPr/>
              </p14:nvContentPartPr>
              <p14:xfrm>
                <a:off x="9560793" y="2503108"/>
                <a:ext cx="42840" cy="900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5EA753CA-0755-44D8-BB66-F01F1B4979C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542793" y="2485468"/>
                  <a:ext cx="78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38F05FC2-D678-4ACB-86B2-033260459823}"/>
                    </a:ext>
                  </a:extLst>
                </p14:cNvPr>
                <p14:cNvContentPartPr/>
                <p14:nvPr/>
              </p14:nvContentPartPr>
              <p14:xfrm>
                <a:off x="9676353" y="2387908"/>
                <a:ext cx="106920" cy="24444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38F05FC2-D678-4ACB-86B2-0332604598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58713" y="2369908"/>
                  <a:ext cx="14256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E9FC1BE0-F94C-453D-A4DE-CDFF9A0BDFFC}"/>
              </a:ext>
            </a:extLst>
          </p:cNvPr>
          <p:cNvGrpSpPr/>
          <p:nvPr/>
        </p:nvGrpSpPr>
        <p:grpSpPr>
          <a:xfrm>
            <a:off x="7981473" y="4420828"/>
            <a:ext cx="1157400" cy="125280"/>
            <a:chOff x="7981473" y="4420828"/>
            <a:chExt cx="1157400" cy="1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7B58A317-ED40-4AA3-B407-7407C2BDFA1E}"/>
                    </a:ext>
                  </a:extLst>
                </p14:cNvPr>
                <p14:cNvContentPartPr/>
                <p14:nvPr/>
              </p14:nvContentPartPr>
              <p14:xfrm>
                <a:off x="7981473" y="4482748"/>
                <a:ext cx="134640" cy="6336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7B58A317-ED40-4AA3-B407-7407C2BDFA1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63473" y="4465108"/>
                  <a:ext cx="1702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E25F71F4-334F-466F-8CBB-81AF04973A50}"/>
                    </a:ext>
                  </a:extLst>
                </p14:cNvPr>
                <p14:cNvContentPartPr/>
                <p14:nvPr/>
              </p14:nvContentPartPr>
              <p14:xfrm>
                <a:off x="8149233" y="4474828"/>
                <a:ext cx="108000" cy="6300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E25F71F4-334F-466F-8CBB-81AF04973A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131593" y="4457188"/>
                  <a:ext cx="1436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F27A65AB-F354-4F73-9CC3-90251499C6EF}"/>
                    </a:ext>
                  </a:extLst>
                </p14:cNvPr>
                <p14:cNvContentPartPr/>
                <p14:nvPr/>
              </p14:nvContentPartPr>
              <p14:xfrm>
                <a:off x="8327073" y="4465108"/>
                <a:ext cx="109440" cy="5544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F27A65AB-F354-4F73-9CC3-90251499C6E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09073" y="4447468"/>
                  <a:ext cx="145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D50EC53D-8A95-4B08-A63A-E8219A84E34F}"/>
                    </a:ext>
                  </a:extLst>
                </p14:cNvPr>
                <p14:cNvContentPartPr/>
                <p14:nvPr/>
              </p14:nvContentPartPr>
              <p14:xfrm>
                <a:off x="8522193" y="4420828"/>
                <a:ext cx="32760" cy="10584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D50EC53D-8A95-4B08-A63A-E8219A84E34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04553" y="4402828"/>
                  <a:ext cx="68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1448BFD8-80EF-41D9-8C16-4E07EDC87737}"/>
                    </a:ext>
                  </a:extLst>
                </p14:cNvPr>
                <p14:cNvContentPartPr/>
                <p14:nvPr/>
              </p14:nvContentPartPr>
              <p14:xfrm>
                <a:off x="8637753" y="4474108"/>
                <a:ext cx="360" cy="4212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1448BFD8-80EF-41D9-8C16-4E07EDC877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19753" y="4456108"/>
                  <a:ext cx="36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C187DF50-005F-487F-B7B5-6481D9BD5ABE}"/>
                    </a:ext>
                  </a:extLst>
                </p14:cNvPr>
                <p14:cNvContentPartPr/>
                <p14:nvPr/>
              </p14:nvContentPartPr>
              <p14:xfrm>
                <a:off x="8664393" y="4420828"/>
                <a:ext cx="360" cy="36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C187DF50-005F-487F-B7B5-6481D9BD5AB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46753" y="440282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155F4536-406F-41CB-9514-714A3B6DBA6B}"/>
                    </a:ext>
                  </a:extLst>
                </p14:cNvPr>
                <p14:cNvContentPartPr/>
                <p14:nvPr/>
              </p14:nvContentPartPr>
              <p14:xfrm>
                <a:off x="8727753" y="4447468"/>
                <a:ext cx="98640" cy="7884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155F4536-406F-41CB-9514-714A3B6DBA6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710113" y="4429828"/>
                  <a:ext cx="134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AAC92D57-5A9E-4FE1-A87F-C323B5F75160}"/>
                    </a:ext>
                  </a:extLst>
                </p14:cNvPr>
                <p14:cNvContentPartPr/>
                <p14:nvPr/>
              </p14:nvContentPartPr>
              <p14:xfrm>
                <a:off x="8905593" y="4448188"/>
                <a:ext cx="61200" cy="6948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AAC92D57-5A9E-4FE1-A87F-C323B5F7516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887953" y="4430548"/>
                  <a:ext cx="96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9FAC0B74-8CCA-4FB0-8AC5-0171FB2E9FA9}"/>
                    </a:ext>
                  </a:extLst>
                </p14:cNvPr>
                <p14:cNvContentPartPr/>
                <p14:nvPr/>
              </p14:nvContentPartPr>
              <p14:xfrm>
                <a:off x="9019353" y="4430548"/>
                <a:ext cx="119520" cy="8352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9FAC0B74-8CCA-4FB0-8AC5-0171FB2E9FA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001353" y="4412548"/>
                  <a:ext cx="15516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F56604D7-FBA6-4D98-AC77-93370E93D526}"/>
              </a:ext>
            </a:extLst>
          </p:cNvPr>
          <p:cNvGrpSpPr/>
          <p:nvPr/>
        </p:nvGrpSpPr>
        <p:grpSpPr>
          <a:xfrm>
            <a:off x="9410313" y="4287628"/>
            <a:ext cx="747000" cy="346320"/>
            <a:chOff x="9410313" y="4287628"/>
            <a:chExt cx="74700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65C1E068-0C59-4398-83DE-AC134C3D2BF4}"/>
                    </a:ext>
                  </a:extLst>
                </p14:cNvPr>
                <p14:cNvContentPartPr/>
                <p14:nvPr/>
              </p14:nvContentPartPr>
              <p14:xfrm>
                <a:off x="9410313" y="4456468"/>
                <a:ext cx="107640" cy="17748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65C1E068-0C59-4398-83DE-AC134C3D2BF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392313" y="4438468"/>
                  <a:ext cx="1432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B773AE19-F9B2-49E3-AC17-27CB67C27C40}"/>
                    </a:ext>
                  </a:extLst>
                </p14:cNvPr>
                <p14:cNvContentPartPr/>
                <p14:nvPr/>
              </p14:nvContentPartPr>
              <p14:xfrm>
                <a:off x="9614073" y="4437388"/>
                <a:ext cx="97200" cy="7164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B773AE19-F9B2-49E3-AC17-27CB67C27C4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596073" y="4419748"/>
                  <a:ext cx="132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EEA99A03-4109-4955-8202-36743463F19A}"/>
                    </a:ext>
                  </a:extLst>
                </p14:cNvPr>
                <p14:cNvContentPartPr/>
                <p14:nvPr/>
              </p14:nvContentPartPr>
              <p14:xfrm>
                <a:off x="9738633" y="4438468"/>
                <a:ext cx="99000" cy="4032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EEA99A03-4109-4955-8202-36743463F19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720633" y="4420468"/>
                  <a:ext cx="1346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57EC427F-4A8D-4DAD-8A8D-9EE41C0A25AD}"/>
                    </a:ext>
                  </a:extLst>
                </p14:cNvPr>
                <p14:cNvContentPartPr/>
                <p14:nvPr/>
              </p14:nvContentPartPr>
              <p14:xfrm>
                <a:off x="9942753" y="4287628"/>
                <a:ext cx="18360" cy="21276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57EC427F-4A8D-4DAD-8A8D-9EE41C0A25A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925113" y="4269988"/>
                  <a:ext cx="54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29A2F869-B50A-4242-94F7-4ADB838CA501}"/>
                    </a:ext>
                  </a:extLst>
                </p14:cNvPr>
                <p14:cNvContentPartPr/>
                <p14:nvPr/>
              </p14:nvContentPartPr>
              <p14:xfrm>
                <a:off x="9845193" y="4349908"/>
                <a:ext cx="170280" cy="1656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29A2F869-B50A-4242-94F7-4ADB838CA50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27193" y="4331908"/>
                  <a:ext cx="205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C4C3D601-EDAE-41D9-8D43-7F0D9D815328}"/>
                    </a:ext>
                  </a:extLst>
                </p14:cNvPr>
                <p14:cNvContentPartPr/>
                <p14:nvPr/>
              </p14:nvContentPartPr>
              <p14:xfrm>
                <a:off x="10075593" y="4434148"/>
                <a:ext cx="81720" cy="8532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C4C3D601-EDAE-41D9-8D43-7F0D9D81532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57953" y="4416508"/>
                  <a:ext cx="11736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7D93CECD-5CE4-45E6-81F0-A99EF7FDDD00}"/>
              </a:ext>
            </a:extLst>
          </p:cNvPr>
          <p:cNvGrpSpPr/>
          <p:nvPr/>
        </p:nvGrpSpPr>
        <p:grpSpPr>
          <a:xfrm>
            <a:off x="10350993" y="4272868"/>
            <a:ext cx="1118880" cy="323640"/>
            <a:chOff x="10350993" y="4272868"/>
            <a:chExt cx="111888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A6E73637-53C0-4606-B8B1-EEAA72979EBA}"/>
                    </a:ext>
                  </a:extLst>
                </p14:cNvPr>
                <p14:cNvContentPartPr/>
                <p14:nvPr/>
              </p14:nvContentPartPr>
              <p14:xfrm>
                <a:off x="10350993" y="4456468"/>
                <a:ext cx="72360" cy="14004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A6E73637-53C0-4606-B8B1-EEAA72979EB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332993" y="4438468"/>
                  <a:ext cx="1080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7EFC5742-A1FB-48C8-A837-2691B34C875D}"/>
                    </a:ext>
                  </a:extLst>
                </p14:cNvPr>
                <p14:cNvContentPartPr/>
                <p14:nvPr/>
              </p14:nvContentPartPr>
              <p14:xfrm>
                <a:off x="10457553" y="4438468"/>
                <a:ext cx="42120" cy="2448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7EFC5742-A1FB-48C8-A837-2691B34C875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439553" y="4420468"/>
                  <a:ext cx="77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C8785D8D-91BB-43A6-8E95-1486AF52C923}"/>
                    </a:ext>
                  </a:extLst>
                </p14:cNvPr>
                <p14:cNvContentPartPr/>
                <p14:nvPr/>
              </p14:nvContentPartPr>
              <p14:xfrm>
                <a:off x="10554753" y="4406068"/>
                <a:ext cx="16560" cy="5976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C8785D8D-91BB-43A6-8E95-1486AF52C92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537113" y="4388068"/>
                  <a:ext cx="522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44B41D76-0F28-428A-9F04-47931332C23E}"/>
                    </a:ext>
                  </a:extLst>
                </p14:cNvPr>
                <p14:cNvContentPartPr/>
                <p14:nvPr/>
              </p14:nvContentPartPr>
              <p14:xfrm>
                <a:off x="10622433" y="4404628"/>
                <a:ext cx="101880" cy="8028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44B41D76-0F28-428A-9F04-47931332C23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604433" y="4386628"/>
                  <a:ext cx="137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2763D93D-EC96-4105-A2F4-900C294BF3A7}"/>
                    </a:ext>
                  </a:extLst>
                </p14:cNvPr>
                <p14:cNvContentPartPr/>
                <p14:nvPr/>
              </p14:nvContentPartPr>
              <p14:xfrm>
                <a:off x="10697313" y="4272868"/>
                <a:ext cx="47160" cy="4140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2763D93D-EC96-4105-A2F4-900C294BF3A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679673" y="4255228"/>
                  <a:ext cx="82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7CA2485B-85BA-4543-A1CB-F121664B7DF7}"/>
                    </a:ext>
                  </a:extLst>
                </p14:cNvPr>
                <p14:cNvContentPartPr/>
                <p14:nvPr/>
              </p14:nvContentPartPr>
              <p14:xfrm>
                <a:off x="10803873" y="4403188"/>
                <a:ext cx="91800" cy="5940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7CA2485B-85BA-4543-A1CB-F121664B7DF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786233" y="4385188"/>
                  <a:ext cx="127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ED07EE1A-C946-4572-A399-A2CE4FB1D71D}"/>
                    </a:ext>
                  </a:extLst>
                </p14:cNvPr>
                <p14:cNvContentPartPr/>
                <p14:nvPr/>
              </p14:nvContentPartPr>
              <p14:xfrm>
                <a:off x="10824033" y="4385188"/>
                <a:ext cx="78120" cy="7344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ED07EE1A-C946-4572-A399-A2CE4FB1D71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806033" y="4367188"/>
                  <a:ext cx="113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2D7FC9C0-FF96-4002-809A-252406E97EDE}"/>
                    </a:ext>
                  </a:extLst>
                </p14:cNvPr>
                <p14:cNvContentPartPr/>
                <p14:nvPr/>
              </p14:nvContentPartPr>
              <p14:xfrm>
                <a:off x="10989993" y="4385188"/>
                <a:ext cx="360" cy="5184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2D7FC9C0-FF96-4002-809A-252406E97ED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972353" y="4367188"/>
                  <a:ext cx="36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18E201D5-4738-4A48-96ED-94E355D49B81}"/>
                    </a:ext>
                  </a:extLst>
                </p14:cNvPr>
                <p14:cNvContentPartPr/>
                <p14:nvPr/>
              </p14:nvContentPartPr>
              <p14:xfrm>
                <a:off x="10981353" y="4337308"/>
                <a:ext cx="360" cy="396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18E201D5-4738-4A48-96ED-94E355D49B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963353" y="4319668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560EBE60-2E09-4FED-BCBA-32FCB8139512}"/>
                    </a:ext>
                  </a:extLst>
                </p14:cNvPr>
                <p14:cNvContentPartPr/>
                <p14:nvPr/>
              </p14:nvContentPartPr>
              <p14:xfrm>
                <a:off x="11025633" y="4403908"/>
                <a:ext cx="196560" cy="6948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560EBE60-2E09-4FED-BCBA-32FCB813951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007993" y="4386268"/>
                  <a:ext cx="232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8B36A1A1-2402-4FD8-991B-ABDCCDD32658}"/>
                    </a:ext>
                  </a:extLst>
                </p14:cNvPr>
                <p14:cNvContentPartPr/>
                <p14:nvPr/>
              </p14:nvContentPartPr>
              <p14:xfrm>
                <a:off x="11327673" y="4375468"/>
                <a:ext cx="142200" cy="8316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8B36A1A1-2402-4FD8-991B-ABDCCDD3265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310033" y="4357828"/>
                  <a:ext cx="17784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Agrupar 105">
            <a:extLst>
              <a:ext uri="{FF2B5EF4-FFF2-40B4-BE49-F238E27FC236}">
                <a16:creationId xmlns:a16="http://schemas.microsoft.com/office/drawing/2014/main" id="{995B0307-8662-4816-AABF-14CE5E4BA8A4}"/>
              </a:ext>
            </a:extLst>
          </p:cNvPr>
          <p:cNvGrpSpPr/>
          <p:nvPr/>
        </p:nvGrpSpPr>
        <p:grpSpPr>
          <a:xfrm>
            <a:off x="8620113" y="4864348"/>
            <a:ext cx="646920" cy="171360"/>
            <a:chOff x="8620113" y="4864348"/>
            <a:chExt cx="646920" cy="17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57B319EB-17C2-4E21-9DD9-7D21500DBDC9}"/>
                    </a:ext>
                  </a:extLst>
                </p14:cNvPr>
                <p14:cNvContentPartPr/>
                <p14:nvPr/>
              </p14:nvContentPartPr>
              <p14:xfrm>
                <a:off x="8620113" y="4864348"/>
                <a:ext cx="115560" cy="17136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57B319EB-17C2-4E21-9DD9-7D21500DBDC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02113" y="4846708"/>
                  <a:ext cx="151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88AC1450-745B-410E-9EEF-9DC8A4B8CCFE}"/>
                    </a:ext>
                  </a:extLst>
                </p14:cNvPr>
                <p14:cNvContentPartPr/>
                <p14:nvPr/>
              </p14:nvContentPartPr>
              <p14:xfrm>
                <a:off x="8807673" y="4893868"/>
                <a:ext cx="95040" cy="6912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88AC1450-745B-410E-9EEF-9DC8A4B8CCF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790033" y="4875868"/>
                  <a:ext cx="130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0AA9B78C-DF3F-4FA2-89D2-BAAE39F874A4}"/>
                    </a:ext>
                  </a:extLst>
                </p14:cNvPr>
                <p14:cNvContentPartPr/>
                <p14:nvPr/>
              </p14:nvContentPartPr>
              <p14:xfrm>
                <a:off x="8939433" y="4893508"/>
                <a:ext cx="95760" cy="6804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0AA9B78C-DF3F-4FA2-89D2-BAAE39F874A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21793" y="4875868"/>
                  <a:ext cx="131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082E11EC-84D1-4F0E-B8B5-EA0F8EAC0F34}"/>
                    </a:ext>
                  </a:extLst>
                </p14:cNvPr>
                <p14:cNvContentPartPr/>
                <p14:nvPr/>
              </p14:nvContentPartPr>
              <p14:xfrm>
                <a:off x="9054993" y="4917628"/>
                <a:ext cx="51840" cy="3672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082E11EC-84D1-4F0E-B8B5-EA0F8EAC0F3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36993" y="4899988"/>
                  <a:ext cx="87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A6DB7A67-98E6-432F-96D9-4AD2DFA5AA7D}"/>
                    </a:ext>
                  </a:extLst>
                </p14:cNvPr>
                <p14:cNvContentPartPr/>
                <p14:nvPr/>
              </p14:nvContentPartPr>
              <p14:xfrm>
                <a:off x="9108273" y="4879828"/>
                <a:ext cx="158760" cy="7344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A6DB7A67-98E6-432F-96D9-4AD2DFA5AA7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90633" y="4861828"/>
                  <a:ext cx="1944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9CF5D48B-C5EC-4E3C-8F9D-D564A45DBD1B}"/>
              </a:ext>
            </a:extLst>
          </p:cNvPr>
          <p:cNvGrpSpPr/>
          <p:nvPr/>
        </p:nvGrpSpPr>
        <p:grpSpPr>
          <a:xfrm>
            <a:off x="9564753" y="4731508"/>
            <a:ext cx="537120" cy="267120"/>
            <a:chOff x="9564753" y="4731508"/>
            <a:chExt cx="53712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D61DD80D-729A-4A78-B970-388297FA10C1}"/>
                    </a:ext>
                  </a:extLst>
                </p14:cNvPr>
                <p14:cNvContentPartPr/>
                <p14:nvPr/>
              </p14:nvContentPartPr>
              <p14:xfrm>
                <a:off x="9564753" y="4749148"/>
                <a:ext cx="311040" cy="24948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D61DD80D-729A-4A78-B970-388297FA10C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47113" y="4731148"/>
                  <a:ext cx="3466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F0238C64-DC54-4998-8288-A224171BC553}"/>
                    </a:ext>
                  </a:extLst>
                </p14:cNvPr>
                <p14:cNvContentPartPr/>
                <p14:nvPr/>
              </p14:nvContentPartPr>
              <p14:xfrm>
                <a:off x="9720633" y="4749148"/>
                <a:ext cx="27720" cy="12384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F0238C64-DC54-4998-8288-A224171BC55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702633" y="4731148"/>
                  <a:ext cx="633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448267CB-CB02-414A-A715-4D012F2C7C93}"/>
                    </a:ext>
                  </a:extLst>
                </p14:cNvPr>
                <p14:cNvContentPartPr/>
                <p14:nvPr/>
              </p14:nvContentPartPr>
              <p14:xfrm>
                <a:off x="9720633" y="4731508"/>
                <a:ext cx="106200" cy="36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448267CB-CB02-414A-A715-4D012F2C7C9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702633" y="4713508"/>
                  <a:ext cx="141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592129D1-1A9E-4FDE-B83F-3E176E63F696}"/>
                    </a:ext>
                  </a:extLst>
                </p14:cNvPr>
                <p14:cNvContentPartPr/>
                <p14:nvPr/>
              </p14:nvContentPartPr>
              <p14:xfrm>
                <a:off x="9738633" y="4802428"/>
                <a:ext cx="97200" cy="36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592129D1-1A9E-4FDE-B83F-3E176E63F69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720633" y="4784428"/>
                  <a:ext cx="132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CA547937-9674-4245-B348-FAF3FF4C6D5A}"/>
                    </a:ext>
                  </a:extLst>
                </p14:cNvPr>
                <p14:cNvContentPartPr/>
                <p14:nvPr/>
              </p14:nvContentPartPr>
              <p14:xfrm>
                <a:off x="9986673" y="4820428"/>
                <a:ext cx="115200" cy="36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CA547937-9674-4245-B348-FAF3FF4C6D5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969033" y="4802428"/>
                  <a:ext cx="150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62E557CF-1631-4820-AF1B-6D4426BD69FF}"/>
                    </a:ext>
                  </a:extLst>
                </p14:cNvPr>
                <p14:cNvContentPartPr/>
                <p14:nvPr/>
              </p14:nvContentPartPr>
              <p14:xfrm>
                <a:off x="10005033" y="4864348"/>
                <a:ext cx="93600" cy="1008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62E557CF-1631-4820-AF1B-6D4426BD69F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87033" y="4846708"/>
                  <a:ext cx="12924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2A0A4308-4A12-4575-9982-4EB10B2BD4E0}"/>
                  </a:ext>
                </a:extLst>
              </p14:cNvPr>
              <p14:cNvContentPartPr/>
              <p14:nvPr/>
            </p14:nvContentPartPr>
            <p14:xfrm>
              <a:off x="10280073" y="4766428"/>
              <a:ext cx="135360" cy="124560"/>
            </p14:xfrm>
          </p:contentPart>
        </mc:Choice>
        <mc:Fallback xmlns=""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2A0A4308-4A12-4575-9982-4EB10B2BD4E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262073" y="4748428"/>
                <a:ext cx="171000" cy="16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EEFFC4B5-9E9E-4746-8894-672EB55940A2}"/>
              </a:ext>
            </a:extLst>
          </p:cNvPr>
          <p:cNvGrpSpPr/>
          <p:nvPr/>
        </p:nvGrpSpPr>
        <p:grpSpPr>
          <a:xfrm>
            <a:off x="9108273" y="5157748"/>
            <a:ext cx="1881000" cy="221400"/>
            <a:chOff x="9108273" y="5157748"/>
            <a:chExt cx="188100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781A7205-A82A-4407-8842-C60FFCCE6D0C}"/>
                    </a:ext>
                  </a:extLst>
                </p14:cNvPr>
                <p14:cNvContentPartPr/>
                <p14:nvPr/>
              </p14:nvContentPartPr>
              <p14:xfrm>
                <a:off x="9108273" y="5290588"/>
                <a:ext cx="132480" cy="1008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781A7205-A82A-4407-8842-C60FFCCE6D0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090273" y="5272588"/>
                  <a:ext cx="168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7C9AF0AF-10B4-4191-9190-808E1E1CBFE2}"/>
                    </a:ext>
                  </a:extLst>
                </p14:cNvPr>
                <p14:cNvContentPartPr/>
                <p14:nvPr/>
              </p14:nvContentPartPr>
              <p14:xfrm>
                <a:off x="9116913" y="5334868"/>
                <a:ext cx="105840" cy="36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7C9AF0AF-10B4-4191-9190-808E1E1CBFE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99273" y="5317228"/>
                  <a:ext cx="14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90383F63-250B-40AC-828B-70864CB89B97}"/>
                    </a:ext>
                  </a:extLst>
                </p14:cNvPr>
                <p14:cNvContentPartPr/>
                <p14:nvPr/>
              </p14:nvContentPartPr>
              <p14:xfrm>
                <a:off x="9259113" y="5246668"/>
                <a:ext cx="133920" cy="12528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90383F63-250B-40AC-828B-70864CB89B9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241473" y="5228668"/>
                  <a:ext cx="169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24C01192-8F5A-4459-B604-E83D9B0247B4}"/>
                    </a:ext>
                  </a:extLst>
                </p14:cNvPr>
                <p14:cNvContentPartPr/>
                <p14:nvPr/>
              </p14:nvContentPartPr>
              <p14:xfrm>
                <a:off x="9593193" y="5284108"/>
                <a:ext cx="40320" cy="7668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24C01192-8F5A-4459-B604-E83D9B0247B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575193" y="5266108"/>
                  <a:ext cx="75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B040D2B5-F3DC-4451-98A7-3BE8D92100A3}"/>
                    </a:ext>
                  </a:extLst>
                </p14:cNvPr>
                <p14:cNvContentPartPr/>
                <p14:nvPr/>
              </p14:nvContentPartPr>
              <p14:xfrm>
                <a:off x="9614073" y="5193388"/>
                <a:ext cx="37080" cy="14076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B040D2B5-F3DC-4451-98A7-3BE8D92100A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596073" y="5175388"/>
                  <a:ext cx="72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BFF63A0D-3488-4BE5-BDD9-D37271619910}"/>
                    </a:ext>
                  </a:extLst>
                </p14:cNvPr>
                <p14:cNvContentPartPr/>
                <p14:nvPr/>
              </p14:nvContentPartPr>
              <p14:xfrm>
                <a:off x="9703713" y="5310748"/>
                <a:ext cx="69120" cy="6840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BFF63A0D-3488-4BE5-BDD9-D3727161991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85713" y="5293108"/>
                  <a:ext cx="104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71B3B488-39B2-4D12-BEF5-85904EE9AC26}"/>
                    </a:ext>
                  </a:extLst>
                </p14:cNvPr>
                <p14:cNvContentPartPr/>
                <p14:nvPr/>
              </p14:nvContentPartPr>
              <p14:xfrm>
                <a:off x="9536313" y="5290588"/>
                <a:ext cx="69120" cy="6372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71B3B488-39B2-4D12-BEF5-85904EE9AC2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518673" y="5272588"/>
                  <a:ext cx="104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8730F684-6527-4A51-99CA-E697D9705C9E}"/>
                    </a:ext>
                  </a:extLst>
                </p14:cNvPr>
                <p14:cNvContentPartPr/>
                <p14:nvPr/>
              </p14:nvContentPartPr>
              <p14:xfrm>
                <a:off x="9915753" y="5157748"/>
                <a:ext cx="9720" cy="17676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8730F684-6527-4A51-99CA-E697D9705C9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898113" y="5139748"/>
                  <a:ext cx="45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91EA30E5-A7D5-40AB-8D65-CFE08881B840}"/>
                    </a:ext>
                  </a:extLst>
                </p14:cNvPr>
                <p14:cNvContentPartPr/>
                <p14:nvPr/>
              </p14:nvContentPartPr>
              <p14:xfrm>
                <a:off x="9862833" y="5237308"/>
                <a:ext cx="118080" cy="612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91EA30E5-A7D5-40AB-8D65-CFE08881B84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844833" y="5219308"/>
                  <a:ext cx="153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B3F67A5D-7A88-404D-BF5C-3BCC542D4324}"/>
                    </a:ext>
                  </a:extLst>
                </p14:cNvPr>
                <p14:cNvContentPartPr/>
                <p14:nvPr/>
              </p14:nvContentPartPr>
              <p14:xfrm>
                <a:off x="10003953" y="5272948"/>
                <a:ext cx="54360" cy="7092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B3F67A5D-7A88-404D-BF5C-3BCC542D432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986313" y="5254948"/>
                  <a:ext cx="90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B6996154-89BB-45FF-8D85-81ADEC65FF32}"/>
                    </a:ext>
                  </a:extLst>
                </p14:cNvPr>
                <p14:cNvContentPartPr/>
                <p14:nvPr/>
              </p14:nvContentPartPr>
              <p14:xfrm>
                <a:off x="10120233" y="5265388"/>
                <a:ext cx="14760" cy="6264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B6996154-89BB-45FF-8D85-81ADEC65FF3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102233" y="5247748"/>
                  <a:ext cx="50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757CF5B2-C2B7-43F6-91E6-3A2D20C7D288}"/>
                    </a:ext>
                  </a:extLst>
                </p14:cNvPr>
                <p14:cNvContentPartPr/>
                <p14:nvPr/>
              </p14:nvContentPartPr>
              <p14:xfrm>
                <a:off x="10226793" y="5249548"/>
                <a:ext cx="166320" cy="6840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757CF5B2-C2B7-43F6-91E6-3A2D20C7D28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209153" y="5231548"/>
                  <a:ext cx="201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A097574E-6C15-4F6D-8687-7A7FFAC10D6E}"/>
                    </a:ext>
                  </a:extLst>
                </p14:cNvPr>
                <p14:cNvContentPartPr/>
                <p14:nvPr/>
              </p14:nvContentPartPr>
              <p14:xfrm>
                <a:off x="10493193" y="5255308"/>
                <a:ext cx="45360" cy="3312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A097574E-6C15-4F6D-8687-7A7FFAC10D6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475193" y="5237668"/>
                  <a:ext cx="81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611B23BA-585C-42C9-95CE-E2BFA82640B3}"/>
                    </a:ext>
                  </a:extLst>
                </p14:cNvPr>
                <p14:cNvContentPartPr/>
                <p14:nvPr/>
              </p14:nvContentPartPr>
              <p14:xfrm>
                <a:off x="10541073" y="5198428"/>
                <a:ext cx="5760" cy="396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611B23BA-585C-42C9-95CE-E2BFA82640B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523073" y="5180788"/>
                  <a:ext cx="41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06B49E81-3D13-4B77-8614-2D320040307B}"/>
                    </a:ext>
                  </a:extLst>
                </p14:cNvPr>
                <p14:cNvContentPartPr/>
                <p14:nvPr/>
              </p14:nvContentPartPr>
              <p14:xfrm>
                <a:off x="10670673" y="5264308"/>
                <a:ext cx="83160" cy="3168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06B49E81-3D13-4B77-8614-2D320040307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652673" y="5246308"/>
                  <a:ext cx="1188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A55D2B12-DF98-4C1C-B4C1-CE7E61166573}"/>
                    </a:ext>
                  </a:extLst>
                </p14:cNvPr>
                <p14:cNvContentPartPr/>
                <p14:nvPr/>
              </p14:nvContentPartPr>
              <p14:xfrm>
                <a:off x="10857153" y="5260348"/>
                <a:ext cx="132120" cy="7560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A55D2B12-DF98-4C1C-B4C1-CE7E6116657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839513" y="5242348"/>
                  <a:ext cx="167760" cy="11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48A4E5C0-FD48-45B8-836E-B19F3F3D0546}"/>
                  </a:ext>
                </a:extLst>
              </p14:cNvPr>
              <p14:cNvContentPartPr/>
              <p14:nvPr/>
            </p14:nvContentPartPr>
            <p14:xfrm>
              <a:off x="11298153" y="5175388"/>
              <a:ext cx="145080" cy="118800"/>
            </p14:xfrm>
          </p:contentPart>
        </mc:Choice>
        <mc:Fallback xmlns=""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48A4E5C0-FD48-45B8-836E-B19F3F3D0546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11280513" y="5157388"/>
                <a:ext cx="1807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564DFF88-141A-43FC-AFC2-C6BC40322749}"/>
                  </a:ext>
                </a:extLst>
              </p14:cNvPr>
              <p14:cNvContentPartPr/>
              <p14:nvPr/>
            </p14:nvContentPartPr>
            <p14:xfrm>
              <a:off x="11594073" y="5192668"/>
              <a:ext cx="113760" cy="9900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564DFF88-141A-43FC-AFC2-C6BC40322749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11576073" y="5174668"/>
                <a:ext cx="149400" cy="13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155E181A-A417-4735-AB4C-794A6897332C}"/>
              </a:ext>
            </a:extLst>
          </p:cNvPr>
          <p:cNvGrpSpPr/>
          <p:nvPr/>
        </p:nvGrpSpPr>
        <p:grpSpPr>
          <a:xfrm>
            <a:off x="11327673" y="5477068"/>
            <a:ext cx="454680" cy="262080"/>
            <a:chOff x="11327673" y="5477068"/>
            <a:chExt cx="45468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7264F897-AAD6-4BB5-A12A-C61BC2D77F98}"/>
                    </a:ext>
                  </a:extLst>
                </p14:cNvPr>
                <p14:cNvContentPartPr/>
                <p14:nvPr/>
              </p14:nvContentPartPr>
              <p14:xfrm>
                <a:off x="11332713" y="5610268"/>
                <a:ext cx="22680" cy="12888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7264F897-AAD6-4BB5-A12A-C61BC2D77F9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315073" y="5592268"/>
                  <a:ext cx="583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6A288795-2986-46CE-BF6F-863FD2A82117}"/>
                    </a:ext>
                  </a:extLst>
                </p14:cNvPr>
                <p14:cNvContentPartPr/>
                <p14:nvPr/>
              </p14:nvContentPartPr>
              <p14:xfrm>
                <a:off x="11327673" y="5591908"/>
                <a:ext cx="96120" cy="4536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6A288795-2986-46CE-BF6F-863FD2A8211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310033" y="5574268"/>
                  <a:ext cx="1317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E4558170-DECD-47B6-9D84-C3608B8E9020}"/>
                    </a:ext>
                  </a:extLst>
                </p14:cNvPr>
                <p14:cNvContentPartPr/>
                <p14:nvPr/>
              </p14:nvContentPartPr>
              <p14:xfrm>
                <a:off x="11487513" y="5591908"/>
                <a:ext cx="62280" cy="7416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E4558170-DECD-47B6-9D84-C3608B8E902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469873" y="5573908"/>
                  <a:ext cx="97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86BCEA82-EC25-49EF-BB1F-C4B07D208E7C}"/>
                    </a:ext>
                  </a:extLst>
                </p14:cNvPr>
                <p14:cNvContentPartPr/>
                <p14:nvPr/>
              </p14:nvContentPartPr>
              <p14:xfrm>
                <a:off x="11594073" y="5477068"/>
                <a:ext cx="18360" cy="16812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86BCEA82-EC25-49EF-BB1F-C4B07D208E7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576073" y="5459428"/>
                  <a:ext cx="54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7E0FDF45-3799-44A1-98D1-E8A446EAF1B8}"/>
                    </a:ext>
                  </a:extLst>
                </p14:cNvPr>
                <p14:cNvContentPartPr/>
                <p14:nvPr/>
              </p14:nvContentPartPr>
              <p14:xfrm>
                <a:off x="11700633" y="5618188"/>
                <a:ext cx="81720" cy="6552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7E0FDF45-3799-44A1-98D1-E8A446EAF1B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682633" y="5600188"/>
                  <a:ext cx="11736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Agrupar 148">
            <a:extLst>
              <a:ext uri="{FF2B5EF4-FFF2-40B4-BE49-F238E27FC236}">
                <a16:creationId xmlns:a16="http://schemas.microsoft.com/office/drawing/2014/main" id="{259CCDBB-9556-42BE-9FD1-29F93B4866C6}"/>
              </a:ext>
            </a:extLst>
          </p:cNvPr>
          <p:cNvGrpSpPr/>
          <p:nvPr/>
        </p:nvGrpSpPr>
        <p:grpSpPr>
          <a:xfrm>
            <a:off x="10024113" y="5486068"/>
            <a:ext cx="1058760" cy="304560"/>
            <a:chOff x="10024113" y="5486068"/>
            <a:chExt cx="105876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586368AB-3C3F-413B-8DE6-68BDF7D16E31}"/>
                    </a:ext>
                  </a:extLst>
                </p14:cNvPr>
                <p14:cNvContentPartPr/>
                <p14:nvPr/>
              </p14:nvContentPartPr>
              <p14:xfrm>
                <a:off x="10024113" y="5603788"/>
                <a:ext cx="77400" cy="10656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586368AB-3C3F-413B-8DE6-68BDF7D16E3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006473" y="5585788"/>
                  <a:ext cx="113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9E8070B4-37EA-43EE-A500-188AC056ADD8}"/>
                    </a:ext>
                  </a:extLst>
                </p14:cNvPr>
                <p14:cNvContentPartPr/>
                <p14:nvPr/>
              </p14:nvContentPartPr>
              <p14:xfrm>
                <a:off x="10155873" y="5494708"/>
                <a:ext cx="99360" cy="17532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9E8070B4-37EA-43EE-A500-188AC056ADD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138233" y="5477068"/>
                  <a:ext cx="135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F784DACD-6E94-43B3-8105-778565076DB0}"/>
                    </a:ext>
                  </a:extLst>
                </p14:cNvPr>
                <p14:cNvContentPartPr/>
                <p14:nvPr/>
              </p14:nvContentPartPr>
              <p14:xfrm>
                <a:off x="10359633" y="5612428"/>
                <a:ext cx="50400" cy="6336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F784DACD-6E94-43B3-8105-778565076DB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341993" y="5594788"/>
                  <a:ext cx="86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746A903C-45B3-49CD-BE41-7ECC8D687CCD}"/>
                    </a:ext>
                  </a:extLst>
                </p14:cNvPr>
                <p14:cNvContentPartPr/>
                <p14:nvPr/>
              </p14:nvContentPartPr>
              <p14:xfrm>
                <a:off x="10484193" y="5627908"/>
                <a:ext cx="62640" cy="5292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746A903C-45B3-49CD-BE41-7ECC8D687CC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466553" y="5610268"/>
                  <a:ext cx="98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7A6EF417-B3F1-4068-866C-3B8E911DFAA2}"/>
                    </a:ext>
                  </a:extLst>
                </p14:cNvPr>
                <p14:cNvContentPartPr/>
                <p14:nvPr/>
              </p14:nvContentPartPr>
              <p14:xfrm>
                <a:off x="10476993" y="5672548"/>
                <a:ext cx="106920" cy="11808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7A6EF417-B3F1-4068-866C-3B8E911DFAA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458993" y="5654908"/>
                  <a:ext cx="1425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E23D204E-75B9-49E2-B71D-717D320204A2}"/>
                    </a:ext>
                  </a:extLst>
                </p14:cNvPr>
                <p14:cNvContentPartPr/>
                <p14:nvPr/>
              </p14:nvContentPartPr>
              <p14:xfrm>
                <a:off x="10627473" y="5628268"/>
                <a:ext cx="86400" cy="3564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E23D204E-75B9-49E2-B71D-717D320204A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609473" y="5610268"/>
                  <a:ext cx="122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DC0E096A-25D5-4C49-9D30-6B39AC77BEBD}"/>
                    </a:ext>
                  </a:extLst>
                </p14:cNvPr>
                <p14:cNvContentPartPr/>
                <p14:nvPr/>
              </p14:nvContentPartPr>
              <p14:xfrm>
                <a:off x="10763193" y="5583628"/>
                <a:ext cx="62640" cy="7308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DC0E096A-25D5-4C49-9D30-6B39AC77BEB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45193" y="5565988"/>
                  <a:ext cx="98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756A38DC-1BCD-4406-AC8A-BCEC012A0560}"/>
                    </a:ext>
                  </a:extLst>
                </p14:cNvPr>
                <p14:cNvContentPartPr/>
                <p14:nvPr/>
              </p14:nvContentPartPr>
              <p14:xfrm>
                <a:off x="10812153" y="5486068"/>
                <a:ext cx="18720" cy="13284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756A38DC-1BCD-4406-AC8A-BCEC012A056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794153" y="5468068"/>
                  <a:ext cx="543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545384A5-A137-4D2D-8916-C44CEAE92E65}"/>
                    </a:ext>
                  </a:extLst>
                </p14:cNvPr>
                <p14:cNvContentPartPr/>
                <p14:nvPr/>
              </p14:nvContentPartPr>
              <p14:xfrm>
                <a:off x="10946793" y="5600548"/>
                <a:ext cx="81000" cy="7380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545384A5-A137-4D2D-8916-C44CEAE92E6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929153" y="5582548"/>
                  <a:ext cx="116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B90C089A-A7AE-4EF5-9F74-827AB043C4DD}"/>
                    </a:ext>
                  </a:extLst>
                </p14:cNvPr>
                <p14:cNvContentPartPr/>
                <p14:nvPr/>
              </p14:nvContentPartPr>
              <p14:xfrm>
                <a:off x="11025633" y="5654548"/>
                <a:ext cx="57240" cy="3492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B90C089A-A7AE-4EF5-9F74-827AB043C4D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007993" y="5636908"/>
                  <a:ext cx="92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FC0EA961-9FE6-404C-BB50-7315D8B89C55}"/>
                    </a:ext>
                  </a:extLst>
                </p14:cNvPr>
                <p14:cNvContentPartPr/>
                <p14:nvPr/>
              </p14:nvContentPartPr>
              <p14:xfrm>
                <a:off x="10591113" y="5574988"/>
                <a:ext cx="57960" cy="5904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FC0EA961-9FE6-404C-BB50-7315D8B89C5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573113" y="5556988"/>
                  <a:ext cx="936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B29BFFDA-48E7-476D-A6D6-8A40E75488DC}"/>
              </a:ext>
            </a:extLst>
          </p:cNvPr>
          <p:cNvGrpSpPr/>
          <p:nvPr/>
        </p:nvGrpSpPr>
        <p:grpSpPr>
          <a:xfrm>
            <a:off x="10062633" y="5859028"/>
            <a:ext cx="714240" cy="215640"/>
            <a:chOff x="10062633" y="5859028"/>
            <a:chExt cx="71424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3D2C4BF0-3BF2-4D14-8755-E11B99CC432B}"/>
                    </a:ext>
                  </a:extLst>
                </p14:cNvPr>
                <p14:cNvContentPartPr/>
                <p14:nvPr/>
              </p14:nvContentPartPr>
              <p14:xfrm>
                <a:off x="10062633" y="5956588"/>
                <a:ext cx="105120" cy="11808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3D2C4BF0-3BF2-4D14-8755-E11B99CC432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044633" y="5938948"/>
                  <a:ext cx="140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8E0CD32B-D620-4C5C-A9B4-A6FEC66BB6D5}"/>
                    </a:ext>
                  </a:extLst>
                </p14:cNvPr>
                <p14:cNvContentPartPr/>
                <p14:nvPr/>
              </p14:nvContentPartPr>
              <p14:xfrm>
                <a:off x="10226793" y="5974228"/>
                <a:ext cx="79920" cy="7956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8E0CD32B-D620-4C5C-A9B4-A6FEC66BB6D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209153" y="5956228"/>
                  <a:ext cx="115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A97798A1-9131-42FF-AFCE-21A3C48EB02C}"/>
                    </a:ext>
                  </a:extLst>
                </p14:cNvPr>
                <p14:cNvContentPartPr/>
                <p14:nvPr/>
              </p14:nvContentPartPr>
              <p14:xfrm>
                <a:off x="10395273" y="5982868"/>
                <a:ext cx="12600" cy="5796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A97798A1-9131-42FF-AFCE-21A3C48EB02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377633" y="5965228"/>
                  <a:ext cx="48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A3BD4F80-5179-4B01-BBF4-036A9BC284F2}"/>
                    </a:ext>
                  </a:extLst>
                </p14:cNvPr>
                <p14:cNvContentPartPr/>
                <p14:nvPr/>
              </p14:nvContentPartPr>
              <p14:xfrm>
                <a:off x="10412913" y="5908708"/>
                <a:ext cx="3960" cy="1260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A3BD4F80-5179-4B01-BBF4-036A9BC284F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395273" y="5890708"/>
                  <a:ext cx="39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D015ACAA-1396-408E-AAE5-24F5FDB21FCC}"/>
                    </a:ext>
                  </a:extLst>
                </p14:cNvPr>
                <p14:cNvContentPartPr/>
                <p14:nvPr/>
              </p14:nvContentPartPr>
              <p14:xfrm>
                <a:off x="10521273" y="5965228"/>
                <a:ext cx="50040" cy="6660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D015ACAA-1396-408E-AAE5-24F5FDB21FC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503273" y="5947588"/>
                  <a:ext cx="856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DF4AFC27-3016-4B51-91E1-EDD77BB11066}"/>
                    </a:ext>
                  </a:extLst>
                </p14:cNvPr>
                <p14:cNvContentPartPr/>
                <p14:nvPr/>
              </p14:nvContentPartPr>
              <p14:xfrm>
                <a:off x="10555113" y="5859028"/>
                <a:ext cx="41760" cy="17136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DF4AFC27-3016-4B51-91E1-EDD77BB1106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537473" y="5841028"/>
                  <a:ext cx="77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DA487C47-14E3-4862-BF1D-DD40C4BF41BA}"/>
                    </a:ext>
                  </a:extLst>
                </p14:cNvPr>
                <p14:cNvContentPartPr/>
                <p14:nvPr/>
              </p14:nvContentPartPr>
              <p14:xfrm>
                <a:off x="10656993" y="5974228"/>
                <a:ext cx="119880" cy="6120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DA487C47-14E3-4862-BF1D-DD40C4BF41B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639353" y="5956228"/>
                  <a:ext cx="15552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Agrupar 163">
            <a:extLst>
              <a:ext uri="{FF2B5EF4-FFF2-40B4-BE49-F238E27FC236}">
                <a16:creationId xmlns:a16="http://schemas.microsoft.com/office/drawing/2014/main" id="{75E1C48D-9A36-4F23-A543-3EDF98C9A0D4}"/>
              </a:ext>
            </a:extLst>
          </p:cNvPr>
          <p:cNvGrpSpPr/>
          <p:nvPr/>
        </p:nvGrpSpPr>
        <p:grpSpPr>
          <a:xfrm>
            <a:off x="11034633" y="5910868"/>
            <a:ext cx="489960" cy="131400"/>
            <a:chOff x="11034633" y="5910868"/>
            <a:chExt cx="489960" cy="1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ED3404B9-D1AE-4AB8-9DCE-AE34441DB9D3}"/>
                    </a:ext>
                  </a:extLst>
                </p14:cNvPr>
                <p14:cNvContentPartPr/>
                <p14:nvPr/>
              </p14:nvContentPartPr>
              <p14:xfrm>
                <a:off x="11051913" y="5910868"/>
                <a:ext cx="78480" cy="13140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ED3404B9-D1AE-4AB8-9DCE-AE34441DB9D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033913" y="5892868"/>
                  <a:ext cx="1141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1ED4F50D-148F-40B5-99EC-5629E5292847}"/>
                    </a:ext>
                  </a:extLst>
                </p14:cNvPr>
                <p14:cNvContentPartPr/>
                <p14:nvPr/>
              </p14:nvContentPartPr>
              <p14:xfrm>
                <a:off x="11034633" y="5965228"/>
                <a:ext cx="51480" cy="36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1ED4F50D-148F-40B5-99EC-5629E529284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016633" y="5947588"/>
                  <a:ext cx="87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7AF340B9-DCCE-42E1-A457-20772C7FD04E}"/>
                    </a:ext>
                  </a:extLst>
                </p14:cNvPr>
                <p14:cNvContentPartPr/>
                <p14:nvPr/>
              </p14:nvContentPartPr>
              <p14:xfrm>
                <a:off x="11221113" y="5938588"/>
                <a:ext cx="50400" cy="6264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7AF340B9-DCCE-42E1-A457-20772C7FD04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203113" y="5920588"/>
                  <a:ext cx="86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F7E4B32B-4E76-46CD-ABA1-4759D7DECA02}"/>
                    </a:ext>
                  </a:extLst>
                </p14:cNvPr>
                <p14:cNvContentPartPr/>
                <p14:nvPr/>
              </p14:nvContentPartPr>
              <p14:xfrm>
                <a:off x="11328393" y="5937508"/>
                <a:ext cx="31680" cy="8100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F7E4B32B-4E76-46CD-ABA1-4759D7DECA0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310753" y="5919508"/>
                  <a:ext cx="673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13FC91A9-F0E6-4132-A075-D6E2AEEFF9E4}"/>
                    </a:ext>
                  </a:extLst>
                </p14:cNvPr>
                <p14:cNvContentPartPr/>
                <p14:nvPr/>
              </p14:nvContentPartPr>
              <p14:xfrm>
                <a:off x="11424873" y="5937508"/>
                <a:ext cx="99720" cy="8172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13FC91A9-F0E6-4132-A075-D6E2AEEFF9E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407233" y="5919868"/>
                  <a:ext cx="1353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955D4B96-38B7-4D08-BEBC-39FE805265AA}"/>
                  </a:ext>
                </a:extLst>
              </p14:cNvPr>
              <p14:cNvContentPartPr/>
              <p14:nvPr/>
            </p14:nvContentPartPr>
            <p14:xfrm>
              <a:off x="11789193" y="6059548"/>
              <a:ext cx="360" cy="3960"/>
            </p14:xfrm>
          </p:contentPart>
        </mc:Choice>
        <mc:Fallback xmlns=""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955D4B96-38B7-4D08-BEBC-39FE805265A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771193" y="6041908"/>
                <a:ext cx="360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F10785E-1F40-4F86-9DFE-354D9E60B075}"/>
                  </a:ext>
                </a:extLst>
              </p14:cNvPr>
              <p14:cNvContentPartPr/>
              <p14:nvPr/>
            </p14:nvContentPartPr>
            <p14:xfrm>
              <a:off x="5799153" y="3817108"/>
              <a:ext cx="122040" cy="12384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F10785E-1F40-4F86-9DFE-354D9E60B07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781513" y="3781468"/>
                <a:ext cx="1576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ABE9C02C-1703-47E0-B3F2-52F76C6CF1DE}"/>
                  </a:ext>
                </a:extLst>
              </p14:cNvPr>
              <p14:cNvContentPartPr/>
              <p14:nvPr/>
            </p14:nvContentPartPr>
            <p14:xfrm>
              <a:off x="5912193" y="3941308"/>
              <a:ext cx="1055160" cy="40068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ABE9C02C-1703-47E0-B3F2-52F76C6CF1DE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894553" y="3905308"/>
                <a:ext cx="109080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92" name="Tinta 291">
                <a:extLst>
                  <a:ext uri="{FF2B5EF4-FFF2-40B4-BE49-F238E27FC236}">
                    <a16:creationId xmlns:a16="http://schemas.microsoft.com/office/drawing/2014/main" id="{24DE3627-42BB-4D9C-B8A0-65C80381ED48}"/>
                  </a:ext>
                </a:extLst>
              </p14:cNvPr>
              <p14:cNvContentPartPr/>
              <p14:nvPr/>
            </p14:nvContentPartPr>
            <p14:xfrm>
              <a:off x="5157633" y="3593188"/>
              <a:ext cx="64080" cy="157320"/>
            </p14:xfrm>
          </p:contentPart>
        </mc:Choice>
        <mc:Fallback xmlns="">
          <p:pic>
            <p:nvPicPr>
              <p:cNvPr id="292" name="Tinta 291">
                <a:extLst>
                  <a:ext uri="{FF2B5EF4-FFF2-40B4-BE49-F238E27FC236}">
                    <a16:creationId xmlns:a16="http://schemas.microsoft.com/office/drawing/2014/main" id="{24DE3627-42BB-4D9C-B8A0-65C80381ED48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5139993" y="3557188"/>
                <a:ext cx="997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91" name="Tinta 290">
                <a:extLst>
                  <a:ext uri="{FF2B5EF4-FFF2-40B4-BE49-F238E27FC236}">
                    <a16:creationId xmlns:a16="http://schemas.microsoft.com/office/drawing/2014/main" id="{44221071-CF90-467F-A76D-A22BFCD3269F}"/>
                  </a:ext>
                </a:extLst>
              </p14:cNvPr>
              <p14:cNvContentPartPr/>
              <p14:nvPr/>
            </p14:nvContentPartPr>
            <p14:xfrm>
              <a:off x="3399753" y="1793188"/>
              <a:ext cx="1751760" cy="1734840"/>
            </p14:xfrm>
          </p:contentPart>
        </mc:Choice>
        <mc:Fallback xmlns="">
          <p:pic>
            <p:nvPicPr>
              <p:cNvPr id="291" name="Tinta 290">
                <a:extLst>
                  <a:ext uri="{FF2B5EF4-FFF2-40B4-BE49-F238E27FC236}">
                    <a16:creationId xmlns:a16="http://schemas.microsoft.com/office/drawing/2014/main" id="{44221071-CF90-467F-A76D-A22BFCD3269F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382113" y="1757188"/>
                <a:ext cx="1787400" cy="180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6F14AB89-DDE7-40F5-B06B-BB682DE9C894}"/>
                  </a:ext>
                </a:extLst>
              </p14:cNvPr>
              <p14:cNvContentPartPr/>
              <p14:nvPr/>
            </p14:nvContentPartPr>
            <p14:xfrm>
              <a:off x="6204873" y="3382228"/>
              <a:ext cx="218880" cy="12636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6F14AB89-DDE7-40F5-B06B-BB682DE9C894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6187233" y="3364228"/>
                <a:ext cx="2545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5714F0FF-9065-444F-B864-EF903AA42D7E}"/>
                  </a:ext>
                </a:extLst>
              </p14:cNvPr>
              <p14:cNvContentPartPr/>
              <p14:nvPr/>
            </p14:nvContentPartPr>
            <p14:xfrm>
              <a:off x="8841873" y="3718828"/>
              <a:ext cx="220320" cy="135360"/>
            </p14:xfrm>
          </p:contentPart>
        </mc:Choice>
        <mc:Fallback xmlns=""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5714F0FF-9065-444F-B864-EF903AA42D7E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823873" y="3700828"/>
                <a:ext cx="2559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296E0BC0-003D-49AD-8D2A-72DE23F5FD61}"/>
                  </a:ext>
                </a:extLst>
              </p14:cNvPr>
              <p14:cNvContentPartPr/>
              <p14:nvPr/>
            </p14:nvContentPartPr>
            <p14:xfrm>
              <a:off x="6374073" y="3747628"/>
              <a:ext cx="228240" cy="144720"/>
            </p14:xfrm>
          </p:contentPart>
        </mc:Choice>
        <mc:Fallback xmlns=""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296E0BC0-003D-49AD-8D2A-72DE23F5FD61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356073" y="3729988"/>
                <a:ext cx="2638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6ABD95A8-825C-4791-AD64-A6D52C670F86}"/>
                  </a:ext>
                </a:extLst>
              </p14:cNvPr>
              <p14:cNvContentPartPr/>
              <p14:nvPr/>
            </p14:nvContentPartPr>
            <p14:xfrm>
              <a:off x="6264273" y="4066948"/>
              <a:ext cx="205920" cy="147600"/>
            </p14:xfrm>
          </p:contentPart>
        </mc:Choice>
        <mc:Fallback xmlns=""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6ABD95A8-825C-4791-AD64-A6D52C670F86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246633" y="4049308"/>
                <a:ext cx="24156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1EE07841-26B1-4AFC-BF9D-CCF7D87BED50}"/>
                  </a:ext>
                </a:extLst>
              </p14:cNvPr>
              <p14:cNvContentPartPr/>
              <p14:nvPr/>
            </p14:nvContentPartPr>
            <p14:xfrm>
              <a:off x="3718353" y="2113228"/>
              <a:ext cx="225360" cy="225720"/>
            </p14:xfrm>
          </p:contentPart>
        </mc:Choice>
        <mc:Fallback xmlns=""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1EE07841-26B1-4AFC-BF9D-CCF7D87BED50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3700353" y="2095228"/>
                <a:ext cx="26100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A3FA5D4E-C653-47EF-87D1-DFA782C81564}"/>
                  </a:ext>
                </a:extLst>
              </p14:cNvPr>
              <p14:cNvContentPartPr/>
              <p14:nvPr/>
            </p14:nvContentPartPr>
            <p14:xfrm>
              <a:off x="4056753" y="4953628"/>
              <a:ext cx="250560" cy="187200"/>
            </p14:xfrm>
          </p:contentPart>
        </mc:Choice>
        <mc:Fallback xmlns=""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A3FA5D4E-C653-47EF-87D1-DFA782C81564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038753" y="4935628"/>
                <a:ext cx="2862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6E01205A-BF58-46BD-96D4-90B021F99999}"/>
                  </a:ext>
                </a:extLst>
              </p14:cNvPr>
              <p14:cNvContentPartPr/>
              <p14:nvPr/>
            </p14:nvContentPartPr>
            <p14:xfrm>
              <a:off x="3746073" y="3706588"/>
              <a:ext cx="243000" cy="164160"/>
            </p14:xfrm>
          </p:contentPart>
        </mc:Choice>
        <mc:Fallback xmlns=""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6E01205A-BF58-46BD-96D4-90B021F9999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728073" y="3688588"/>
                <a:ext cx="2786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97" name="Tinta 296">
                <a:extLst>
                  <a:ext uri="{FF2B5EF4-FFF2-40B4-BE49-F238E27FC236}">
                    <a16:creationId xmlns:a16="http://schemas.microsoft.com/office/drawing/2014/main" id="{80896847-4D5B-4C76-9F46-151C097FCCE5}"/>
                  </a:ext>
                </a:extLst>
              </p14:cNvPr>
              <p14:cNvContentPartPr/>
              <p14:nvPr/>
            </p14:nvContentPartPr>
            <p14:xfrm>
              <a:off x="5444913" y="3693628"/>
              <a:ext cx="188640" cy="173880"/>
            </p14:xfrm>
          </p:contentPart>
        </mc:Choice>
        <mc:Fallback xmlns="">
          <p:pic>
            <p:nvPicPr>
              <p:cNvPr id="297" name="Tinta 296">
                <a:extLst>
                  <a:ext uri="{FF2B5EF4-FFF2-40B4-BE49-F238E27FC236}">
                    <a16:creationId xmlns:a16="http://schemas.microsoft.com/office/drawing/2014/main" id="{80896847-4D5B-4C76-9F46-151C097FCCE5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427273" y="3675988"/>
                <a:ext cx="2242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47" name="Tinta 146">
                <a:extLst>
                  <a:ext uri="{FF2B5EF4-FFF2-40B4-BE49-F238E27FC236}">
                    <a16:creationId xmlns:a16="http://schemas.microsoft.com/office/drawing/2014/main" id="{3B8544DB-8C23-4BC3-9F3D-1165CFF0A55D}"/>
                  </a:ext>
                </a:extLst>
              </p14:cNvPr>
              <p14:cNvContentPartPr/>
              <p14:nvPr/>
            </p14:nvContentPartPr>
            <p14:xfrm>
              <a:off x="1863993" y="3781108"/>
              <a:ext cx="1492920" cy="36360"/>
            </p14:xfrm>
          </p:contentPart>
        </mc:Choice>
        <mc:Fallback xmlns="">
          <p:pic>
            <p:nvPicPr>
              <p:cNvPr id="147" name="Tinta 146">
                <a:extLst>
                  <a:ext uri="{FF2B5EF4-FFF2-40B4-BE49-F238E27FC236}">
                    <a16:creationId xmlns:a16="http://schemas.microsoft.com/office/drawing/2014/main" id="{3B8544DB-8C23-4BC3-9F3D-1165CFF0A55D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845993" y="3745108"/>
                <a:ext cx="152856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65" name="Tinta 164">
                <a:extLst>
                  <a:ext uri="{FF2B5EF4-FFF2-40B4-BE49-F238E27FC236}">
                    <a16:creationId xmlns:a16="http://schemas.microsoft.com/office/drawing/2014/main" id="{106AEAFC-2692-4A7C-9166-9BAE611CCE85}"/>
                  </a:ext>
                </a:extLst>
              </p14:cNvPr>
              <p14:cNvContentPartPr/>
              <p14:nvPr/>
            </p14:nvContentPartPr>
            <p14:xfrm>
              <a:off x="7075353" y="3781108"/>
              <a:ext cx="1090440" cy="27720"/>
            </p14:xfrm>
          </p:contentPart>
        </mc:Choice>
        <mc:Fallback xmlns="">
          <p:pic>
            <p:nvPicPr>
              <p:cNvPr id="165" name="Tinta 164">
                <a:extLst>
                  <a:ext uri="{FF2B5EF4-FFF2-40B4-BE49-F238E27FC236}">
                    <a16:creationId xmlns:a16="http://schemas.microsoft.com/office/drawing/2014/main" id="{106AEAFC-2692-4A7C-9166-9BAE611CCE85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057353" y="3745468"/>
                <a:ext cx="11260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66" name="Tinta 165">
                <a:extLst>
                  <a:ext uri="{FF2B5EF4-FFF2-40B4-BE49-F238E27FC236}">
                    <a16:creationId xmlns:a16="http://schemas.microsoft.com/office/drawing/2014/main" id="{E8E9A5F3-E43E-4712-9D4C-5BB5F19572FD}"/>
                  </a:ext>
                </a:extLst>
              </p14:cNvPr>
              <p14:cNvContentPartPr/>
              <p14:nvPr/>
            </p14:nvContentPartPr>
            <p14:xfrm>
              <a:off x="7075353" y="1778068"/>
              <a:ext cx="1928160" cy="1453320"/>
            </p14:xfrm>
          </p:contentPart>
        </mc:Choice>
        <mc:Fallback xmlns="">
          <p:pic>
            <p:nvPicPr>
              <p:cNvPr id="166" name="Tinta 165">
                <a:extLst>
                  <a:ext uri="{FF2B5EF4-FFF2-40B4-BE49-F238E27FC236}">
                    <a16:creationId xmlns:a16="http://schemas.microsoft.com/office/drawing/2014/main" id="{E8E9A5F3-E43E-4712-9D4C-5BB5F19572FD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057353" y="1742428"/>
                <a:ext cx="1963800" cy="15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67" name="Tinta 166">
                <a:extLst>
                  <a:ext uri="{FF2B5EF4-FFF2-40B4-BE49-F238E27FC236}">
                    <a16:creationId xmlns:a16="http://schemas.microsoft.com/office/drawing/2014/main" id="{FA83FC58-1372-4D11-AF97-131FC8C80200}"/>
                  </a:ext>
                </a:extLst>
              </p14:cNvPr>
              <p14:cNvContentPartPr/>
              <p14:nvPr/>
            </p14:nvContentPartPr>
            <p14:xfrm>
              <a:off x="7048353" y="4341628"/>
              <a:ext cx="178560" cy="60480"/>
            </p14:xfrm>
          </p:contentPart>
        </mc:Choice>
        <mc:Fallback xmlns="">
          <p:pic>
            <p:nvPicPr>
              <p:cNvPr id="167" name="Tinta 166">
                <a:extLst>
                  <a:ext uri="{FF2B5EF4-FFF2-40B4-BE49-F238E27FC236}">
                    <a16:creationId xmlns:a16="http://schemas.microsoft.com/office/drawing/2014/main" id="{FA83FC58-1372-4D11-AF97-131FC8C80200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7030713" y="4305988"/>
                <a:ext cx="2142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E72CBE3D-9599-4B89-9C0E-103730C180F0}"/>
                  </a:ext>
                </a:extLst>
              </p14:cNvPr>
              <p14:cNvContentPartPr/>
              <p14:nvPr/>
            </p14:nvContentPartPr>
            <p14:xfrm>
              <a:off x="7235193" y="4411828"/>
              <a:ext cx="1788120" cy="1344240"/>
            </p14:xfrm>
          </p:contentPart>
        </mc:Choice>
        <mc:Fallback xmlns=""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E72CBE3D-9599-4B89-9C0E-103730C180F0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217193" y="4376188"/>
                <a:ext cx="1823760" cy="14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85D651CB-E02A-4C30-8E3F-9C2FE6770772}"/>
                  </a:ext>
                </a:extLst>
              </p14:cNvPr>
              <p14:cNvContentPartPr/>
              <p14:nvPr/>
            </p14:nvContentPartPr>
            <p14:xfrm>
              <a:off x="7581153" y="2927548"/>
              <a:ext cx="178200" cy="135360"/>
            </p14:xfrm>
          </p:contentPart>
        </mc:Choice>
        <mc:Fallback xmlns=""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85D651CB-E02A-4C30-8E3F-9C2FE6770772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7563153" y="2909908"/>
                <a:ext cx="2138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B18DD33E-5E47-4B61-BC14-1E010576C333}"/>
                  </a:ext>
                </a:extLst>
              </p14:cNvPr>
              <p14:cNvContentPartPr/>
              <p14:nvPr/>
            </p14:nvContentPartPr>
            <p14:xfrm>
              <a:off x="8752953" y="1883908"/>
              <a:ext cx="181080" cy="120960"/>
            </p14:xfrm>
          </p:contentPart>
        </mc:Choice>
        <mc:Fallback xmlns=""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B18DD33E-5E47-4B61-BC14-1E010576C333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8734953" y="1865908"/>
                <a:ext cx="21672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A82D480D-B31F-40D7-88FB-9ECFAAE5C643}"/>
              </a:ext>
            </a:extLst>
          </p:cNvPr>
          <p:cNvGrpSpPr/>
          <p:nvPr/>
        </p:nvGrpSpPr>
        <p:grpSpPr>
          <a:xfrm>
            <a:off x="2698473" y="3709468"/>
            <a:ext cx="182880" cy="131760"/>
            <a:chOff x="2698473" y="3709468"/>
            <a:chExt cx="18288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1C41B491-49A7-406A-877F-01E4756D7456}"/>
                    </a:ext>
                  </a:extLst>
                </p14:cNvPr>
                <p14:cNvContentPartPr/>
                <p14:nvPr/>
              </p14:nvContentPartPr>
              <p14:xfrm>
                <a:off x="2698473" y="3719548"/>
                <a:ext cx="130320" cy="5328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1C41B491-49A7-406A-877F-01E4756D745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680833" y="3701908"/>
                  <a:ext cx="165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58E2BB67-4512-4B54-8F52-44A6A7AAB675}"/>
                    </a:ext>
                  </a:extLst>
                </p14:cNvPr>
                <p14:cNvContentPartPr/>
                <p14:nvPr/>
              </p14:nvContentPartPr>
              <p14:xfrm>
                <a:off x="2701353" y="3709468"/>
                <a:ext cx="180000" cy="13176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58E2BB67-4512-4B54-8F52-44A6A7AAB67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683713" y="3691468"/>
                  <a:ext cx="215640" cy="16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74" name="Tinta 173">
                <a:extLst>
                  <a:ext uri="{FF2B5EF4-FFF2-40B4-BE49-F238E27FC236}">
                    <a16:creationId xmlns:a16="http://schemas.microsoft.com/office/drawing/2014/main" id="{ACB7AA53-2BFA-41C7-86EE-71748CD23A1A}"/>
                  </a:ext>
                </a:extLst>
              </p14:cNvPr>
              <p14:cNvContentPartPr/>
              <p14:nvPr/>
            </p14:nvContentPartPr>
            <p14:xfrm>
              <a:off x="7572153" y="4556548"/>
              <a:ext cx="167400" cy="162000"/>
            </p14:xfrm>
          </p:contentPart>
        </mc:Choice>
        <mc:Fallback xmlns="">
          <p:pic>
            <p:nvPicPr>
              <p:cNvPr id="174" name="Tinta 173">
                <a:extLst>
                  <a:ext uri="{FF2B5EF4-FFF2-40B4-BE49-F238E27FC236}">
                    <a16:creationId xmlns:a16="http://schemas.microsoft.com/office/drawing/2014/main" id="{ACB7AA53-2BFA-41C7-86EE-71748CD23A1A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7554513" y="4538908"/>
                <a:ext cx="2030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3B563196-43EE-40D0-9309-C4CFE41445B6}"/>
                  </a:ext>
                </a:extLst>
              </p14:cNvPr>
              <p14:cNvContentPartPr/>
              <p14:nvPr/>
            </p14:nvContentPartPr>
            <p14:xfrm>
              <a:off x="8633793" y="5439628"/>
              <a:ext cx="146520" cy="125280"/>
            </p14:xfrm>
          </p:contentPart>
        </mc:Choice>
        <mc:Fallback xmlns=""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3B563196-43EE-40D0-9309-C4CFE41445B6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8615793" y="5421628"/>
                <a:ext cx="182160" cy="16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Agrupar 185">
            <a:extLst>
              <a:ext uri="{FF2B5EF4-FFF2-40B4-BE49-F238E27FC236}">
                <a16:creationId xmlns:a16="http://schemas.microsoft.com/office/drawing/2014/main" id="{3D56A9F0-4D7F-41A1-8AD8-584CAED8F91C}"/>
              </a:ext>
            </a:extLst>
          </p:cNvPr>
          <p:cNvGrpSpPr/>
          <p:nvPr/>
        </p:nvGrpSpPr>
        <p:grpSpPr>
          <a:xfrm>
            <a:off x="9108273" y="1810828"/>
            <a:ext cx="816120" cy="168840"/>
            <a:chOff x="9108273" y="1810828"/>
            <a:chExt cx="816120" cy="1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5740E67A-8AE2-469F-8459-B503F7016EBA}"/>
                    </a:ext>
                  </a:extLst>
                </p14:cNvPr>
                <p14:cNvContentPartPr/>
                <p14:nvPr/>
              </p14:nvContentPartPr>
              <p14:xfrm>
                <a:off x="9108273" y="1837468"/>
                <a:ext cx="18720" cy="11484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5740E67A-8AE2-469F-8459-B503F7016EB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090273" y="1819828"/>
                  <a:ext cx="54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AF832EC8-2BC1-4353-96BC-BE5FAF16BE98}"/>
                    </a:ext>
                  </a:extLst>
                </p14:cNvPr>
                <p14:cNvContentPartPr/>
                <p14:nvPr/>
              </p14:nvContentPartPr>
              <p14:xfrm>
                <a:off x="9146793" y="1837468"/>
                <a:ext cx="72360" cy="10188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AF832EC8-2BC1-4353-96BC-BE5FAF16BE9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128793" y="1819828"/>
                  <a:ext cx="1080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34B3593A-C112-432F-B460-AA012096662D}"/>
                    </a:ext>
                  </a:extLst>
                </p14:cNvPr>
                <p14:cNvContentPartPr/>
                <p14:nvPr/>
              </p14:nvContentPartPr>
              <p14:xfrm>
                <a:off x="9330033" y="1872748"/>
                <a:ext cx="70200" cy="36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34B3593A-C112-432F-B460-AA012096662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312393" y="1854748"/>
                  <a:ext cx="105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5428D0CD-938E-48C7-8EB1-474D58E3F407}"/>
                    </a:ext>
                  </a:extLst>
                </p14:cNvPr>
                <p14:cNvContentPartPr/>
                <p14:nvPr/>
              </p14:nvContentPartPr>
              <p14:xfrm>
                <a:off x="9330033" y="1917028"/>
                <a:ext cx="51480" cy="936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5428D0CD-938E-48C7-8EB1-474D58E3F40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312393" y="1899388"/>
                  <a:ext cx="87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1A1A8388-2098-4BAF-A789-9FE0A9AFF865}"/>
                    </a:ext>
                  </a:extLst>
                </p14:cNvPr>
                <p14:cNvContentPartPr/>
                <p14:nvPr/>
              </p14:nvContentPartPr>
              <p14:xfrm>
                <a:off x="9587433" y="1810828"/>
                <a:ext cx="9720" cy="11808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1A1A8388-2098-4BAF-A789-9FE0A9AFF86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569793" y="1792828"/>
                  <a:ext cx="453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7AB2F27B-5405-4ABE-82CA-0A8087C565B3}"/>
                    </a:ext>
                  </a:extLst>
                </p14:cNvPr>
                <p14:cNvContentPartPr/>
                <p14:nvPr/>
              </p14:nvContentPartPr>
              <p14:xfrm>
                <a:off x="9543153" y="1863748"/>
                <a:ext cx="97200" cy="36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7AB2F27B-5405-4ABE-82CA-0A8087C565B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525153" y="1846108"/>
                  <a:ext cx="132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A06BF56F-AE3C-4100-90D8-7A969063C64D}"/>
                    </a:ext>
                  </a:extLst>
                </p14:cNvPr>
                <p14:cNvContentPartPr/>
                <p14:nvPr/>
              </p14:nvContentPartPr>
              <p14:xfrm>
                <a:off x="9543153" y="1979308"/>
                <a:ext cx="360" cy="36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A06BF56F-AE3C-4100-90D8-7A969063C64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525153" y="196130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9B9E9163-15A2-4016-A83F-318A32F0C566}"/>
                    </a:ext>
                  </a:extLst>
                </p14:cNvPr>
                <p14:cNvContentPartPr/>
                <p14:nvPr/>
              </p14:nvContentPartPr>
              <p14:xfrm>
                <a:off x="9714873" y="1836028"/>
                <a:ext cx="97560" cy="9108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9B9E9163-15A2-4016-A83F-318A32F0C56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97233" y="1818388"/>
                  <a:ext cx="133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E7CD2C59-384A-43D7-BD13-54BFC233DA71}"/>
                    </a:ext>
                  </a:extLst>
                </p14:cNvPr>
                <p14:cNvContentPartPr/>
                <p14:nvPr/>
              </p14:nvContentPartPr>
              <p14:xfrm>
                <a:off x="9810993" y="1836028"/>
                <a:ext cx="113400" cy="9144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E7CD2C59-384A-43D7-BD13-54BFC233DA7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93353" y="1818388"/>
                  <a:ext cx="14904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Agrupar 190">
            <a:extLst>
              <a:ext uri="{FF2B5EF4-FFF2-40B4-BE49-F238E27FC236}">
                <a16:creationId xmlns:a16="http://schemas.microsoft.com/office/drawing/2014/main" id="{9E74C4F4-DB3F-4B71-861B-24CA282E81B0}"/>
              </a:ext>
            </a:extLst>
          </p:cNvPr>
          <p:cNvGrpSpPr/>
          <p:nvPr/>
        </p:nvGrpSpPr>
        <p:grpSpPr>
          <a:xfrm>
            <a:off x="1890273" y="3941308"/>
            <a:ext cx="426960" cy="111600"/>
            <a:chOff x="1890273" y="3941308"/>
            <a:chExt cx="426960" cy="1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F066C0FC-BF26-4036-BA84-F36BA2AC5AB8}"/>
                    </a:ext>
                  </a:extLst>
                </p14:cNvPr>
                <p14:cNvContentPartPr/>
                <p14:nvPr/>
              </p14:nvContentPartPr>
              <p14:xfrm>
                <a:off x="1952913" y="3941308"/>
                <a:ext cx="12600" cy="11160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F066C0FC-BF26-4036-BA84-F36BA2AC5AB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934913" y="3923308"/>
                  <a:ext cx="482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333044AE-99E0-436A-B5A2-AD97F5E0EA7A}"/>
                    </a:ext>
                  </a:extLst>
                </p14:cNvPr>
                <p14:cNvContentPartPr/>
                <p14:nvPr/>
              </p14:nvContentPartPr>
              <p14:xfrm>
                <a:off x="1890273" y="3977668"/>
                <a:ext cx="106920" cy="2628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333044AE-99E0-436A-B5A2-AD97F5E0EA7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872633" y="3959668"/>
                  <a:ext cx="1425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4CC71906-767E-405E-83E0-0CD68092BAB2}"/>
                    </a:ext>
                  </a:extLst>
                </p14:cNvPr>
                <p14:cNvContentPartPr/>
                <p14:nvPr/>
              </p14:nvContentPartPr>
              <p14:xfrm>
                <a:off x="2101953" y="3966508"/>
                <a:ext cx="75240" cy="7416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4CC71906-767E-405E-83E0-0CD68092BAB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083953" y="3948508"/>
                  <a:ext cx="11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786A5BE3-7C61-4AB0-B85A-B83E61C22007}"/>
                    </a:ext>
                  </a:extLst>
                </p14:cNvPr>
                <p14:cNvContentPartPr/>
                <p14:nvPr/>
              </p14:nvContentPartPr>
              <p14:xfrm>
                <a:off x="2188353" y="3976228"/>
                <a:ext cx="128880" cy="7272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786A5BE3-7C61-4AB0-B85A-B83E61C2200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170353" y="3958588"/>
                  <a:ext cx="1645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Agrupar 196">
            <a:extLst>
              <a:ext uri="{FF2B5EF4-FFF2-40B4-BE49-F238E27FC236}">
                <a16:creationId xmlns:a16="http://schemas.microsoft.com/office/drawing/2014/main" id="{803C3905-0824-4D3F-AF33-506022DBDFEE}"/>
              </a:ext>
            </a:extLst>
          </p:cNvPr>
          <p:cNvGrpSpPr/>
          <p:nvPr/>
        </p:nvGrpSpPr>
        <p:grpSpPr>
          <a:xfrm>
            <a:off x="9045993" y="5617828"/>
            <a:ext cx="329400" cy="83880"/>
            <a:chOff x="9045993" y="5617828"/>
            <a:chExt cx="329400" cy="8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336B569F-2BD3-40B4-B8D0-B22C3EC924E3}"/>
                    </a:ext>
                  </a:extLst>
                </p14:cNvPr>
                <p14:cNvContentPartPr/>
                <p14:nvPr/>
              </p14:nvContentPartPr>
              <p14:xfrm>
                <a:off x="9075873" y="5628268"/>
                <a:ext cx="5760" cy="7344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336B569F-2BD3-40B4-B8D0-B22C3EC924E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058233" y="5610268"/>
                  <a:ext cx="414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582CD40C-9345-4E0F-AE91-64EDDDD22A44}"/>
                    </a:ext>
                  </a:extLst>
                </p14:cNvPr>
                <p14:cNvContentPartPr/>
                <p14:nvPr/>
              </p14:nvContentPartPr>
              <p14:xfrm>
                <a:off x="9045993" y="5654548"/>
                <a:ext cx="81000" cy="36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582CD40C-9345-4E0F-AE91-64EDDDD22A4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028353" y="5636908"/>
                  <a:ext cx="116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27A8CCA4-3454-4A41-9288-35D1557B71F5}"/>
                    </a:ext>
                  </a:extLst>
                </p14:cNvPr>
                <p14:cNvContentPartPr/>
                <p14:nvPr/>
              </p14:nvContentPartPr>
              <p14:xfrm>
                <a:off x="9186753" y="5617828"/>
                <a:ext cx="72720" cy="7056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27A8CCA4-3454-4A41-9288-35D1557B71F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169113" y="5600188"/>
                  <a:ext cx="1083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7E37394B-2D6E-4B84-A9ED-714D6B65532E}"/>
                    </a:ext>
                  </a:extLst>
                </p14:cNvPr>
                <p14:cNvContentPartPr/>
                <p14:nvPr/>
              </p14:nvContentPartPr>
              <p14:xfrm>
                <a:off x="9285393" y="5619268"/>
                <a:ext cx="90000" cy="6516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7E37394B-2D6E-4B84-A9ED-714D6B65532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267393" y="5601628"/>
                  <a:ext cx="12564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Agrupar 205">
            <a:extLst>
              <a:ext uri="{FF2B5EF4-FFF2-40B4-BE49-F238E27FC236}">
                <a16:creationId xmlns:a16="http://schemas.microsoft.com/office/drawing/2014/main" id="{06989B74-8072-42DD-9DA2-574497B7AEAF}"/>
              </a:ext>
            </a:extLst>
          </p:cNvPr>
          <p:cNvGrpSpPr/>
          <p:nvPr/>
        </p:nvGrpSpPr>
        <p:grpSpPr>
          <a:xfrm>
            <a:off x="6968073" y="3328948"/>
            <a:ext cx="463320" cy="160920"/>
            <a:chOff x="6968073" y="3328948"/>
            <a:chExt cx="46332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4A6069F5-62D6-40BD-91D7-59C466A4AEF7}"/>
                    </a:ext>
                  </a:extLst>
                </p14:cNvPr>
                <p14:cNvContentPartPr/>
                <p14:nvPr/>
              </p14:nvContentPartPr>
              <p14:xfrm>
                <a:off x="6968073" y="3328948"/>
                <a:ext cx="27360" cy="67320"/>
              </p14:xfrm>
            </p:contentPart>
          </mc:Choice>
          <mc:Fallback xmlns=""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4A6069F5-62D6-40BD-91D7-59C466A4AEF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950433" y="3310948"/>
                  <a:ext cx="63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079E61B2-A8CA-4770-AC3D-2B5D2E937E27}"/>
                    </a:ext>
                  </a:extLst>
                </p14:cNvPr>
                <p14:cNvContentPartPr/>
                <p14:nvPr/>
              </p14:nvContentPartPr>
              <p14:xfrm>
                <a:off x="6968793" y="3346588"/>
                <a:ext cx="9720" cy="10080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079E61B2-A8CA-4770-AC3D-2B5D2E937E2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950793" y="3328588"/>
                  <a:ext cx="45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F1382271-3D21-473B-82EB-75FBFB1BC658}"/>
                    </a:ext>
                  </a:extLst>
                </p14:cNvPr>
                <p14:cNvContentPartPr/>
                <p14:nvPr/>
              </p14:nvContentPartPr>
              <p14:xfrm>
                <a:off x="6968793" y="3408508"/>
                <a:ext cx="360" cy="8136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F1382271-3D21-473B-82EB-75FBFB1BC65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950793" y="3390868"/>
                  <a:ext cx="36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8C126F55-963A-4A89-90AD-89F9DF380EB7}"/>
                    </a:ext>
                  </a:extLst>
                </p14:cNvPr>
                <p14:cNvContentPartPr/>
                <p14:nvPr/>
              </p14:nvContentPartPr>
              <p14:xfrm>
                <a:off x="6986433" y="3376468"/>
                <a:ext cx="89280" cy="4140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8C126F55-963A-4A89-90AD-89F9DF380EB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968433" y="3358828"/>
                  <a:ext cx="124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8B850B8C-25CA-44DE-B7D5-B1CE726BC480}"/>
                    </a:ext>
                  </a:extLst>
                </p14:cNvPr>
                <p14:cNvContentPartPr/>
                <p14:nvPr/>
              </p14:nvContentPartPr>
              <p14:xfrm>
                <a:off x="6995073" y="3408508"/>
                <a:ext cx="77040" cy="56160"/>
              </p14:xfrm>
            </p:contentPart>
          </mc:Choice>
          <mc:Fallback xmlns=""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8B850B8C-25CA-44DE-B7D5-B1CE726BC48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977433" y="3390868"/>
                  <a:ext cx="112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016E1AE9-5D32-4CEA-95A8-526E9EA96B86}"/>
                    </a:ext>
                  </a:extLst>
                </p14:cNvPr>
                <p14:cNvContentPartPr/>
                <p14:nvPr/>
              </p14:nvContentPartPr>
              <p14:xfrm>
                <a:off x="7163913" y="3382228"/>
                <a:ext cx="70200" cy="972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016E1AE9-5D32-4CEA-95A8-526E9EA96B8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145913" y="3364228"/>
                  <a:ext cx="105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63F9BEAA-E2ED-453E-886B-E6969FF9E46A}"/>
                    </a:ext>
                  </a:extLst>
                </p14:cNvPr>
                <p14:cNvContentPartPr/>
                <p14:nvPr/>
              </p14:nvContentPartPr>
              <p14:xfrm>
                <a:off x="7172913" y="3435508"/>
                <a:ext cx="42120" cy="360"/>
              </p14:xfrm>
            </p:contentPart>
          </mc:Choice>
          <mc:Fallback xmlns=""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63F9BEAA-E2ED-453E-886B-E6969FF9E46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155273" y="3417508"/>
                  <a:ext cx="77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8668C15B-501F-4215-B5B3-3CFD75C38634}"/>
                    </a:ext>
                  </a:extLst>
                </p14:cNvPr>
                <p14:cNvContentPartPr/>
                <p14:nvPr/>
              </p14:nvContentPartPr>
              <p14:xfrm>
                <a:off x="7351113" y="3364228"/>
                <a:ext cx="80280" cy="95760"/>
              </p14:xfrm>
            </p:contentPart>
          </mc:Choice>
          <mc:Fallback xmlns=""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8668C15B-501F-4215-B5B3-3CFD75C3863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333113" y="3346228"/>
                  <a:ext cx="11592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07" name="Tinta 206">
                <a:extLst>
                  <a:ext uri="{FF2B5EF4-FFF2-40B4-BE49-F238E27FC236}">
                    <a16:creationId xmlns:a16="http://schemas.microsoft.com/office/drawing/2014/main" id="{24673920-10BD-4DE3-93FC-9026011DB811}"/>
                  </a:ext>
                </a:extLst>
              </p14:cNvPr>
              <p14:cNvContentPartPr/>
              <p14:nvPr/>
            </p14:nvContentPartPr>
            <p14:xfrm>
              <a:off x="8273073" y="3513628"/>
              <a:ext cx="78840" cy="102600"/>
            </p14:xfrm>
          </p:contentPart>
        </mc:Choice>
        <mc:Fallback xmlns="">
          <p:pic>
            <p:nvPicPr>
              <p:cNvPr id="207" name="Tinta 206">
                <a:extLst>
                  <a:ext uri="{FF2B5EF4-FFF2-40B4-BE49-F238E27FC236}">
                    <a16:creationId xmlns:a16="http://schemas.microsoft.com/office/drawing/2014/main" id="{24673920-10BD-4DE3-93FC-9026011DB811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8255433" y="3495628"/>
                <a:ext cx="1144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208" name="Tinta 207">
                <a:extLst>
                  <a:ext uri="{FF2B5EF4-FFF2-40B4-BE49-F238E27FC236}">
                    <a16:creationId xmlns:a16="http://schemas.microsoft.com/office/drawing/2014/main" id="{A0A87455-142A-40D7-9827-47176FE7F44A}"/>
                  </a:ext>
                </a:extLst>
              </p14:cNvPr>
              <p14:cNvContentPartPr/>
              <p14:nvPr/>
            </p14:nvContentPartPr>
            <p14:xfrm>
              <a:off x="3365913" y="3938788"/>
              <a:ext cx="88560" cy="91800"/>
            </p14:xfrm>
          </p:contentPart>
        </mc:Choice>
        <mc:Fallback xmlns="">
          <p:pic>
            <p:nvPicPr>
              <p:cNvPr id="208" name="Tinta 207">
                <a:extLst>
                  <a:ext uri="{FF2B5EF4-FFF2-40B4-BE49-F238E27FC236}">
                    <a16:creationId xmlns:a16="http://schemas.microsoft.com/office/drawing/2014/main" id="{A0A87455-142A-40D7-9827-47176FE7F44A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3347913" y="3921148"/>
                <a:ext cx="1242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09" name="Tinta 208">
                <a:extLst>
                  <a:ext uri="{FF2B5EF4-FFF2-40B4-BE49-F238E27FC236}">
                    <a16:creationId xmlns:a16="http://schemas.microsoft.com/office/drawing/2014/main" id="{7829707D-38D8-4624-BCF4-81F655D5C91E}"/>
                  </a:ext>
                </a:extLst>
              </p14:cNvPr>
              <p14:cNvContentPartPr/>
              <p14:nvPr/>
            </p14:nvContentPartPr>
            <p14:xfrm>
              <a:off x="7460193" y="3719908"/>
              <a:ext cx="185760" cy="133560"/>
            </p14:xfrm>
          </p:contentPart>
        </mc:Choice>
        <mc:Fallback xmlns="">
          <p:pic>
            <p:nvPicPr>
              <p:cNvPr id="209" name="Tinta 208">
                <a:extLst>
                  <a:ext uri="{FF2B5EF4-FFF2-40B4-BE49-F238E27FC236}">
                    <a16:creationId xmlns:a16="http://schemas.microsoft.com/office/drawing/2014/main" id="{7829707D-38D8-4624-BCF4-81F655D5C91E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7442553" y="3702268"/>
                <a:ext cx="221400" cy="16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Agrupar 215">
            <a:extLst>
              <a:ext uri="{FF2B5EF4-FFF2-40B4-BE49-F238E27FC236}">
                <a16:creationId xmlns:a16="http://schemas.microsoft.com/office/drawing/2014/main" id="{AD681B1E-DC06-4725-A0ED-4F5ADF6437D0}"/>
              </a:ext>
            </a:extLst>
          </p:cNvPr>
          <p:cNvGrpSpPr/>
          <p:nvPr/>
        </p:nvGrpSpPr>
        <p:grpSpPr>
          <a:xfrm>
            <a:off x="6799953" y="3888028"/>
            <a:ext cx="437040" cy="159120"/>
            <a:chOff x="6799953" y="3888028"/>
            <a:chExt cx="43704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44AEF432-B8A1-4B1D-839A-040103F687D0}"/>
                    </a:ext>
                  </a:extLst>
                </p14:cNvPr>
                <p14:cNvContentPartPr/>
                <p14:nvPr/>
              </p14:nvContentPartPr>
              <p14:xfrm>
                <a:off x="6853233" y="3888028"/>
                <a:ext cx="360" cy="105840"/>
              </p14:xfrm>
            </p:contentPart>
          </mc:Choice>
          <mc:Fallback xmlns=""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44AEF432-B8A1-4B1D-839A-040103F687D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835593" y="3870388"/>
                  <a:ext cx="36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4D126206-3E41-400C-ABFE-2834D6A18E37}"/>
                    </a:ext>
                  </a:extLst>
                </p14:cNvPr>
                <p14:cNvContentPartPr/>
                <p14:nvPr/>
              </p14:nvContentPartPr>
              <p14:xfrm>
                <a:off x="6799953" y="3932668"/>
                <a:ext cx="96840" cy="360"/>
              </p14:xfrm>
            </p:contentPart>
          </mc:Choice>
          <mc:Fallback xmlns=""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4D126206-3E41-400C-ABFE-2834D6A18E3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782313" y="3914668"/>
                  <a:ext cx="132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18E64E09-D530-4786-B823-D8A732717450}"/>
                    </a:ext>
                  </a:extLst>
                </p14:cNvPr>
                <p14:cNvContentPartPr/>
                <p14:nvPr/>
              </p14:nvContentPartPr>
              <p14:xfrm>
                <a:off x="6808953" y="4021228"/>
                <a:ext cx="102240" cy="2592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18E64E09-D530-4786-B823-D8A73271745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790953" y="4003588"/>
                  <a:ext cx="137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FAAC4989-EAA0-460F-B9CF-97BD76310BE5}"/>
                    </a:ext>
                  </a:extLst>
                </p14:cNvPr>
                <p14:cNvContentPartPr/>
                <p14:nvPr/>
              </p14:nvContentPartPr>
              <p14:xfrm>
                <a:off x="7004073" y="3932308"/>
                <a:ext cx="88920" cy="64440"/>
              </p14:xfrm>
            </p:contentPart>
          </mc:Choice>
          <mc:Fallback xmlns=""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FAAC4989-EAA0-460F-B9CF-97BD76310BE5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986073" y="3914668"/>
                  <a:ext cx="1245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C34F21A3-3204-4DDF-92EF-B5B3FC9EC822}"/>
                    </a:ext>
                  </a:extLst>
                </p14:cNvPr>
                <p14:cNvContentPartPr/>
                <p14:nvPr/>
              </p14:nvContentPartPr>
              <p14:xfrm>
                <a:off x="7114593" y="3922228"/>
                <a:ext cx="122400" cy="7416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C34F21A3-3204-4DDF-92EF-B5B3FC9EC82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096953" y="3904588"/>
                  <a:ext cx="15804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Agrupar 226">
            <a:extLst>
              <a:ext uri="{FF2B5EF4-FFF2-40B4-BE49-F238E27FC236}">
                <a16:creationId xmlns:a16="http://schemas.microsoft.com/office/drawing/2014/main" id="{3E92BAF5-0A66-451B-A3D2-6C91317DBB10}"/>
              </a:ext>
            </a:extLst>
          </p:cNvPr>
          <p:cNvGrpSpPr/>
          <p:nvPr/>
        </p:nvGrpSpPr>
        <p:grpSpPr>
          <a:xfrm>
            <a:off x="4535553" y="5033548"/>
            <a:ext cx="1272960" cy="309600"/>
            <a:chOff x="4535553" y="5033548"/>
            <a:chExt cx="127296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9A55AE65-E28A-4A52-B914-8649832E2D95}"/>
                    </a:ext>
                  </a:extLst>
                </p14:cNvPr>
                <p14:cNvContentPartPr/>
                <p14:nvPr/>
              </p14:nvContentPartPr>
              <p14:xfrm>
                <a:off x="4535553" y="5164228"/>
                <a:ext cx="181440" cy="17892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9A55AE65-E28A-4A52-B914-8649832E2D95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517553" y="5146588"/>
                  <a:ext cx="217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C1ECEED6-837E-4C47-B758-3258134AB6D1}"/>
                    </a:ext>
                  </a:extLst>
                </p14:cNvPr>
                <p14:cNvContentPartPr/>
                <p14:nvPr/>
              </p14:nvContentPartPr>
              <p14:xfrm>
                <a:off x="4784673" y="5202388"/>
                <a:ext cx="100440" cy="87120"/>
              </p14:xfrm>
            </p:contentPart>
          </mc:Choice>
          <mc:Fallback xmlns=""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C1ECEED6-837E-4C47-B758-3258134AB6D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766673" y="5184388"/>
                  <a:ext cx="136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72330EE0-AC27-4AA1-99A4-6FE88FFD05C7}"/>
                    </a:ext>
                  </a:extLst>
                </p14:cNvPr>
                <p14:cNvContentPartPr/>
                <p14:nvPr/>
              </p14:nvContentPartPr>
              <p14:xfrm>
                <a:off x="4974033" y="5211028"/>
                <a:ext cx="81360" cy="81360"/>
              </p14:xfrm>
            </p:contentPart>
          </mc:Choice>
          <mc:Fallback xmlns=""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72330EE0-AC27-4AA1-99A4-6FE88FFD05C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956393" y="5193028"/>
                  <a:ext cx="117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86B663BF-DAE4-4C98-BA85-FD0D3CD2ED35}"/>
                    </a:ext>
                  </a:extLst>
                </p14:cNvPr>
                <p14:cNvContentPartPr/>
                <p14:nvPr/>
              </p14:nvContentPartPr>
              <p14:xfrm>
                <a:off x="5130993" y="5180068"/>
                <a:ext cx="123120" cy="6552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86B663BF-DAE4-4C98-BA85-FD0D3CD2ED3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112993" y="5162428"/>
                  <a:ext cx="158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A4BAC955-AA23-4DB5-B718-E45F4B3DD973}"/>
                    </a:ext>
                  </a:extLst>
                </p14:cNvPr>
                <p14:cNvContentPartPr/>
                <p14:nvPr/>
              </p14:nvContentPartPr>
              <p14:xfrm>
                <a:off x="5130993" y="5033548"/>
                <a:ext cx="18360" cy="129600"/>
              </p14:xfrm>
            </p:contentPart>
          </mc:Choice>
          <mc:Fallback xmlns=""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A4BAC955-AA23-4DB5-B718-E45F4B3DD97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112993" y="5015548"/>
                  <a:ext cx="54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586A8CAA-D741-41CB-989C-E9B95C8CC180}"/>
                    </a:ext>
                  </a:extLst>
                </p14:cNvPr>
                <p14:cNvContentPartPr/>
                <p14:nvPr/>
              </p14:nvContentPartPr>
              <p14:xfrm>
                <a:off x="5326473" y="5157748"/>
                <a:ext cx="79200" cy="94680"/>
              </p14:xfrm>
            </p:contentPart>
          </mc:Choice>
          <mc:Fallback xmlns=""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586A8CAA-D741-41CB-989C-E9B95C8CC18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308473" y="5139748"/>
                  <a:ext cx="114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06768204-26CF-4CD6-97F8-AAFBCB222E8C}"/>
                    </a:ext>
                  </a:extLst>
                </p14:cNvPr>
                <p14:cNvContentPartPr/>
                <p14:nvPr/>
              </p14:nvContentPartPr>
              <p14:xfrm>
                <a:off x="5478033" y="5175388"/>
                <a:ext cx="115200" cy="88200"/>
              </p14:xfrm>
            </p:contentPart>
          </mc:Choice>
          <mc:Fallback xmlns=""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06768204-26CF-4CD6-97F8-AAFBCB222E8C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460393" y="5157388"/>
                  <a:ext cx="150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99B4EA7E-3A27-476A-AD95-55328CC99702}"/>
                    </a:ext>
                  </a:extLst>
                </p14:cNvPr>
                <p14:cNvContentPartPr/>
                <p14:nvPr/>
              </p14:nvContentPartPr>
              <p14:xfrm>
                <a:off x="5725713" y="5187628"/>
                <a:ext cx="82800" cy="612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99B4EA7E-3A27-476A-AD95-55328CC9970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5707713" y="5169628"/>
                  <a:ext cx="118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643DC65B-EAC2-493C-890C-89C193D152F6}"/>
                    </a:ext>
                  </a:extLst>
                </p14:cNvPr>
                <p14:cNvContentPartPr/>
                <p14:nvPr/>
              </p14:nvContentPartPr>
              <p14:xfrm>
                <a:off x="5752353" y="5228668"/>
                <a:ext cx="52200" cy="720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643DC65B-EAC2-493C-890C-89C193D152F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5734713" y="5210668"/>
                  <a:ext cx="878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Agrupar 233">
            <a:extLst>
              <a:ext uri="{FF2B5EF4-FFF2-40B4-BE49-F238E27FC236}">
                <a16:creationId xmlns:a16="http://schemas.microsoft.com/office/drawing/2014/main" id="{70B40E13-28B7-4BEB-9AFA-02BD3AEA2447}"/>
              </a:ext>
            </a:extLst>
          </p:cNvPr>
          <p:cNvGrpSpPr/>
          <p:nvPr/>
        </p:nvGrpSpPr>
        <p:grpSpPr>
          <a:xfrm>
            <a:off x="5982033" y="5076028"/>
            <a:ext cx="480960" cy="184320"/>
            <a:chOff x="5982033" y="5076028"/>
            <a:chExt cx="48096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C6DB91B7-6CC1-4E32-B669-E8DFD798EEFA}"/>
                    </a:ext>
                  </a:extLst>
                </p14:cNvPr>
                <p14:cNvContentPartPr/>
                <p14:nvPr/>
              </p14:nvContentPartPr>
              <p14:xfrm>
                <a:off x="5982033" y="5124268"/>
                <a:ext cx="136440" cy="13608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C6DB91B7-6CC1-4E32-B669-E8DFD798EEF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5964033" y="5106268"/>
                  <a:ext cx="172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C77DB52D-771B-4329-8277-E392925A5CE7}"/>
                    </a:ext>
                  </a:extLst>
                </p14:cNvPr>
                <p14:cNvContentPartPr/>
                <p14:nvPr/>
              </p14:nvContentPartPr>
              <p14:xfrm>
                <a:off x="6191913" y="5193388"/>
                <a:ext cx="127440" cy="6156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C77DB52D-771B-4329-8277-E392925A5CE7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173913" y="5175388"/>
                  <a:ext cx="163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6AB9947D-FB83-4CEE-A53C-FED84EE1DE4F}"/>
                    </a:ext>
                  </a:extLst>
                </p14:cNvPr>
                <p14:cNvContentPartPr/>
                <p14:nvPr/>
              </p14:nvContentPartPr>
              <p14:xfrm>
                <a:off x="6320793" y="5076028"/>
                <a:ext cx="5760" cy="1116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6AB9947D-FB83-4CEE-A53C-FED84EE1DE4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302793" y="5058028"/>
                  <a:ext cx="41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5BD67E35-ECA6-43C1-88CE-D455B1A7AC97}"/>
                    </a:ext>
                  </a:extLst>
                </p14:cNvPr>
                <p14:cNvContentPartPr/>
                <p14:nvPr/>
              </p14:nvContentPartPr>
              <p14:xfrm>
                <a:off x="6374073" y="5184028"/>
                <a:ext cx="79200" cy="54000"/>
              </p14:xfrm>
            </p:contentPart>
          </mc:Choice>
          <mc:Fallback xmlns=""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5BD67E35-ECA6-43C1-88CE-D455B1A7AC9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356073" y="5166388"/>
                  <a:ext cx="114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E9244255-77F3-40ED-B76C-69C071B1CB29}"/>
                    </a:ext>
                  </a:extLst>
                </p14:cNvPr>
                <p14:cNvContentPartPr/>
                <p14:nvPr/>
              </p14:nvContentPartPr>
              <p14:xfrm>
                <a:off x="6353913" y="5184028"/>
                <a:ext cx="109080" cy="6912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E9244255-77F3-40ED-B76C-69C071B1CB2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335913" y="5166388"/>
                  <a:ext cx="14472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F36B3B3C-6683-453D-B8E2-6D71C35F8BEF}"/>
              </a:ext>
            </a:extLst>
          </p:cNvPr>
          <p:cNvGrpSpPr/>
          <p:nvPr/>
        </p:nvGrpSpPr>
        <p:grpSpPr>
          <a:xfrm>
            <a:off x="6684393" y="5159548"/>
            <a:ext cx="214560" cy="86760"/>
            <a:chOff x="6684393" y="5159548"/>
            <a:chExt cx="214560" cy="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29AD3AC9-87BF-4948-BBBB-6AB1AD93A4A8}"/>
                    </a:ext>
                  </a:extLst>
                </p14:cNvPr>
                <p14:cNvContentPartPr/>
                <p14:nvPr/>
              </p14:nvContentPartPr>
              <p14:xfrm>
                <a:off x="6684393" y="5166388"/>
                <a:ext cx="64800" cy="7992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29AD3AC9-87BF-4948-BBBB-6AB1AD93A4A8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666753" y="5148388"/>
                  <a:ext cx="1004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DAAAEDB5-C242-46D1-B779-D70D34CCEC3A}"/>
                    </a:ext>
                  </a:extLst>
                </p14:cNvPr>
                <p14:cNvContentPartPr/>
                <p14:nvPr/>
              </p14:nvContentPartPr>
              <p14:xfrm>
                <a:off x="6807513" y="5159548"/>
                <a:ext cx="91440" cy="72360"/>
              </p14:xfrm>
            </p:contentPart>
          </mc:Choice>
          <mc:Fallback xmlns=""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DAAAEDB5-C242-46D1-B779-D70D34CCEC3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789873" y="5141908"/>
                  <a:ext cx="12708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Agrupar 239">
            <a:extLst>
              <a:ext uri="{FF2B5EF4-FFF2-40B4-BE49-F238E27FC236}">
                <a16:creationId xmlns:a16="http://schemas.microsoft.com/office/drawing/2014/main" id="{DB81418C-9B1A-4B98-A5B0-0B471DEA2D44}"/>
              </a:ext>
            </a:extLst>
          </p:cNvPr>
          <p:cNvGrpSpPr/>
          <p:nvPr/>
        </p:nvGrpSpPr>
        <p:grpSpPr>
          <a:xfrm>
            <a:off x="7092273" y="5136508"/>
            <a:ext cx="368640" cy="153720"/>
            <a:chOff x="7092273" y="5136508"/>
            <a:chExt cx="36864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19AE1632-1023-4FB7-8C68-73C82B089983}"/>
                    </a:ext>
                  </a:extLst>
                </p14:cNvPr>
                <p14:cNvContentPartPr/>
                <p14:nvPr/>
              </p14:nvContentPartPr>
              <p14:xfrm>
                <a:off x="7092273" y="5140108"/>
                <a:ext cx="135720" cy="12420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19AE1632-1023-4FB7-8C68-73C82B08998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074633" y="5122108"/>
                  <a:ext cx="171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E02167DB-22E3-4D53-BA3E-1B3DEC6D30E9}"/>
                    </a:ext>
                  </a:extLst>
                </p14:cNvPr>
                <p14:cNvContentPartPr/>
                <p14:nvPr/>
              </p14:nvContentPartPr>
              <p14:xfrm>
                <a:off x="7298913" y="5193388"/>
                <a:ext cx="16200" cy="9684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E02167DB-22E3-4D53-BA3E-1B3DEC6D30E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280913" y="5175388"/>
                  <a:ext cx="518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734C620A-D5C4-4AB8-BF49-1285D6AFFB98}"/>
                    </a:ext>
                  </a:extLst>
                </p14:cNvPr>
                <p14:cNvContentPartPr/>
                <p14:nvPr/>
              </p14:nvContentPartPr>
              <p14:xfrm>
                <a:off x="7341753" y="5136508"/>
                <a:ext cx="360" cy="396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734C620A-D5C4-4AB8-BF49-1285D6AFFB9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323753" y="5118508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481C9345-2E35-4D63-9EEC-D2FD28E141A7}"/>
                    </a:ext>
                  </a:extLst>
                </p14:cNvPr>
                <p14:cNvContentPartPr/>
                <p14:nvPr/>
              </p14:nvContentPartPr>
              <p14:xfrm>
                <a:off x="7376673" y="5175388"/>
                <a:ext cx="84240" cy="102240"/>
              </p14:xfrm>
            </p:contentPart>
          </mc:Choice>
          <mc:Fallback xmlns=""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481C9345-2E35-4D63-9EEC-D2FD28E141A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359033" y="5157388"/>
                  <a:ext cx="11988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Agrupar 244">
            <a:extLst>
              <a:ext uri="{FF2B5EF4-FFF2-40B4-BE49-F238E27FC236}">
                <a16:creationId xmlns:a16="http://schemas.microsoft.com/office/drawing/2014/main" id="{E4195F99-591A-4F94-81E0-E7BF097B187C}"/>
              </a:ext>
            </a:extLst>
          </p:cNvPr>
          <p:cNvGrpSpPr/>
          <p:nvPr/>
        </p:nvGrpSpPr>
        <p:grpSpPr>
          <a:xfrm>
            <a:off x="4873953" y="5423788"/>
            <a:ext cx="221760" cy="178920"/>
            <a:chOff x="4873953" y="5423788"/>
            <a:chExt cx="22176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C7413069-FF0D-47C0-A803-E16E4409ED12}"/>
                    </a:ext>
                  </a:extLst>
                </p14:cNvPr>
                <p14:cNvContentPartPr/>
                <p14:nvPr/>
              </p14:nvContentPartPr>
              <p14:xfrm>
                <a:off x="4873953" y="5520628"/>
                <a:ext cx="69840" cy="72360"/>
              </p14:xfrm>
            </p:contentPart>
          </mc:Choice>
          <mc:Fallback xmlns=""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C7413069-FF0D-47C0-A803-E16E4409ED1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856313" y="5502628"/>
                  <a:ext cx="105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2B97BB5A-A53B-42EC-8194-E417E6E43194}"/>
                    </a:ext>
                  </a:extLst>
                </p14:cNvPr>
                <p14:cNvContentPartPr/>
                <p14:nvPr/>
              </p14:nvContentPartPr>
              <p14:xfrm>
                <a:off x="4917873" y="5423788"/>
                <a:ext cx="18720" cy="12312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2B97BB5A-A53B-42EC-8194-E417E6E4319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4899873" y="5406148"/>
                  <a:ext cx="54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444754F5-A8A3-442E-8303-4A082AF29789}"/>
                    </a:ext>
                  </a:extLst>
                </p14:cNvPr>
                <p14:cNvContentPartPr/>
                <p14:nvPr/>
              </p14:nvContentPartPr>
              <p14:xfrm>
                <a:off x="5003553" y="5502268"/>
                <a:ext cx="92160" cy="100440"/>
              </p14:xfrm>
            </p:contentPart>
          </mc:Choice>
          <mc:Fallback xmlns=""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444754F5-A8A3-442E-8303-4A082AF29789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985913" y="5484628"/>
                  <a:ext cx="12780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Agrupar 247">
            <a:extLst>
              <a:ext uri="{FF2B5EF4-FFF2-40B4-BE49-F238E27FC236}">
                <a16:creationId xmlns:a16="http://schemas.microsoft.com/office/drawing/2014/main" id="{4856E954-1C5D-4685-89DE-E59717E3E3AE}"/>
              </a:ext>
            </a:extLst>
          </p:cNvPr>
          <p:cNvGrpSpPr/>
          <p:nvPr/>
        </p:nvGrpSpPr>
        <p:grpSpPr>
          <a:xfrm>
            <a:off x="5362113" y="5432788"/>
            <a:ext cx="101520" cy="124560"/>
            <a:chOff x="5362113" y="5432788"/>
            <a:chExt cx="101520" cy="12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1302F0E5-2723-434C-801C-726F6BA5C31B}"/>
                    </a:ext>
                  </a:extLst>
                </p14:cNvPr>
                <p14:cNvContentPartPr/>
                <p14:nvPr/>
              </p14:nvContentPartPr>
              <p14:xfrm>
                <a:off x="5362113" y="5432788"/>
                <a:ext cx="19080" cy="124560"/>
              </p14:xfrm>
            </p:contentPart>
          </mc:Choice>
          <mc:Fallback xmlns=""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1302F0E5-2723-434C-801C-726F6BA5C31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344113" y="5414788"/>
                  <a:ext cx="54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691BF117-738B-4BC5-A877-7AF234E6375D}"/>
                    </a:ext>
                  </a:extLst>
                </p14:cNvPr>
                <p14:cNvContentPartPr/>
                <p14:nvPr/>
              </p14:nvContentPartPr>
              <p14:xfrm>
                <a:off x="5391633" y="5459428"/>
                <a:ext cx="72000" cy="84240"/>
              </p14:xfrm>
            </p:contentPart>
          </mc:Choice>
          <mc:Fallback xmlns=""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691BF117-738B-4BC5-A877-7AF234E6375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373993" y="5441788"/>
                  <a:ext cx="10764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Agrupar 250">
            <a:extLst>
              <a:ext uri="{FF2B5EF4-FFF2-40B4-BE49-F238E27FC236}">
                <a16:creationId xmlns:a16="http://schemas.microsoft.com/office/drawing/2014/main" id="{3F8CB7D2-F7EA-42CF-B656-15E79B2DAAD9}"/>
              </a:ext>
            </a:extLst>
          </p:cNvPr>
          <p:cNvGrpSpPr/>
          <p:nvPr/>
        </p:nvGrpSpPr>
        <p:grpSpPr>
          <a:xfrm>
            <a:off x="5805633" y="5478508"/>
            <a:ext cx="224280" cy="104040"/>
            <a:chOff x="5805633" y="5478508"/>
            <a:chExt cx="22428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445778CE-DA47-456B-968E-3591C0B37C67}"/>
                    </a:ext>
                  </a:extLst>
                </p14:cNvPr>
                <p14:cNvContentPartPr/>
                <p14:nvPr/>
              </p14:nvContentPartPr>
              <p14:xfrm>
                <a:off x="5805633" y="5478508"/>
                <a:ext cx="81720" cy="95760"/>
              </p14:xfrm>
            </p:contentPart>
          </mc:Choice>
          <mc:Fallback xmlns=""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445778CE-DA47-456B-968E-3591C0B37C67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787993" y="5460508"/>
                  <a:ext cx="1173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E2CBA8F4-A9F1-4C1E-80C7-F5BAB060B0A4}"/>
                    </a:ext>
                  </a:extLst>
                </p14:cNvPr>
                <p14:cNvContentPartPr/>
                <p14:nvPr/>
              </p14:nvContentPartPr>
              <p14:xfrm>
                <a:off x="5934153" y="5501188"/>
                <a:ext cx="95760" cy="8136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E2CBA8F4-A9F1-4C1E-80C7-F5BAB060B0A4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5916513" y="5483548"/>
                  <a:ext cx="1314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Agrupar 257">
            <a:extLst>
              <a:ext uri="{FF2B5EF4-FFF2-40B4-BE49-F238E27FC236}">
                <a16:creationId xmlns:a16="http://schemas.microsoft.com/office/drawing/2014/main" id="{461D2D0C-33AC-4E6E-B321-FE30D9862408}"/>
              </a:ext>
            </a:extLst>
          </p:cNvPr>
          <p:cNvGrpSpPr/>
          <p:nvPr/>
        </p:nvGrpSpPr>
        <p:grpSpPr>
          <a:xfrm>
            <a:off x="6329433" y="5411188"/>
            <a:ext cx="546840" cy="170640"/>
            <a:chOff x="6329433" y="5411188"/>
            <a:chExt cx="546840" cy="1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31D2FE70-F3D8-4158-B284-3B83B71B5268}"/>
                    </a:ext>
                  </a:extLst>
                </p14:cNvPr>
                <p14:cNvContentPartPr/>
                <p14:nvPr/>
              </p14:nvContentPartPr>
              <p14:xfrm>
                <a:off x="6329433" y="5496148"/>
                <a:ext cx="51480" cy="85680"/>
              </p14:xfrm>
            </p:contentPart>
          </mc:Choice>
          <mc:Fallback xmlns=""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31D2FE70-F3D8-4158-B284-3B83B71B5268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311793" y="5478508"/>
                  <a:ext cx="87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EC9FECEA-E3B9-41A7-9A47-D5A2AB12B462}"/>
                    </a:ext>
                  </a:extLst>
                </p14:cNvPr>
                <p14:cNvContentPartPr/>
                <p14:nvPr/>
              </p14:nvContentPartPr>
              <p14:xfrm>
                <a:off x="6506913" y="5503708"/>
                <a:ext cx="9720" cy="60840"/>
              </p14:xfrm>
            </p:contentPart>
          </mc:Choice>
          <mc:Fallback xmlns=""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EC9FECEA-E3B9-41A7-9A47-D5A2AB12B462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489273" y="5485708"/>
                  <a:ext cx="45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D445F30A-3E52-4A42-BB74-83C4C443C3BC}"/>
                    </a:ext>
                  </a:extLst>
                </p14:cNvPr>
                <p14:cNvContentPartPr/>
                <p14:nvPr/>
              </p14:nvContentPartPr>
              <p14:xfrm>
                <a:off x="6512313" y="5411188"/>
                <a:ext cx="12600" cy="504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D445F30A-3E52-4A42-BB74-83C4C443C3B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494313" y="5393548"/>
                  <a:ext cx="48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DCA58B53-768A-4A82-9734-00F8C5D4D0D7}"/>
                    </a:ext>
                  </a:extLst>
                </p14:cNvPr>
                <p14:cNvContentPartPr/>
                <p14:nvPr/>
              </p14:nvContentPartPr>
              <p14:xfrm>
                <a:off x="6640473" y="5512708"/>
                <a:ext cx="52560" cy="53640"/>
              </p14:xfrm>
            </p:contentPart>
          </mc:Choice>
          <mc:Fallback xmlns=""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DCA58B53-768A-4A82-9734-00F8C5D4D0D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622473" y="5495068"/>
                  <a:ext cx="88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9B2B6681-2AEA-4628-9D73-A4CA46DEFA17}"/>
                    </a:ext>
                  </a:extLst>
                </p14:cNvPr>
                <p14:cNvContentPartPr/>
                <p14:nvPr/>
              </p14:nvContentPartPr>
              <p14:xfrm>
                <a:off x="6597273" y="5486068"/>
                <a:ext cx="114120" cy="74160"/>
              </p14:xfrm>
            </p:contentPart>
          </mc:Choice>
          <mc:Fallback xmlns=""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9B2B6681-2AEA-4628-9D73-A4CA46DEFA1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579633" y="5468068"/>
                  <a:ext cx="149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7133CE97-09CE-4535-BA56-9992A9D81C88}"/>
                    </a:ext>
                  </a:extLst>
                </p14:cNvPr>
                <p14:cNvContentPartPr/>
                <p14:nvPr/>
              </p14:nvContentPartPr>
              <p14:xfrm>
                <a:off x="6781953" y="5511628"/>
                <a:ext cx="94320" cy="5616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7133CE97-09CE-4535-BA56-9992A9D81C8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764313" y="5493628"/>
                  <a:ext cx="12996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Agrupar 266">
            <a:extLst>
              <a:ext uri="{FF2B5EF4-FFF2-40B4-BE49-F238E27FC236}">
                <a16:creationId xmlns:a16="http://schemas.microsoft.com/office/drawing/2014/main" id="{1E083408-3A86-42EF-AA2D-568BD3D1E46B}"/>
              </a:ext>
            </a:extLst>
          </p:cNvPr>
          <p:cNvGrpSpPr/>
          <p:nvPr/>
        </p:nvGrpSpPr>
        <p:grpSpPr>
          <a:xfrm>
            <a:off x="7181913" y="5361868"/>
            <a:ext cx="470880" cy="239040"/>
            <a:chOff x="7181913" y="5361868"/>
            <a:chExt cx="47088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0C35058A-9497-4F2D-8D60-5A300EEFAAA0}"/>
                    </a:ext>
                  </a:extLst>
                </p14:cNvPr>
                <p14:cNvContentPartPr/>
                <p14:nvPr/>
              </p14:nvContentPartPr>
              <p14:xfrm>
                <a:off x="7181913" y="5459428"/>
                <a:ext cx="21240" cy="97200"/>
              </p14:xfrm>
            </p:contentPart>
          </mc:Choice>
          <mc:Fallback xmlns=""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0C35058A-9497-4F2D-8D60-5A300EEFAAA0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163913" y="5441788"/>
                  <a:ext cx="56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C14FBE77-4012-47B4-86D4-F50AE92D8904}"/>
                    </a:ext>
                  </a:extLst>
                </p14:cNvPr>
                <p14:cNvContentPartPr/>
                <p14:nvPr/>
              </p14:nvContentPartPr>
              <p14:xfrm>
                <a:off x="7199553" y="5406508"/>
                <a:ext cx="97920" cy="15804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C14FBE77-4012-47B4-86D4-F50AE92D8904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181553" y="5388868"/>
                  <a:ext cx="133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0CAB7B23-7E40-43C8-AEC6-22D7C72E40A7}"/>
                    </a:ext>
                  </a:extLst>
                </p14:cNvPr>
                <p14:cNvContentPartPr/>
                <p14:nvPr/>
              </p14:nvContentPartPr>
              <p14:xfrm>
                <a:off x="7344633" y="5502988"/>
                <a:ext cx="67320" cy="7632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0CAB7B23-7E40-43C8-AEC6-22D7C72E40A7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326633" y="5484988"/>
                  <a:ext cx="102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C37EA339-2F61-4E6F-888E-35C4FD289B74}"/>
                    </a:ext>
                  </a:extLst>
                </p14:cNvPr>
                <p14:cNvContentPartPr/>
                <p14:nvPr/>
              </p14:nvContentPartPr>
              <p14:xfrm>
                <a:off x="7475673" y="5512708"/>
                <a:ext cx="87480" cy="72000"/>
              </p14:xfrm>
            </p:contentPart>
          </mc:Choice>
          <mc:Fallback xmlns=""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C37EA339-2F61-4E6F-888E-35C4FD289B74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458033" y="5495068"/>
                  <a:ext cx="123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FA43592A-784E-4DAA-9325-0F144764E2D1}"/>
                    </a:ext>
                  </a:extLst>
                </p14:cNvPr>
                <p14:cNvContentPartPr/>
                <p14:nvPr/>
              </p14:nvContentPartPr>
              <p14:xfrm>
                <a:off x="7652433" y="5361868"/>
                <a:ext cx="360" cy="239040"/>
              </p14:xfrm>
            </p:contentPart>
          </mc:Choice>
          <mc:Fallback xmlns=""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FA43592A-784E-4DAA-9325-0F144764E2D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634433" y="5343868"/>
                  <a:ext cx="360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78F6B953-5DBD-49F9-B0E8-44410A77BEC6}"/>
                    </a:ext>
                  </a:extLst>
                </p14:cNvPr>
                <p14:cNvContentPartPr/>
                <p14:nvPr/>
              </p14:nvContentPartPr>
              <p14:xfrm>
                <a:off x="7340313" y="5571028"/>
                <a:ext cx="49680" cy="27360"/>
              </p14:xfrm>
            </p:contentPart>
          </mc:Choice>
          <mc:Fallback xmlns=""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78F6B953-5DBD-49F9-B0E8-44410A77BEC6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322673" y="5553028"/>
                  <a:ext cx="85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C18BFAD9-CE7E-4BFD-9591-DF607519D35B}"/>
                    </a:ext>
                  </a:extLst>
                </p14:cNvPr>
                <p14:cNvContentPartPr/>
                <p14:nvPr/>
              </p14:nvContentPartPr>
              <p14:xfrm>
                <a:off x="7394673" y="5565988"/>
                <a:ext cx="32040" cy="28800"/>
              </p14:xfrm>
            </p:contentPart>
          </mc:Choice>
          <mc:Fallback xmlns=""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C18BFAD9-CE7E-4BFD-9591-DF607519D35B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377033" y="5548348"/>
                  <a:ext cx="6768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268" name="Tinta 267">
                <a:extLst>
                  <a:ext uri="{FF2B5EF4-FFF2-40B4-BE49-F238E27FC236}">
                    <a16:creationId xmlns:a16="http://schemas.microsoft.com/office/drawing/2014/main" id="{877910B2-6BE6-4DA7-9568-B1098770A70B}"/>
                  </a:ext>
                </a:extLst>
              </p14:cNvPr>
              <p14:cNvContentPartPr/>
              <p14:nvPr/>
            </p14:nvContentPartPr>
            <p14:xfrm>
              <a:off x="7785273" y="5565988"/>
              <a:ext cx="5760" cy="3960"/>
            </p14:xfrm>
          </p:contentPart>
        </mc:Choice>
        <mc:Fallback xmlns="">
          <p:pic>
            <p:nvPicPr>
              <p:cNvPr id="268" name="Tinta 267">
                <a:extLst>
                  <a:ext uri="{FF2B5EF4-FFF2-40B4-BE49-F238E27FC236}">
                    <a16:creationId xmlns:a16="http://schemas.microsoft.com/office/drawing/2014/main" id="{877910B2-6BE6-4DA7-9568-B1098770A70B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7767633" y="5548348"/>
                <a:ext cx="414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Agrupar 274">
            <a:extLst>
              <a:ext uri="{FF2B5EF4-FFF2-40B4-BE49-F238E27FC236}">
                <a16:creationId xmlns:a16="http://schemas.microsoft.com/office/drawing/2014/main" id="{02BB38EA-850D-48D2-BA7F-B94D515B98BA}"/>
              </a:ext>
            </a:extLst>
          </p:cNvPr>
          <p:cNvGrpSpPr/>
          <p:nvPr/>
        </p:nvGrpSpPr>
        <p:grpSpPr>
          <a:xfrm>
            <a:off x="6702393" y="5885668"/>
            <a:ext cx="649080" cy="257040"/>
            <a:chOff x="6702393" y="5885668"/>
            <a:chExt cx="64908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5AB166D7-ECFA-4D29-8895-DB74FF8E2CD4}"/>
                    </a:ext>
                  </a:extLst>
                </p14:cNvPr>
                <p14:cNvContentPartPr/>
                <p14:nvPr/>
              </p14:nvContentPartPr>
              <p14:xfrm>
                <a:off x="6702393" y="6001228"/>
                <a:ext cx="360" cy="141480"/>
              </p14:xfrm>
            </p:contentPart>
          </mc:Choice>
          <mc:Fallback xmlns=""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5AB166D7-ECFA-4D29-8895-DB74FF8E2CD4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684393" y="5983228"/>
                  <a:ext cx="36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82657FF3-4889-4B3E-95F7-6E6608331677}"/>
                    </a:ext>
                  </a:extLst>
                </p14:cNvPr>
                <p14:cNvContentPartPr/>
                <p14:nvPr/>
              </p14:nvContentPartPr>
              <p14:xfrm>
                <a:off x="6740553" y="6009868"/>
                <a:ext cx="111960" cy="88560"/>
              </p14:xfrm>
            </p:contentPart>
          </mc:Choice>
          <mc:Fallback xmlns=""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82657FF3-4889-4B3E-95F7-6E6608331677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722913" y="5991868"/>
                  <a:ext cx="147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88F0975D-B11B-4943-B4EE-0B318AFBBF2A}"/>
                    </a:ext>
                  </a:extLst>
                </p14:cNvPr>
                <p14:cNvContentPartPr/>
                <p14:nvPr/>
              </p14:nvContentPartPr>
              <p14:xfrm>
                <a:off x="6720033" y="5885668"/>
                <a:ext cx="53640" cy="43560"/>
              </p14:xfrm>
            </p:contentPart>
          </mc:Choice>
          <mc:Fallback xmlns=""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88F0975D-B11B-4943-B4EE-0B318AFBBF2A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702033" y="5868028"/>
                  <a:ext cx="89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B3F77258-325C-41CE-9272-B7B08AF7F1EB}"/>
                    </a:ext>
                  </a:extLst>
                </p14:cNvPr>
                <p14:cNvContentPartPr/>
                <p14:nvPr/>
              </p14:nvContentPartPr>
              <p14:xfrm>
                <a:off x="6995073" y="6018508"/>
                <a:ext cx="70200" cy="360"/>
              </p14:xfrm>
            </p:contentPart>
          </mc:Choice>
          <mc:Fallback xmlns=""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B3F77258-325C-41CE-9272-B7B08AF7F1E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977433" y="6000868"/>
                  <a:ext cx="105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4251CF93-94D6-47EE-9BCC-C15928008897}"/>
                    </a:ext>
                  </a:extLst>
                </p14:cNvPr>
                <p14:cNvContentPartPr/>
                <p14:nvPr/>
              </p14:nvContentPartPr>
              <p14:xfrm>
                <a:off x="6986433" y="6071788"/>
                <a:ext cx="69840" cy="360"/>
              </p14:xfrm>
            </p:contentPart>
          </mc:Choice>
          <mc:Fallback xmlns=""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4251CF93-94D6-47EE-9BCC-C1592800889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968433" y="6054148"/>
                  <a:ext cx="105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5C22D7FD-9A74-4791-B0FA-4CAC645BB931}"/>
                    </a:ext>
                  </a:extLst>
                </p14:cNvPr>
                <p14:cNvContentPartPr/>
                <p14:nvPr/>
              </p14:nvContentPartPr>
              <p14:xfrm>
                <a:off x="7205673" y="6008068"/>
                <a:ext cx="145800" cy="91080"/>
              </p14:xfrm>
            </p:contentPart>
          </mc:Choice>
          <mc:Fallback xmlns=""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5C22D7FD-9A74-4791-B0FA-4CAC645BB931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188033" y="5990068"/>
                  <a:ext cx="18144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Agrupar 281">
            <a:extLst>
              <a:ext uri="{FF2B5EF4-FFF2-40B4-BE49-F238E27FC236}">
                <a16:creationId xmlns:a16="http://schemas.microsoft.com/office/drawing/2014/main" id="{DC0CD82D-E78D-48A2-9824-8E1974BEA904}"/>
              </a:ext>
            </a:extLst>
          </p:cNvPr>
          <p:cNvGrpSpPr/>
          <p:nvPr/>
        </p:nvGrpSpPr>
        <p:grpSpPr>
          <a:xfrm>
            <a:off x="5103993" y="3888028"/>
            <a:ext cx="621720" cy="1086120"/>
            <a:chOff x="5103993" y="3888028"/>
            <a:chExt cx="621720" cy="10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F3E5D64F-3E2E-40F3-A58A-FD0856C234BE}"/>
                    </a:ext>
                  </a:extLst>
                </p14:cNvPr>
                <p14:cNvContentPartPr/>
                <p14:nvPr/>
              </p14:nvContentPartPr>
              <p14:xfrm>
                <a:off x="5103993" y="3888028"/>
                <a:ext cx="330480" cy="1086120"/>
              </p14:xfrm>
            </p:contentPart>
          </mc:Choice>
          <mc:Fallback xmlns=""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F3E5D64F-3E2E-40F3-A58A-FD0856C234B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5094993" y="3879388"/>
                  <a:ext cx="348120" cy="11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36A6983F-3AF6-4B5E-9727-5240C92D548D}"/>
                    </a:ext>
                  </a:extLst>
                </p14:cNvPr>
                <p14:cNvContentPartPr/>
                <p14:nvPr/>
              </p14:nvContentPartPr>
              <p14:xfrm>
                <a:off x="5424753" y="3905668"/>
                <a:ext cx="300960" cy="526320"/>
              </p14:xfrm>
            </p:contentPart>
          </mc:Choice>
          <mc:Fallback xmlns=""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36A6983F-3AF6-4B5E-9727-5240C92D548D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416113" y="3896668"/>
                  <a:ext cx="318600" cy="54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9">
            <p14:nvContentPartPr>
              <p14:cNvPr id="298" name="Tinta 297">
                <a:extLst>
                  <a:ext uri="{FF2B5EF4-FFF2-40B4-BE49-F238E27FC236}">
                    <a16:creationId xmlns:a16="http://schemas.microsoft.com/office/drawing/2014/main" id="{FBA4B2E5-0913-4046-B036-618AB066632E}"/>
                  </a:ext>
                </a:extLst>
              </p14:cNvPr>
              <p14:cNvContentPartPr/>
              <p14:nvPr/>
            </p14:nvContentPartPr>
            <p14:xfrm>
              <a:off x="4669473" y="2653948"/>
              <a:ext cx="60480" cy="9720"/>
            </p14:xfrm>
          </p:contentPart>
        </mc:Choice>
        <mc:Fallback xmlns="">
          <p:pic>
            <p:nvPicPr>
              <p:cNvPr id="298" name="Tinta 297">
                <a:extLst>
                  <a:ext uri="{FF2B5EF4-FFF2-40B4-BE49-F238E27FC236}">
                    <a16:creationId xmlns:a16="http://schemas.microsoft.com/office/drawing/2014/main" id="{FBA4B2E5-0913-4046-B036-618AB066632E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4651833" y="2618308"/>
                <a:ext cx="961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1">
            <p14:nvContentPartPr>
              <p14:cNvPr id="299" name="Tinta 298">
                <a:extLst>
                  <a:ext uri="{FF2B5EF4-FFF2-40B4-BE49-F238E27FC236}">
                    <a16:creationId xmlns:a16="http://schemas.microsoft.com/office/drawing/2014/main" id="{22C935F3-16A9-4292-AD2E-9549954491FA}"/>
                  </a:ext>
                </a:extLst>
              </p14:cNvPr>
              <p14:cNvContentPartPr/>
              <p14:nvPr/>
            </p14:nvContentPartPr>
            <p14:xfrm>
              <a:off x="4846953" y="2733868"/>
              <a:ext cx="45000" cy="34560"/>
            </p14:xfrm>
          </p:contentPart>
        </mc:Choice>
        <mc:Fallback xmlns="">
          <p:pic>
            <p:nvPicPr>
              <p:cNvPr id="299" name="Tinta 298">
                <a:extLst>
                  <a:ext uri="{FF2B5EF4-FFF2-40B4-BE49-F238E27FC236}">
                    <a16:creationId xmlns:a16="http://schemas.microsoft.com/office/drawing/2014/main" id="{22C935F3-16A9-4292-AD2E-9549954491FA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4828953" y="2697868"/>
                <a:ext cx="806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3">
            <p14:nvContentPartPr>
              <p14:cNvPr id="300" name="Tinta 299">
                <a:extLst>
                  <a:ext uri="{FF2B5EF4-FFF2-40B4-BE49-F238E27FC236}">
                    <a16:creationId xmlns:a16="http://schemas.microsoft.com/office/drawing/2014/main" id="{F5CD4B67-0971-4AF2-BDCD-59A78321EA00}"/>
                  </a:ext>
                </a:extLst>
              </p14:cNvPr>
              <p14:cNvContentPartPr/>
              <p14:nvPr/>
            </p14:nvContentPartPr>
            <p14:xfrm>
              <a:off x="5033073" y="2813788"/>
              <a:ext cx="51840" cy="17640"/>
            </p14:xfrm>
          </p:contentPart>
        </mc:Choice>
        <mc:Fallback xmlns="">
          <p:pic>
            <p:nvPicPr>
              <p:cNvPr id="300" name="Tinta 299">
                <a:extLst>
                  <a:ext uri="{FF2B5EF4-FFF2-40B4-BE49-F238E27FC236}">
                    <a16:creationId xmlns:a16="http://schemas.microsoft.com/office/drawing/2014/main" id="{F5CD4B67-0971-4AF2-BDCD-59A78321EA00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5015433" y="2778148"/>
                <a:ext cx="8748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301" name="Tinta 300">
                <a:extLst>
                  <a:ext uri="{FF2B5EF4-FFF2-40B4-BE49-F238E27FC236}">
                    <a16:creationId xmlns:a16="http://schemas.microsoft.com/office/drawing/2014/main" id="{491C2B14-471E-42DC-946A-19F5EAC68F26}"/>
                  </a:ext>
                </a:extLst>
              </p14:cNvPr>
              <p14:cNvContentPartPr/>
              <p14:nvPr/>
            </p14:nvContentPartPr>
            <p14:xfrm>
              <a:off x="5219913" y="2867068"/>
              <a:ext cx="16200" cy="16920"/>
            </p14:xfrm>
          </p:contentPart>
        </mc:Choice>
        <mc:Fallback xmlns="">
          <p:pic>
            <p:nvPicPr>
              <p:cNvPr id="301" name="Tinta 300">
                <a:extLst>
                  <a:ext uri="{FF2B5EF4-FFF2-40B4-BE49-F238E27FC236}">
                    <a16:creationId xmlns:a16="http://schemas.microsoft.com/office/drawing/2014/main" id="{491C2B14-471E-42DC-946A-19F5EAC68F26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5201913" y="2831428"/>
                <a:ext cx="518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302" name="Tinta 301">
                <a:extLst>
                  <a:ext uri="{FF2B5EF4-FFF2-40B4-BE49-F238E27FC236}">
                    <a16:creationId xmlns:a16="http://schemas.microsoft.com/office/drawing/2014/main" id="{2404EC50-08F5-4F6C-B2D8-AE61E00F8552}"/>
                  </a:ext>
                </a:extLst>
              </p14:cNvPr>
              <p14:cNvContentPartPr/>
              <p14:nvPr/>
            </p14:nvContentPartPr>
            <p14:xfrm>
              <a:off x="5326113" y="2929348"/>
              <a:ext cx="51480" cy="18720"/>
            </p14:xfrm>
          </p:contentPart>
        </mc:Choice>
        <mc:Fallback xmlns="">
          <p:pic>
            <p:nvPicPr>
              <p:cNvPr id="302" name="Tinta 301">
                <a:extLst>
                  <a:ext uri="{FF2B5EF4-FFF2-40B4-BE49-F238E27FC236}">
                    <a16:creationId xmlns:a16="http://schemas.microsoft.com/office/drawing/2014/main" id="{2404EC50-08F5-4F6C-B2D8-AE61E00F8552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5308473" y="2893348"/>
                <a:ext cx="871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303" name="Tinta 302">
                <a:extLst>
                  <a:ext uri="{FF2B5EF4-FFF2-40B4-BE49-F238E27FC236}">
                    <a16:creationId xmlns:a16="http://schemas.microsoft.com/office/drawing/2014/main" id="{28D3F718-B3B5-4F0F-B5B0-D08DA06FB28D}"/>
                  </a:ext>
                </a:extLst>
              </p14:cNvPr>
              <p14:cNvContentPartPr/>
              <p14:nvPr/>
            </p14:nvContentPartPr>
            <p14:xfrm>
              <a:off x="5468313" y="2982628"/>
              <a:ext cx="25920" cy="7200"/>
            </p14:xfrm>
          </p:contentPart>
        </mc:Choice>
        <mc:Fallback xmlns="">
          <p:pic>
            <p:nvPicPr>
              <p:cNvPr id="303" name="Tinta 302">
                <a:extLst>
                  <a:ext uri="{FF2B5EF4-FFF2-40B4-BE49-F238E27FC236}">
                    <a16:creationId xmlns:a16="http://schemas.microsoft.com/office/drawing/2014/main" id="{28D3F718-B3B5-4F0F-B5B0-D08DA06FB28D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5450673" y="2946628"/>
                <a:ext cx="615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1">
            <p14:nvContentPartPr>
              <p14:cNvPr id="304" name="Tinta 303">
                <a:extLst>
                  <a:ext uri="{FF2B5EF4-FFF2-40B4-BE49-F238E27FC236}">
                    <a16:creationId xmlns:a16="http://schemas.microsoft.com/office/drawing/2014/main" id="{D490B4E2-8D44-4DB6-87FD-157C69AD951D}"/>
                  </a:ext>
                </a:extLst>
              </p14:cNvPr>
              <p14:cNvContentPartPr/>
              <p14:nvPr/>
            </p14:nvContentPartPr>
            <p14:xfrm>
              <a:off x="5601513" y="3026908"/>
              <a:ext cx="43560" cy="8280"/>
            </p14:xfrm>
          </p:contentPart>
        </mc:Choice>
        <mc:Fallback xmlns="">
          <p:pic>
            <p:nvPicPr>
              <p:cNvPr id="304" name="Tinta 303">
                <a:extLst>
                  <a:ext uri="{FF2B5EF4-FFF2-40B4-BE49-F238E27FC236}">
                    <a16:creationId xmlns:a16="http://schemas.microsoft.com/office/drawing/2014/main" id="{D490B4E2-8D44-4DB6-87FD-157C69AD951D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5583513" y="2991268"/>
                <a:ext cx="792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3">
            <p14:nvContentPartPr>
              <p14:cNvPr id="305" name="Tinta 304">
                <a:extLst>
                  <a:ext uri="{FF2B5EF4-FFF2-40B4-BE49-F238E27FC236}">
                    <a16:creationId xmlns:a16="http://schemas.microsoft.com/office/drawing/2014/main" id="{7357C059-9F68-4913-8970-24FE0CB9BB5C}"/>
                  </a:ext>
                </a:extLst>
              </p14:cNvPr>
              <p14:cNvContentPartPr/>
              <p14:nvPr/>
            </p14:nvContentPartPr>
            <p14:xfrm>
              <a:off x="5725713" y="3044548"/>
              <a:ext cx="9360" cy="360"/>
            </p14:xfrm>
          </p:contentPart>
        </mc:Choice>
        <mc:Fallback xmlns="">
          <p:pic>
            <p:nvPicPr>
              <p:cNvPr id="305" name="Tinta 304">
                <a:extLst>
                  <a:ext uri="{FF2B5EF4-FFF2-40B4-BE49-F238E27FC236}">
                    <a16:creationId xmlns:a16="http://schemas.microsoft.com/office/drawing/2014/main" id="{7357C059-9F68-4913-8970-24FE0CB9BB5C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5707713" y="3008908"/>
                <a:ext cx="45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5">
            <p14:nvContentPartPr>
              <p14:cNvPr id="306" name="Tinta 305">
                <a:extLst>
                  <a:ext uri="{FF2B5EF4-FFF2-40B4-BE49-F238E27FC236}">
                    <a16:creationId xmlns:a16="http://schemas.microsoft.com/office/drawing/2014/main" id="{E55BC567-E46F-4F1C-ADA1-4B7DAC7400C1}"/>
                  </a:ext>
                </a:extLst>
              </p14:cNvPr>
              <p14:cNvContentPartPr/>
              <p14:nvPr/>
            </p14:nvContentPartPr>
            <p14:xfrm>
              <a:off x="5850273" y="3071548"/>
              <a:ext cx="22320" cy="10800"/>
            </p14:xfrm>
          </p:contentPart>
        </mc:Choice>
        <mc:Fallback xmlns="">
          <p:pic>
            <p:nvPicPr>
              <p:cNvPr id="306" name="Tinta 305">
                <a:extLst>
                  <a:ext uri="{FF2B5EF4-FFF2-40B4-BE49-F238E27FC236}">
                    <a16:creationId xmlns:a16="http://schemas.microsoft.com/office/drawing/2014/main" id="{E55BC567-E46F-4F1C-ADA1-4B7DAC7400C1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5832273" y="3035548"/>
                <a:ext cx="579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7">
            <p14:nvContentPartPr>
              <p14:cNvPr id="307" name="Tinta 306">
                <a:extLst>
                  <a:ext uri="{FF2B5EF4-FFF2-40B4-BE49-F238E27FC236}">
                    <a16:creationId xmlns:a16="http://schemas.microsoft.com/office/drawing/2014/main" id="{D71AEC11-BA3C-4A60-846D-6BA06AE4F54A}"/>
                  </a:ext>
                </a:extLst>
              </p14:cNvPr>
              <p14:cNvContentPartPr/>
              <p14:nvPr/>
            </p14:nvContentPartPr>
            <p14:xfrm>
              <a:off x="6018753" y="3124828"/>
              <a:ext cx="20520" cy="3960"/>
            </p14:xfrm>
          </p:contentPart>
        </mc:Choice>
        <mc:Fallback xmlns="">
          <p:pic>
            <p:nvPicPr>
              <p:cNvPr id="307" name="Tinta 306">
                <a:extLst>
                  <a:ext uri="{FF2B5EF4-FFF2-40B4-BE49-F238E27FC236}">
                    <a16:creationId xmlns:a16="http://schemas.microsoft.com/office/drawing/2014/main" id="{D71AEC11-BA3C-4A60-846D-6BA06AE4F54A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6000753" y="3088828"/>
                <a:ext cx="561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308" name="Tinta 307">
                <a:extLst>
                  <a:ext uri="{FF2B5EF4-FFF2-40B4-BE49-F238E27FC236}">
                    <a16:creationId xmlns:a16="http://schemas.microsoft.com/office/drawing/2014/main" id="{D1353275-6DC8-4AF0-9E0B-DB50750FEC9F}"/>
                  </a:ext>
                </a:extLst>
              </p14:cNvPr>
              <p14:cNvContentPartPr/>
              <p14:nvPr/>
            </p14:nvContentPartPr>
            <p14:xfrm>
              <a:off x="6160953" y="3159748"/>
              <a:ext cx="16200" cy="6120"/>
            </p14:xfrm>
          </p:contentPart>
        </mc:Choice>
        <mc:Fallback xmlns="">
          <p:pic>
            <p:nvPicPr>
              <p:cNvPr id="308" name="Tinta 307">
                <a:extLst>
                  <a:ext uri="{FF2B5EF4-FFF2-40B4-BE49-F238E27FC236}">
                    <a16:creationId xmlns:a16="http://schemas.microsoft.com/office/drawing/2014/main" id="{D1353275-6DC8-4AF0-9E0B-DB50750FEC9F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6142953" y="3124108"/>
                <a:ext cx="518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309" name="Tinta 308">
                <a:extLst>
                  <a:ext uri="{FF2B5EF4-FFF2-40B4-BE49-F238E27FC236}">
                    <a16:creationId xmlns:a16="http://schemas.microsoft.com/office/drawing/2014/main" id="{B9A9D032-9EB5-466C-8704-3E069190F5BA}"/>
                  </a:ext>
                </a:extLst>
              </p14:cNvPr>
              <p14:cNvContentPartPr/>
              <p14:nvPr/>
            </p14:nvContentPartPr>
            <p14:xfrm>
              <a:off x="6338433" y="3178108"/>
              <a:ext cx="42840" cy="18360"/>
            </p14:xfrm>
          </p:contentPart>
        </mc:Choice>
        <mc:Fallback xmlns="">
          <p:pic>
            <p:nvPicPr>
              <p:cNvPr id="309" name="Tinta 308">
                <a:extLst>
                  <a:ext uri="{FF2B5EF4-FFF2-40B4-BE49-F238E27FC236}">
                    <a16:creationId xmlns:a16="http://schemas.microsoft.com/office/drawing/2014/main" id="{B9A9D032-9EB5-466C-8704-3E069190F5BA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6320433" y="3142108"/>
                <a:ext cx="7848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310" name="Tinta 309">
                <a:extLst>
                  <a:ext uri="{FF2B5EF4-FFF2-40B4-BE49-F238E27FC236}">
                    <a16:creationId xmlns:a16="http://schemas.microsoft.com/office/drawing/2014/main" id="{6AB8EDEA-6891-4A94-A635-B14BA5277857}"/>
                  </a:ext>
                </a:extLst>
              </p14:cNvPr>
              <p14:cNvContentPartPr/>
              <p14:nvPr/>
            </p14:nvContentPartPr>
            <p14:xfrm>
              <a:off x="6506913" y="3213028"/>
              <a:ext cx="27720" cy="6120"/>
            </p14:xfrm>
          </p:contentPart>
        </mc:Choice>
        <mc:Fallback xmlns="">
          <p:pic>
            <p:nvPicPr>
              <p:cNvPr id="310" name="Tinta 309">
                <a:extLst>
                  <a:ext uri="{FF2B5EF4-FFF2-40B4-BE49-F238E27FC236}">
                    <a16:creationId xmlns:a16="http://schemas.microsoft.com/office/drawing/2014/main" id="{6AB8EDEA-6891-4A94-A635-B14BA5277857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6489273" y="3177388"/>
                <a:ext cx="633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311" name="Tinta 310">
                <a:extLst>
                  <a:ext uri="{FF2B5EF4-FFF2-40B4-BE49-F238E27FC236}">
                    <a16:creationId xmlns:a16="http://schemas.microsoft.com/office/drawing/2014/main" id="{3BA37414-5CD6-472F-87F5-48CA4569D816}"/>
                  </a:ext>
                </a:extLst>
              </p14:cNvPr>
              <p14:cNvContentPartPr/>
              <p14:nvPr/>
            </p14:nvContentPartPr>
            <p14:xfrm>
              <a:off x="6711033" y="3222388"/>
              <a:ext cx="10800" cy="5760"/>
            </p14:xfrm>
          </p:contentPart>
        </mc:Choice>
        <mc:Fallback xmlns="">
          <p:pic>
            <p:nvPicPr>
              <p:cNvPr id="311" name="Tinta 310">
                <a:extLst>
                  <a:ext uri="{FF2B5EF4-FFF2-40B4-BE49-F238E27FC236}">
                    <a16:creationId xmlns:a16="http://schemas.microsoft.com/office/drawing/2014/main" id="{3BA37414-5CD6-472F-87F5-48CA4569D816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6693393" y="3186748"/>
                <a:ext cx="4644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312" name="Tinta 311">
                <a:extLst>
                  <a:ext uri="{FF2B5EF4-FFF2-40B4-BE49-F238E27FC236}">
                    <a16:creationId xmlns:a16="http://schemas.microsoft.com/office/drawing/2014/main" id="{47AAFDAA-6164-4144-B552-FCCA445F51C2}"/>
                  </a:ext>
                </a:extLst>
              </p14:cNvPr>
              <p14:cNvContentPartPr/>
              <p14:nvPr/>
            </p14:nvContentPartPr>
            <p14:xfrm>
              <a:off x="4532673" y="2583388"/>
              <a:ext cx="3960" cy="360"/>
            </p14:xfrm>
          </p:contentPart>
        </mc:Choice>
        <mc:Fallback xmlns="">
          <p:pic>
            <p:nvPicPr>
              <p:cNvPr id="312" name="Tinta 311">
                <a:extLst>
                  <a:ext uri="{FF2B5EF4-FFF2-40B4-BE49-F238E27FC236}">
                    <a16:creationId xmlns:a16="http://schemas.microsoft.com/office/drawing/2014/main" id="{47AAFDAA-6164-4144-B552-FCCA445F51C2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4514673" y="2547388"/>
                <a:ext cx="39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9">
            <p14:nvContentPartPr>
              <p14:cNvPr id="313" name="Tinta 312">
                <a:extLst>
                  <a:ext uri="{FF2B5EF4-FFF2-40B4-BE49-F238E27FC236}">
                    <a16:creationId xmlns:a16="http://schemas.microsoft.com/office/drawing/2014/main" id="{38813798-D78C-4697-A677-A92164F598BF}"/>
                  </a:ext>
                </a:extLst>
              </p14:cNvPr>
              <p14:cNvContentPartPr/>
              <p14:nvPr/>
            </p14:nvContentPartPr>
            <p14:xfrm>
              <a:off x="4340793" y="2517148"/>
              <a:ext cx="360" cy="3960"/>
            </p14:xfrm>
          </p:contentPart>
        </mc:Choice>
        <mc:Fallback xmlns="">
          <p:pic>
            <p:nvPicPr>
              <p:cNvPr id="313" name="Tinta 312">
                <a:extLst>
                  <a:ext uri="{FF2B5EF4-FFF2-40B4-BE49-F238E27FC236}">
                    <a16:creationId xmlns:a16="http://schemas.microsoft.com/office/drawing/2014/main" id="{38813798-D78C-4697-A677-A92164F598BF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4322793" y="2481508"/>
                <a:ext cx="36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1">
            <p14:nvContentPartPr>
              <p14:cNvPr id="316" name="Tinta 315">
                <a:extLst>
                  <a:ext uri="{FF2B5EF4-FFF2-40B4-BE49-F238E27FC236}">
                    <a16:creationId xmlns:a16="http://schemas.microsoft.com/office/drawing/2014/main" id="{F162E017-F0D6-43DF-85FB-9701FA605477}"/>
                  </a:ext>
                </a:extLst>
              </p14:cNvPr>
              <p14:cNvContentPartPr/>
              <p14:nvPr/>
            </p14:nvContentPartPr>
            <p14:xfrm>
              <a:off x="5330073" y="2358748"/>
              <a:ext cx="236520" cy="351360"/>
            </p14:xfrm>
          </p:contentPart>
        </mc:Choice>
        <mc:Fallback xmlns="">
          <p:pic>
            <p:nvPicPr>
              <p:cNvPr id="316" name="Tinta 315">
                <a:extLst>
                  <a:ext uri="{FF2B5EF4-FFF2-40B4-BE49-F238E27FC236}">
                    <a16:creationId xmlns:a16="http://schemas.microsoft.com/office/drawing/2014/main" id="{F162E017-F0D6-43DF-85FB-9701FA605477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5312073" y="2323108"/>
                <a:ext cx="27216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3">
            <p14:nvContentPartPr>
              <p14:cNvPr id="317" name="Tinta 316">
                <a:extLst>
                  <a:ext uri="{FF2B5EF4-FFF2-40B4-BE49-F238E27FC236}">
                    <a16:creationId xmlns:a16="http://schemas.microsoft.com/office/drawing/2014/main" id="{43EF36A3-30C5-4CC1-8179-5A394CF63A94}"/>
                  </a:ext>
                </a:extLst>
              </p14:cNvPr>
              <p14:cNvContentPartPr/>
              <p14:nvPr/>
            </p14:nvContentPartPr>
            <p14:xfrm>
              <a:off x="5432673" y="2796148"/>
              <a:ext cx="360" cy="3960"/>
            </p14:xfrm>
          </p:contentPart>
        </mc:Choice>
        <mc:Fallback xmlns="">
          <p:pic>
            <p:nvPicPr>
              <p:cNvPr id="317" name="Tinta 316">
                <a:extLst>
                  <a:ext uri="{FF2B5EF4-FFF2-40B4-BE49-F238E27FC236}">
                    <a16:creationId xmlns:a16="http://schemas.microsoft.com/office/drawing/2014/main" id="{43EF36A3-30C5-4CC1-8179-5A394CF63A94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5415033" y="2760508"/>
                <a:ext cx="36000" cy="7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5502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E00B4-AAB7-48C1-9F6A-23BCD778B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405"/>
          </a:xfrm>
        </p:spPr>
        <p:txBody>
          <a:bodyPr/>
          <a:lstStyle/>
          <a:p>
            <a:pPr algn="ctr"/>
            <a:r>
              <a:rPr lang="pt-BR" dirty="0"/>
              <a:t> </a:t>
            </a:r>
            <a:r>
              <a:rPr lang="pt-BR" sz="3600" dirty="0"/>
              <a:t>Estudar os aspectos quantitativos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00D1F3C-B1A0-4E31-A031-B4B16A32B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0748" y="1592542"/>
            <a:ext cx="7160654" cy="167425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415786A-8CCE-41DD-89C2-48917CA5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05" y="3257271"/>
            <a:ext cx="4121239" cy="6439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19F44EB-DC65-4FC5-BBDB-8BED24A27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748" y="4494213"/>
            <a:ext cx="7109138" cy="13651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64384C99-84E1-4354-81CC-4CCB5B97F2C5}"/>
                  </a:ext>
                </a:extLst>
              </p14:cNvPr>
              <p14:cNvContentPartPr/>
              <p14:nvPr/>
            </p14:nvContentPartPr>
            <p14:xfrm>
              <a:off x="6574140" y="1552530"/>
              <a:ext cx="303120" cy="28260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64384C99-84E1-4354-81CC-4CCB5B97F2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6140" y="1534530"/>
                <a:ext cx="33876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Agrupar 17">
            <a:extLst>
              <a:ext uri="{FF2B5EF4-FFF2-40B4-BE49-F238E27FC236}">
                <a16:creationId xmlns:a16="http://schemas.microsoft.com/office/drawing/2014/main" id="{AE3AEBB4-0A87-45BD-9263-EBECCCCF5451}"/>
              </a:ext>
            </a:extLst>
          </p:cNvPr>
          <p:cNvGrpSpPr/>
          <p:nvPr/>
        </p:nvGrpSpPr>
        <p:grpSpPr>
          <a:xfrm>
            <a:off x="7216380" y="1466490"/>
            <a:ext cx="887760" cy="325080"/>
            <a:chOff x="7216380" y="1466490"/>
            <a:chExt cx="88776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D30AEF15-E671-42DD-8033-9655C68CA01A}"/>
                    </a:ext>
                  </a:extLst>
                </p14:cNvPr>
                <p14:cNvContentPartPr/>
                <p14:nvPr/>
              </p14:nvContentPartPr>
              <p14:xfrm>
                <a:off x="7216380" y="1571250"/>
                <a:ext cx="165600" cy="2106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D30AEF15-E671-42DD-8033-9655C68CA01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98740" y="1553610"/>
                  <a:ext cx="2012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1B5B3F6E-ACF2-44A1-B2B4-3D8EA96696D2}"/>
                    </a:ext>
                  </a:extLst>
                </p14:cNvPr>
                <p14:cNvContentPartPr/>
                <p14:nvPr/>
              </p14:nvContentPartPr>
              <p14:xfrm>
                <a:off x="7430220" y="1676010"/>
                <a:ext cx="169200" cy="11304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1B5B3F6E-ACF2-44A1-B2B4-3D8EA96696D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412220" y="1658370"/>
                  <a:ext cx="204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D6C2D304-F8FF-4C20-AD99-28F82CDFE360}"/>
                    </a:ext>
                  </a:extLst>
                </p14:cNvPr>
                <p14:cNvContentPartPr/>
                <p14:nvPr/>
              </p14:nvContentPartPr>
              <p14:xfrm>
                <a:off x="7638660" y="1685730"/>
                <a:ext cx="25920" cy="9036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D6C2D304-F8FF-4C20-AD99-28F82CDFE3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20660" y="1667730"/>
                  <a:ext cx="61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2732DE1F-7F05-4E24-B92C-E19A328A7158}"/>
                    </a:ext>
                  </a:extLst>
                </p14:cNvPr>
                <p14:cNvContentPartPr/>
                <p14:nvPr/>
              </p14:nvContentPartPr>
              <p14:xfrm>
                <a:off x="7642260" y="1510410"/>
                <a:ext cx="6120" cy="5184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2732DE1F-7F05-4E24-B92C-E19A328A715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24260" y="1492410"/>
                  <a:ext cx="417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8AF6A3DA-5BE9-446E-AC12-D4C828A2E9EE}"/>
                    </a:ext>
                  </a:extLst>
                </p14:cNvPr>
                <p14:cNvContentPartPr/>
                <p14:nvPr/>
              </p14:nvContentPartPr>
              <p14:xfrm>
                <a:off x="7782300" y="1666650"/>
                <a:ext cx="68400" cy="9756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8AF6A3DA-5BE9-446E-AC12-D4C828A2E9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64300" y="1649010"/>
                  <a:ext cx="104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5DD11D48-41C5-4F66-9D76-FE5850D5821E}"/>
                    </a:ext>
                  </a:extLst>
                </p14:cNvPr>
                <p14:cNvContentPartPr/>
                <p14:nvPr/>
              </p14:nvContentPartPr>
              <p14:xfrm>
                <a:off x="7790940" y="1466490"/>
                <a:ext cx="44640" cy="29880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5DD11D48-41C5-4F66-9D76-FE5850D5821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773300" y="1448490"/>
                  <a:ext cx="802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EA4A3BD4-831C-421D-8B8A-C44A4D3A7228}"/>
                    </a:ext>
                  </a:extLst>
                </p14:cNvPr>
                <p14:cNvContentPartPr/>
                <p14:nvPr/>
              </p14:nvContentPartPr>
              <p14:xfrm>
                <a:off x="7733700" y="1713810"/>
                <a:ext cx="81360" cy="777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EA4A3BD4-831C-421D-8B8A-C44A4D3A72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716060" y="1696170"/>
                  <a:ext cx="117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74093DC1-07D1-4BCC-B98C-30B01FBB4446}"/>
                    </a:ext>
                  </a:extLst>
                </p14:cNvPr>
                <p14:cNvContentPartPr/>
                <p14:nvPr/>
              </p14:nvContentPartPr>
              <p14:xfrm>
                <a:off x="7932420" y="1679970"/>
                <a:ext cx="171720" cy="11160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74093DC1-07D1-4BCC-B98C-30B01FBB444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14420" y="1662330"/>
                  <a:ext cx="207360" cy="14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67CCF37D-C567-4049-8302-3FC76661A63F}"/>
                  </a:ext>
                </a:extLst>
              </p14:cNvPr>
              <p14:cNvContentPartPr/>
              <p14:nvPr/>
            </p14:nvContentPartPr>
            <p14:xfrm>
              <a:off x="8427780" y="1664850"/>
              <a:ext cx="114840" cy="13644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67CCF37D-C567-4049-8302-3FC76661A63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10140" y="1646850"/>
                <a:ext cx="15048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4570035-7C64-40C7-806A-089740896671}"/>
              </a:ext>
            </a:extLst>
          </p:cNvPr>
          <p:cNvGrpSpPr/>
          <p:nvPr/>
        </p:nvGrpSpPr>
        <p:grpSpPr>
          <a:xfrm>
            <a:off x="8829540" y="1428330"/>
            <a:ext cx="1338120" cy="516240"/>
            <a:chOff x="8829540" y="1428330"/>
            <a:chExt cx="1338120" cy="51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6DF1C89E-74BA-49CE-AD64-6809FA160477}"/>
                    </a:ext>
                  </a:extLst>
                </p14:cNvPr>
                <p14:cNvContentPartPr/>
                <p14:nvPr/>
              </p14:nvContentPartPr>
              <p14:xfrm>
                <a:off x="8829540" y="1674570"/>
                <a:ext cx="84240" cy="9792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6DF1C89E-74BA-49CE-AD64-6809FA16047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11540" y="1656570"/>
                  <a:ext cx="119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18F5DED1-B4C0-4AD4-B904-0150B49C5FB5}"/>
                    </a:ext>
                  </a:extLst>
                </p14:cNvPr>
                <p14:cNvContentPartPr/>
                <p14:nvPr/>
              </p14:nvContentPartPr>
              <p14:xfrm>
                <a:off x="8972100" y="1485210"/>
                <a:ext cx="136800" cy="30132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18F5DED1-B4C0-4AD4-B904-0150B49C5FB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54460" y="1467570"/>
                  <a:ext cx="1724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622AA66A-4C53-4315-A60C-C6B243B5E21E}"/>
                    </a:ext>
                  </a:extLst>
                </p14:cNvPr>
                <p14:cNvContentPartPr/>
                <p14:nvPr/>
              </p14:nvContentPartPr>
              <p14:xfrm>
                <a:off x="9191340" y="1637850"/>
                <a:ext cx="54360" cy="10584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622AA66A-4C53-4315-A60C-C6B243B5E21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173700" y="1619850"/>
                  <a:ext cx="90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3FAAF283-CF55-4F00-B582-767E8F02CEFE}"/>
                    </a:ext>
                  </a:extLst>
                </p14:cNvPr>
                <p14:cNvContentPartPr/>
                <p14:nvPr/>
              </p14:nvContentPartPr>
              <p14:xfrm>
                <a:off x="9345420" y="1629210"/>
                <a:ext cx="132480" cy="31536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3FAAF283-CF55-4F00-B582-767E8F02CEF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327420" y="1611210"/>
                  <a:ext cx="1681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592137B6-0DFC-4C8D-A345-739B77DD79B7}"/>
                    </a:ext>
                  </a:extLst>
                </p14:cNvPr>
                <p14:cNvContentPartPr/>
                <p14:nvPr/>
              </p14:nvContentPartPr>
              <p14:xfrm>
                <a:off x="9552780" y="1619130"/>
                <a:ext cx="141480" cy="14184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592137B6-0DFC-4C8D-A345-739B77DD79B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535140" y="1601130"/>
                  <a:ext cx="177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B5EE1F64-2AD9-4462-A66D-6D03A2213EE2}"/>
                    </a:ext>
                  </a:extLst>
                </p14:cNvPr>
                <p14:cNvContentPartPr/>
                <p14:nvPr/>
              </p14:nvContentPartPr>
              <p14:xfrm>
                <a:off x="9762300" y="1637850"/>
                <a:ext cx="99360" cy="9828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B5EE1F64-2AD9-4462-A66D-6D03A2213EE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44660" y="1620210"/>
                  <a:ext cx="135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7E3788D7-75D1-4088-9500-FF9B10DAEE22}"/>
                    </a:ext>
                  </a:extLst>
                </p14:cNvPr>
                <p14:cNvContentPartPr/>
                <p14:nvPr/>
              </p14:nvContentPartPr>
              <p14:xfrm>
                <a:off x="9896220" y="1428330"/>
                <a:ext cx="41400" cy="33840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7E3788D7-75D1-4088-9500-FF9B10DAEE2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78220" y="1410330"/>
                  <a:ext cx="770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941ED153-8E42-4795-94D2-1BBB878CC1AE}"/>
                    </a:ext>
                  </a:extLst>
                </p14:cNvPr>
                <p14:cNvContentPartPr/>
                <p14:nvPr/>
              </p14:nvContentPartPr>
              <p14:xfrm>
                <a:off x="9989820" y="1599690"/>
                <a:ext cx="177840" cy="15948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941ED153-8E42-4795-94D2-1BBB878CC1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972180" y="1581690"/>
                  <a:ext cx="213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D960CEA6-3CF5-4B3F-9B5B-4D9958E7949F}"/>
                    </a:ext>
                  </a:extLst>
                </p14:cNvPr>
                <p14:cNvContentPartPr/>
                <p14:nvPr/>
              </p14:nvContentPartPr>
              <p14:xfrm>
                <a:off x="9803700" y="1609410"/>
                <a:ext cx="73440" cy="1152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D960CEA6-3CF5-4B3F-9B5B-4D9958E7949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86060" y="1591770"/>
                  <a:ext cx="10908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87267913-A38C-4438-B35F-792C688EC0A1}"/>
              </a:ext>
            </a:extLst>
          </p:cNvPr>
          <p:cNvGrpSpPr/>
          <p:nvPr/>
        </p:nvGrpSpPr>
        <p:grpSpPr>
          <a:xfrm>
            <a:off x="8699580" y="1942410"/>
            <a:ext cx="680760" cy="210240"/>
            <a:chOff x="8699580" y="1942410"/>
            <a:chExt cx="6807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04EB0472-0575-4320-A8B2-7BC36F5063D3}"/>
                    </a:ext>
                  </a:extLst>
                </p14:cNvPr>
                <p14:cNvContentPartPr/>
                <p14:nvPr/>
              </p14:nvContentPartPr>
              <p14:xfrm>
                <a:off x="8699580" y="2019090"/>
                <a:ext cx="6120" cy="12672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04EB0472-0575-4320-A8B2-7BC36F5063D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81940" y="2001090"/>
                  <a:ext cx="41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FBB031D8-AA9A-4FBC-A853-0645B3775E00}"/>
                    </a:ext>
                  </a:extLst>
                </p14:cNvPr>
                <p14:cNvContentPartPr/>
                <p14:nvPr/>
              </p14:nvContentPartPr>
              <p14:xfrm>
                <a:off x="8753220" y="1971210"/>
                <a:ext cx="54720" cy="7236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FBB031D8-AA9A-4FBC-A853-0645B3775E0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735220" y="1953570"/>
                  <a:ext cx="90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6B550E55-8158-4DF7-8811-E70971DB3992}"/>
                    </a:ext>
                  </a:extLst>
                </p14:cNvPr>
                <p14:cNvContentPartPr/>
                <p14:nvPr/>
              </p14:nvContentPartPr>
              <p14:xfrm>
                <a:off x="8820900" y="2054730"/>
                <a:ext cx="77040" cy="8640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6B550E55-8158-4DF7-8811-E70971DB399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02900" y="2037090"/>
                  <a:ext cx="112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7E0397C5-19FE-4E5F-A04E-D5CC02EEB4B4}"/>
                    </a:ext>
                  </a:extLst>
                </p14:cNvPr>
                <p14:cNvContentPartPr/>
                <p14:nvPr/>
              </p14:nvContentPartPr>
              <p14:xfrm>
                <a:off x="8933940" y="1942410"/>
                <a:ext cx="85680" cy="19620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7E0397C5-19FE-4E5F-A04E-D5CC02EEB4B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916300" y="1924770"/>
                  <a:ext cx="121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8E3C3F9F-0D94-41AC-93F2-D69B5BF2BDF8}"/>
                    </a:ext>
                  </a:extLst>
                </p14:cNvPr>
                <p14:cNvContentPartPr/>
                <p14:nvPr/>
              </p14:nvContentPartPr>
              <p14:xfrm>
                <a:off x="9096300" y="2055090"/>
                <a:ext cx="123840" cy="6084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8E3C3F9F-0D94-41AC-93F2-D69B5BF2BDF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78300" y="2037450"/>
                  <a:ext cx="159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87F74AB2-7C12-43C6-A5B6-795475A16CA2}"/>
                    </a:ext>
                  </a:extLst>
                </p14:cNvPr>
                <p14:cNvContentPartPr/>
                <p14:nvPr/>
              </p14:nvContentPartPr>
              <p14:xfrm>
                <a:off x="9299340" y="2056890"/>
                <a:ext cx="81000" cy="9576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87F74AB2-7C12-43C6-A5B6-795475A16CA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81340" y="2038890"/>
                  <a:ext cx="1166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CB6F5394-9787-4E90-9AC2-FF58349D7E8E}"/>
              </a:ext>
            </a:extLst>
          </p:cNvPr>
          <p:cNvGrpSpPr/>
          <p:nvPr/>
        </p:nvGrpSpPr>
        <p:grpSpPr>
          <a:xfrm>
            <a:off x="9651780" y="2028450"/>
            <a:ext cx="264240" cy="106200"/>
            <a:chOff x="9651780" y="2028450"/>
            <a:chExt cx="26424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453805AD-E393-4579-B29E-2B703146D0A4}"/>
                    </a:ext>
                  </a:extLst>
                </p14:cNvPr>
                <p14:cNvContentPartPr/>
                <p14:nvPr/>
              </p14:nvContentPartPr>
              <p14:xfrm>
                <a:off x="9651780" y="2046450"/>
                <a:ext cx="100080" cy="8820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453805AD-E393-4579-B29E-2B703146D0A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633780" y="2028450"/>
                  <a:ext cx="135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C62E3A7E-580E-4E85-B53D-4902A5A13746}"/>
                    </a:ext>
                  </a:extLst>
                </p14:cNvPr>
                <p14:cNvContentPartPr/>
                <p14:nvPr/>
              </p14:nvContentPartPr>
              <p14:xfrm>
                <a:off x="9810180" y="2028450"/>
                <a:ext cx="105840" cy="7596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C62E3A7E-580E-4E85-B53D-4902A5A1374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92540" y="2010810"/>
                  <a:ext cx="14148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E1F7E928-F96E-4DAB-9CE3-4496A0B58FA8}"/>
              </a:ext>
            </a:extLst>
          </p:cNvPr>
          <p:cNvGrpSpPr/>
          <p:nvPr/>
        </p:nvGrpSpPr>
        <p:grpSpPr>
          <a:xfrm>
            <a:off x="10192500" y="1961130"/>
            <a:ext cx="798840" cy="164880"/>
            <a:chOff x="10192500" y="1961130"/>
            <a:chExt cx="79884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D11AE358-36CA-4825-AE6A-61E27C412560}"/>
                    </a:ext>
                  </a:extLst>
                </p14:cNvPr>
                <p14:cNvContentPartPr/>
                <p14:nvPr/>
              </p14:nvContentPartPr>
              <p14:xfrm>
                <a:off x="10192500" y="1989930"/>
                <a:ext cx="125640" cy="13608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D11AE358-36CA-4825-AE6A-61E27C41256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174860" y="1972290"/>
                  <a:ext cx="1612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B0E40452-8830-4566-A964-74226D13A9CB}"/>
                    </a:ext>
                  </a:extLst>
                </p14:cNvPr>
                <p14:cNvContentPartPr/>
                <p14:nvPr/>
              </p14:nvContentPartPr>
              <p14:xfrm>
                <a:off x="10381860" y="2019090"/>
                <a:ext cx="93960" cy="7740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B0E40452-8830-4566-A964-74226D13A9C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363860" y="2001450"/>
                  <a:ext cx="129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C82FF33A-D022-40D2-B609-94CBB142285D}"/>
                    </a:ext>
                  </a:extLst>
                </p14:cNvPr>
                <p14:cNvContentPartPr/>
                <p14:nvPr/>
              </p14:nvContentPartPr>
              <p14:xfrm>
                <a:off x="10553220" y="2007570"/>
                <a:ext cx="73800" cy="7632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C82FF33A-D022-40D2-B609-94CBB142285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535220" y="1989930"/>
                  <a:ext cx="109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2677509F-097A-4624-8C2E-28A4CDA22017}"/>
                    </a:ext>
                  </a:extLst>
                </p14:cNvPr>
                <p14:cNvContentPartPr/>
                <p14:nvPr/>
              </p14:nvContentPartPr>
              <p14:xfrm>
                <a:off x="10726740" y="1979130"/>
                <a:ext cx="95760" cy="7092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2677509F-097A-4624-8C2E-28A4CDA2201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09100" y="1961130"/>
                  <a:ext cx="131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F6932E3A-7057-40F0-9BF5-0736556D1456}"/>
                    </a:ext>
                  </a:extLst>
                </p14:cNvPr>
                <p14:cNvContentPartPr/>
                <p14:nvPr/>
              </p14:nvContentPartPr>
              <p14:xfrm>
                <a:off x="10908180" y="1961130"/>
                <a:ext cx="83160" cy="13932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F6932E3A-7057-40F0-9BF5-0736556D145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890540" y="1943490"/>
                  <a:ext cx="11880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BE3B89FA-AC4C-4DC2-B250-54C8E534DD10}"/>
              </a:ext>
            </a:extLst>
          </p:cNvPr>
          <p:cNvGrpSpPr/>
          <p:nvPr/>
        </p:nvGrpSpPr>
        <p:grpSpPr>
          <a:xfrm>
            <a:off x="8760060" y="2247690"/>
            <a:ext cx="1744200" cy="357120"/>
            <a:chOff x="8760060" y="2247690"/>
            <a:chExt cx="174420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B1A76158-6EA9-44B6-B02C-365936DAA5F7}"/>
                    </a:ext>
                  </a:extLst>
                </p14:cNvPr>
                <p14:cNvContentPartPr/>
                <p14:nvPr/>
              </p14:nvContentPartPr>
              <p14:xfrm>
                <a:off x="8760060" y="2381250"/>
                <a:ext cx="88560" cy="13356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B1A76158-6EA9-44B6-B02C-365936DAA5F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742060" y="2363610"/>
                  <a:ext cx="124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7ADF8E72-783F-424D-9886-9C1BA1616990}"/>
                    </a:ext>
                  </a:extLst>
                </p14:cNvPr>
                <p14:cNvContentPartPr/>
                <p14:nvPr/>
              </p14:nvContentPartPr>
              <p14:xfrm>
                <a:off x="8915220" y="2408610"/>
                <a:ext cx="115560" cy="10584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7ADF8E72-783F-424D-9886-9C1BA161699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897220" y="2390610"/>
                  <a:ext cx="151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BE2B8523-CC0E-44F8-8DC3-FFCE5812E3A3}"/>
                    </a:ext>
                  </a:extLst>
                </p14:cNvPr>
                <p14:cNvContentPartPr/>
                <p14:nvPr/>
              </p14:nvContentPartPr>
              <p14:xfrm>
                <a:off x="9086580" y="2399610"/>
                <a:ext cx="58680" cy="7668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BE2B8523-CC0E-44F8-8DC3-FFCE5812E3A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068940" y="2381970"/>
                  <a:ext cx="94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C373C4AD-60AA-454F-B362-185CD0FCE6BF}"/>
                    </a:ext>
                  </a:extLst>
                </p14:cNvPr>
                <p14:cNvContentPartPr/>
                <p14:nvPr/>
              </p14:nvContentPartPr>
              <p14:xfrm>
                <a:off x="9181620" y="2399610"/>
                <a:ext cx="177120" cy="8064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C373C4AD-60AA-454F-B362-185CD0FCE6B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163620" y="2381970"/>
                  <a:ext cx="212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61E35FD7-F528-4511-B79C-8C51306E267C}"/>
                    </a:ext>
                  </a:extLst>
                </p14:cNvPr>
                <p14:cNvContentPartPr/>
                <p14:nvPr/>
              </p14:nvContentPartPr>
              <p14:xfrm>
                <a:off x="9457740" y="2390250"/>
                <a:ext cx="115920" cy="21456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61E35FD7-F528-4511-B79C-8C51306E267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440100" y="2372610"/>
                  <a:ext cx="151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246D04F8-489C-4AB4-9DA4-E1711E513B1C}"/>
                    </a:ext>
                  </a:extLst>
                </p14:cNvPr>
                <p14:cNvContentPartPr/>
                <p14:nvPr/>
              </p14:nvContentPartPr>
              <p14:xfrm>
                <a:off x="9658260" y="2247690"/>
                <a:ext cx="21240" cy="2278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246D04F8-489C-4AB4-9DA4-E1711E513B1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40260" y="2229690"/>
                  <a:ext cx="568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EF1C7F63-D794-4CCA-9205-81B18D30D0E8}"/>
                    </a:ext>
                  </a:extLst>
                </p14:cNvPr>
                <p14:cNvContentPartPr/>
                <p14:nvPr/>
              </p14:nvContentPartPr>
              <p14:xfrm>
                <a:off x="9774180" y="2362170"/>
                <a:ext cx="92160" cy="13428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EF1C7F63-D794-4CCA-9205-81B18D30D0E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756540" y="2344170"/>
                  <a:ext cx="1278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26F850E0-5A1F-46CC-B70B-8704FFE902E7}"/>
                    </a:ext>
                  </a:extLst>
                </p14:cNvPr>
                <p14:cNvContentPartPr/>
                <p14:nvPr/>
              </p14:nvContentPartPr>
              <p14:xfrm>
                <a:off x="10010340" y="2399610"/>
                <a:ext cx="109800" cy="8316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26F850E0-5A1F-46CC-B70B-8704FFE902E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92700" y="2381970"/>
                  <a:ext cx="145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DAD79487-4132-4BEF-B238-82FEDF7B1071}"/>
                    </a:ext>
                  </a:extLst>
                </p14:cNvPr>
                <p14:cNvContentPartPr/>
                <p14:nvPr/>
              </p14:nvContentPartPr>
              <p14:xfrm>
                <a:off x="10029420" y="2369370"/>
                <a:ext cx="95760" cy="9864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DAD79487-4132-4BEF-B238-82FEDF7B107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11780" y="2351370"/>
                  <a:ext cx="131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F235A356-667C-476A-8E46-1D95E3962FE4}"/>
                    </a:ext>
                  </a:extLst>
                </p14:cNvPr>
                <p14:cNvContentPartPr/>
                <p14:nvPr/>
              </p14:nvContentPartPr>
              <p14:xfrm>
                <a:off x="10238940" y="2351010"/>
                <a:ext cx="104040" cy="11628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F235A356-667C-476A-8E46-1D95E3962FE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220940" y="2333010"/>
                  <a:ext cx="139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23F7F9A4-419B-4413-8F03-A105C6035553}"/>
                    </a:ext>
                  </a:extLst>
                </p14:cNvPr>
                <p14:cNvContentPartPr/>
                <p14:nvPr/>
              </p14:nvContentPartPr>
              <p14:xfrm>
                <a:off x="10413900" y="2342730"/>
                <a:ext cx="90360" cy="14472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23F7F9A4-419B-4413-8F03-A105C603555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96260" y="2324730"/>
                  <a:ext cx="126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CD92AFED-0227-478E-B775-B30CF95903C1}"/>
                    </a:ext>
                  </a:extLst>
                </p14:cNvPr>
                <p14:cNvContentPartPr/>
                <p14:nvPr/>
              </p14:nvContentPartPr>
              <p14:xfrm>
                <a:off x="10020060" y="2474490"/>
                <a:ext cx="28080" cy="2088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CD92AFED-0227-478E-B775-B30CF95903C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002060" y="2456850"/>
                  <a:ext cx="6372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709FC08E-FEDC-463C-B8A2-CA194F2ECFF7}"/>
                  </a:ext>
                </a:extLst>
              </p14:cNvPr>
              <p14:cNvContentPartPr/>
              <p14:nvPr/>
            </p14:nvContentPartPr>
            <p14:xfrm>
              <a:off x="5599260" y="3535050"/>
              <a:ext cx="125280" cy="150480"/>
            </p14:xfrm>
          </p:contentPart>
        </mc:Choice>
        <mc:Fallback xmlns=""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709FC08E-FEDC-463C-B8A2-CA194F2ECFF7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581260" y="3517050"/>
                <a:ext cx="160920" cy="1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Agrupar 86">
            <a:extLst>
              <a:ext uri="{FF2B5EF4-FFF2-40B4-BE49-F238E27FC236}">
                <a16:creationId xmlns:a16="http://schemas.microsoft.com/office/drawing/2014/main" id="{2D249524-632A-4598-BAF6-05792906D704}"/>
              </a:ext>
            </a:extLst>
          </p:cNvPr>
          <p:cNvGrpSpPr/>
          <p:nvPr/>
        </p:nvGrpSpPr>
        <p:grpSpPr>
          <a:xfrm>
            <a:off x="5798700" y="3371250"/>
            <a:ext cx="935280" cy="324000"/>
            <a:chOff x="5798700" y="3371250"/>
            <a:chExt cx="93528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FDF4379E-B0AB-4160-8657-7778455D39A0}"/>
                    </a:ext>
                  </a:extLst>
                </p14:cNvPr>
                <p14:cNvContentPartPr/>
                <p14:nvPr/>
              </p14:nvContentPartPr>
              <p14:xfrm>
                <a:off x="5798700" y="3514530"/>
                <a:ext cx="97200" cy="17244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FDF4379E-B0AB-4160-8657-7778455D39A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780700" y="3496530"/>
                  <a:ext cx="132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1E73218A-22B5-4118-B446-4BE20E3BA58F}"/>
                    </a:ext>
                  </a:extLst>
                </p14:cNvPr>
                <p14:cNvContentPartPr/>
                <p14:nvPr/>
              </p14:nvContentPartPr>
              <p14:xfrm>
                <a:off x="5981220" y="3533250"/>
                <a:ext cx="10080" cy="15372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1E73218A-22B5-4118-B446-4BE20E3BA58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963220" y="3515610"/>
                  <a:ext cx="45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7C71B0D6-0EF6-492A-BC59-FF9C1BB9B91E}"/>
                    </a:ext>
                  </a:extLst>
                </p14:cNvPr>
                <p14:cNvContentPartPr/>
                <p14:nvPr/>
              </p14:nvContentPartPr>
              <p14:xfrm>
                <a:off x="5990580" y="3436050"/>
                <a:ext cx="360" cy="468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7C71B0D6-0EF6-492A-BC59-FF9C1BB9B91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972940" y="3418410"/>
                  <a:ext cx="36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DC306A78-C917-4D05-8C42-09763F41F22E}"/>
                    </a:ext>
                  </a:extLst>
                </p14:cNvPr>
                <p14:cNvContentPartPr/>
                <p14:nvPr/>
              </p14:nvContentPartPr>
              <p14:xfrm>
                <a:off x="6124500" y="3371250"/>
                <a:ext cx="48960" cy="32148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DC306A78-C917-4D05-8C42-09763F41F22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106500" y="3353610"/>
                  <a:ext cx="846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9F3CF822-017E-4CCE-BB6C-0F2329384CB7}"/>
                    </a:ext>
                  </a:extLst>
                </p14:cNvPr>
                <p14:cNvContentPartPr/>
                <p14:nvPr/>
              </p14:nvContentPartPr>
              <p14:xfrm>
                <a:off x="6076620" y="3485730"/>
                <a:ext cx="208800" cy="2016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9F3CF822-017E-4CCE-BB6C-0F2329384CB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58620" y="3467730"/>
                  <a:ext cx="244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8422C744-BB1A-47C6-92A4-65A0BEF897ED}"/>
                    </a:ext>
                  </a:extLst>
                </p14:cNvPr>
                <p14:cNvContentPartPr/>
                <p14:nvPr/>
              </p14:nvContentPartPr>
              <p14:xfrm>
                <a:off x="6295860" y="3579330"/>
                <a:ext cx="83880" cy="11592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8422C744-BB1A-47C6-92A4-65A0BEF897E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277860" y="3561330"/>
                  <a:ext cx="119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D29E27FF-B77B-44DB-8150-97C747E48637}"/>
                    </a:ext>
                  </a:extLst>
                </p14:cNvPr>
                <p14:cNvContentPartPr/>
                <p14:nvPr/>
              </p14:nvContentPartPr>
              <p14:xfrm>
                <a:off x="6409980" y="3465570"/>
                <a:ext cx="15840" cy="3960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D29E27FF-B77B-44DB-8150-97C747E4863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392340" y="3447930"/>
                  <a:ext cx="51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7020CFC-5463-4B5E-8AFF-6CD70248BAB8}"/>
                    </a:ext>
                  </a:extLst>
                </p14:cNvPr>
                <p14:cNvContentPartPr/>
                <p14:nvPr/>
              </p14:nvContentPartPr>
              <p14:xfrm>
                <a:off x="6517260" y="3532530"/>
                <a:ext cx="56880" cy="11268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7020CFC-5463-4B5E-8AFF-6CD70248BAB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99620" y="3514530"/>
                  <a:ext cx="92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9D2AEFEA-74FF-4E76-90D4-F09C2D21315E}"/>
                    </a:ext>
                  </a:extLst>
                </p14:cNvPr>
                <p14:cNvContentPartPr/>
                <p14:nvPr/>
              </p14:nvContentPartPr>
              <p14:xfrm>
                <a:off x="6676380" y="3542610"/>
                <a:ext cx="23400" cy="14832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9D2AEFEA-74FF-4E76-90D4-F09C2D21315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658740" y="3524970"/>
                  <a:ext cx="590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047D5518-A75E-4FFA-B178-2C50E797FBD5}"/>
                    </a:ext>
                  </a:extLst>
                </p14:cNvPr>
                <p14:cNvContentPartPr/>
                <p14:nvPr/>
              </p14:nvContentPartPr>
              <p14:xfrm>
                <a:off x="6727860" y="3464850"/>
                <a:ext cx="6120" cy="1152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047D5518-A75E-4FFA-B178-2C50E797FBD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709860" y="3447210"/>
                  <a:ext cx="4176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05BD5B05-9D6A-4F8C-B698-9F165475D8D5}"/>
                  </a:ext>
                </a:extLst>
              </p14:cNvPr>
              <p14:cNvContentPartPr/>
              <p14:nvPr/>
            </p14:nvContentPartPr>
            <p14:xfrm>
              <a:off x="6876900" y="3588330"/>
              <a:ext cx="97920" cy="97560"/>
            </p14:xfrm>
          </p:contentPart>
        </mc:Choice>
        <mc:Fallback xmlns=""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05BD5B05-9D6A-4F8C-B698-9F165475D8D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858900" y="3570330"/>
                <a:ext cx="133560" cy="13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Agrupar 85">
            <a:extLst>
              <a:ext uri="{FF2B5EF4-FFF2-40B4-BE49-F238E27FC236}">
                <a16:creationId xmlns:a16="http://schemas.microsoft.com/office/drawing/2014/main" id="{A03731A9-6C7F-4648-ABB3-8C793F3BB1A1}"/>
              </a:ext>
            </a:extLst>
          </p:cNvPr>
          <p:cNvGrpSpPr/>
          <p:nvPr/>
        </p:nvGrpSpPr>
        <p:grpSpPr>
          <a:xfrm>
            <a:off x="7362540" y="3390690"/>
            <a:ext cx="236520" cy="295200"/>
            <a:chOff x="7362540" y="3390690"/>
            <a:chExt cx="23652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5B981CAD-AE40-4050-9DC9-DC952E16C51E}"/>
                    </a:ext>
                  </a:extLst>
                </p14:cNvPr>
                <p14:cNvContentPartPr/>
                <p14:nvPr/>
              </p14:nvContentPartPr>
              <p14:xfrm>
                <a:off x="7362540" y="3552690"/>
                <a:ext cx="83520" cy="9468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5B981CAD-AE40-4050-9DC9-DC952E16C51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344900" y="3534690"/>
                  <a:ext cx="1191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54554FCE-4A30-46B9-87DE-EC70EA7C1A0D}"/>
                    </a:ext>
                  </a:extLst>
                </p14:cNvPr>
                <p14:cNvContentPartPr/>
                <p14:nvPr/>
              </p14:nvContentPartPr>
              <p14:xfrm>
                <a:off x="7400340" y="3390690"/>
                <a:ext cx="29880" cy="22788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54554FCE-4A30-46B9-87DE-EC70EA7C1A0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82700" y="3372690"/>
                  <a:ext cx="655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62A76935-1B00-4876-86D0-EA2D8E296869}"/>
                    </a:ext>
                  </a:extLst>
                </p14:cNvPr>
                <p14:cNvContentPartPr/>
                <p14:nvPr/>
              </p14:nvContentPartPr>
              <p14:xfrm>
                <a:off x="7496460" y="3551610"/>
                <a:ext cx="102600" cy="1342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62A76935-1B00-4876-86D0-EA2D8E29686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478820" y="3533610"/>
                  <a:ext cx="1382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689D4DB2-AF13-4EBC-A1AE-4ED90BF84E45}"/>
              </a:ext>
            </a:extLst>
          </p:cNvPr>
          <p:cNvGrpSpPr/>
          <p:nvPr/>
        </p:nvGrpSpPr>
        <p:grpSpPr>
          <a:xfrm>
            <a:off x="7945380" y="3390690"/>
            <a:ext cx="847440" cy="322920"/>
            <a:chOff x="7945380" y="3390690"/>
            <a:chExt cx="84744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6D8BEE50-5464-440B-A7D7-D005B9CEEA31}"/>
                    </a:ext>
                  </a:extLst>
                </p14:cNvPr>
                <p14:cNvContentPartPr/>
                <p14:nvPr/>
              </p14:nvContentPartPr>
              <p14:xfrm>
                <a:off x="7945380" y="3457290"/>
                <a:ext cx="18000" cy="18252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6D8BEE50-5464-440B-A7D7-D005B9CEEA3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927380" y="3439290"/>
                  <a:ext cx="53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D380B453-6981-442A-9A96-F08E01C659E3}"/>
                    </a:ext>
                  </a:extLst>
                </p14:cNvPr>
                <p14:cNvContentPartPr/>
                <p14:nvPr/>
              </p14:nvContentPartPr>
              <p14:xfrm>
                <a:off x="7971660" y="3391050"/>
                <a:ext cx="133920" cy="26748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D380B453-6981-442A-9A96-F08E01C659E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53660" y="3373410"/>
                  <a:ext cx="1695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1BA2BBB9-57AD-4657-8887-4261550FE490}"/>
                    </a:ext>
                  </a:extLst>
                </p14:cNvPr>
                <p14:cNvContentPartPr/>
                <p14:nvPr/>
              </p14:nvContentPartPr>
              <p14:xfrm>
                <a:off x="8115300" y="3580770"/>
                <a:ext cx="105480" cy="11232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1BA2BBB9-57AD-4657-8887-4261550FE49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097300" y="3562770"/>
                  <a:ext cx="141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60B57B5C-2B8C-4E96-A380-EE3F300E849F}"/>
                    </a:ext>
                  </a:extLst>
                </p14:cNvPr>
                <p14:cNvContentPartPr/>
                <p14:nvPr/>
              </p14:nvContentPartPr>
              <p14:xfrm>
                <a:off x="8267220" y="3582210"/>
                <a:ext cx="114840" cy="10476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60B57B5C-2B8C-4E96-A380-EE3F300E849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249220" y="3564570"/>
                  <a:ext cx="150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78608CB3-CCBF-4FA8-9045-ED34C320CB48}"/>
                    </a:ext>
                  </a:extLst>
                </p14:cNvPr>
                <p14:cNvContentPartPr/>
                <p14:nvPr/>
              </p14:nvContentPartPr>
              <p14:xfrm>
                <a:off x="8543340" y="3390690"/>
                <a:ext cx="29520" cy="31392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78608CB3-CCBF-4FA8-9045-ED34C320CB4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525340" y="3372690"/>
                  <a:ext cx="651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01C48030-EC07-48D5-BA2A-6A88CED3CF7F}"/>
                    </a:ext>
                  </a:extLst>
                </p14:cNvPr>
                <p14:cNvContentPartPr/>
                <p14:nvPr/>
              </p14:nvContentPartPr>
              <p14:xfrm>
                <a:off x="8495820" y="3494010"/>
                <a:ext cx="158400" cy="2088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01C48030-EC07-48D5-BA2A-6A88CED3CF7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477820" y="3476010"/>
                  <a:ext cx="1940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F6BB9B27-8DF5-4338-9B06-71DFC1EC6485}"/>
                    </a:ext>
                  </a:extLst>
                </p14:cNvPr>
                <p14:cNvContentPartPr/>
                <p14:nvPr/>
              </p14:nvContentPartPr>
              <p14:xfrm>
                <a:off x="8693460" y="3400050"/>
                <a:ext cx="99360" cy="31356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F6BB9B27-8DF5-4338-9B06-71DFC1EC648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675820" y="3382410"/>
                  <a:ext cx="135000" cy="34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6837C519-CEC5-493D-BA08-3C7C444E35AD}"/>
              </a:ext>
            </a:extLst>
          </p:cNvPr>
          <p:cNvGrpSpPr/>
          <p:nvPr/>
        </p:nvGrpSpPr>
        <p:grpSpPr>
          <a:xfrm>
            <a:off x="8971740" y="3381330"/>
            <a:ext cx="1235520" cy="385200"/>
            <a:chOff x="8971740" y="3381330"/>
            <a:chExt cx="1235520" cy="3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A1485163-5C78-4C36-8839-C45E43C82150}"/>
                    </a:ext>
                  </a:extLst>
                </p14:cNvPr>
                <p14:cNvContentPartPr/>
                <p14:nvPr/>
              </p14:nvContentPartPr>
              <p14:xfrm>
                <a:off x="8971740" y="3428490"/>
                <a:ext cx="143640" cy="31320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A1485163-5C78-4C36-8839-C45E43C8215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954100" y="3410490"/>
                  <a:ext cx="1792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233413F1-EBF6-432D-93D7-A6252307EB76}"/>
                    </a:ext>
                  </a:extLst>
                </p14:cNvPr>
                <p14:cNvContentPartPr/>
                <p14:nvPr/>
              </p14:nvContentPartPr>
              <p14:xfrm>
                <a:off x="9229140" y="3593370"/>
                <a:ext cx="125280" cy="17316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233413F1-EBF6-432D-93D7-A6252307EB7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211500" y="3575730"/>
                  <a:ext cx="1609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529DB196-ACCE-41E1-AB8A-764FDC843C7F}"/>
                    </a:ext>
                  </a:extLst>
                </p14:cNvPr>
                <p14:cNvContentPartPr/>
                <p14:nvPr/>
              </p14:nvContentPartPr>
              <p14:xfrm>
                <a:off x="9439020" y="3381330"/>
                <a:ext cx="20880" cy="25632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529DB196-ACCE-41E1-AB8A-764FDC843C7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421020" y="3363330"/>
                  <a:ext cx="565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92C935A3-7A48-4BE5-B186-A8896AD9B3D3}"/>
                    </a:ext>
                  </a:extLst>
                </p14:cNvPr>
                <p14:cNvContentPartPr/>
                <p14:nvPr/>
              </p14:nvContentPartPr>
              <p14:xfrm>
                <a:off x="9514980" y="3562050"/>
                <a:ext cx="142560" cy="11448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92C935A3-7A48-4BE5-B186-A8896AD9B3D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497340" y="3544410"/>
                  <a:ext cx="1782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6A96EB84-DE7E-47D7-8DBA-DB2EF25925A7}"/>
                    </a:ext>
                  </a:extLst>
                </p14:cNvPr>
                <p14:cNvContentPartPr/>
                <p14:nvPr/>
              </p14:nvContentPartPr>
              <p14:xfrm>
                <a:off x="9686340" y="3552690"/>
                <a:ext cx="156960" cy="9936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6A96EB84-DE7E-47D7-8DBA-DB2EF25925A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668700" y="3534690"/>
                  <a:ext cx="192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0CB366AA-466C-4C85-B20F-F3A8B5B249B9}"/>
                    </a:ext>
                  </a:extLst>
                </p14:cNvPr>
                <p14:cNvContentPartPr/>
                <p14:nvPr/>
              </p14:nvContentPartPr>
              <p14:xfrm>
                <a:off x="9905580" y="3563490"/>
                <a:ext cx="116280" cy="9612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0CB366AA-466C-4C85-B20F-F3A8B5B249B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887940" y="3545490"/>
                  <a:ext cx="151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1AD45265-8212-4008-BC1B-3C4D2A1CE107}"/>
                    </a:ext>
                  </a:extLst>
                </p14:cNvPr>
                <p14:cNvContentPartPr/>
                <p14:nvPr/>
              </p14:nvContentPartPr>
              <p14:xfrm>
                <a:off x="10145340" y="3558450"/>
                <a:ext cx="61920" cy="9936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1AD45265-8212-4008-BC1B-3C4D2A1CE10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127340" y="3540810"/>
                  <a:ext cx="975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D458ABAC-F121-4294-A1D2-DC2EB5C02CE9}"/>
              </a:ext>
            </a:extLst>
          </p:cNvPr>
          <p:cNvGrpSpPr/>
          <p:nvPr/>
        </p:nvGrpSpPr>
        <p:grpSpPr>
          <a:xfrm>
            <a:off x="10468620" y="3381330"/>
            <a:ext cx="1039680" cy="342360"/>
            <a:chOff x="10468620" y="3381330"/>
            <a:chExt cx="103968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14A5030D-AB4D-4779-8EAF-861AC9C4A89E}"/>
                    </a:ext>
                  </a:extLst>
                </p14:cNvPr>
                <p14:cNvContentPartPr/>
                <p14:nvPr/>
              </p14:nvContentPartPr>
              <p14:xfrm>
                <a:off x="10468620" y="3409410"/>
                <a:ext cx="190080" cy="23004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14A5030D-AB4D-4779-8EAF-861AC9C4A89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450620" y="3391770"/>
                  <a:ext cx="2257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3E2A4163-F9BA-494E-BF5C-E147D314DD9E}"/>
                    </a:ext>
                  </a:extLst>
                </p14:cNvPr>
                <p14:cNvContentPartPr/>
                <p14:nvPr/>
              </p14:nvContentPartPr>
              <p14:xfrm>
                <a:off x="10762740" y="3536130"/>
                <a:ext cx="97200" cy="12168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3E2A4163-F9BA-494E-BF5C-E147D314DD9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744740" y="3518130"/>
                  <a:ext cx="132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91B41D17-F02D-4093-BBE9-303B176A7A8C}"/>
                    </a:ext>
                  </a:extLst>
                </p14:cNvPr>
                <p14:cNvContentPartPr/>
                <p14:nvPr/>
              </p14:nvContentPartPr>
              <p14:xfrm>
                <a:off x="10905660" y="3566730"/>
                <a:ext cx="67680" cy="8928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91B41D17-F02D-4093-BBE9-303B176A7A8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887660" y="3548730"/>
                  <a:ext cx="103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7AEBAEA5-FB44-4B53-B145-3A7E4E39452A}"/>
                    </a:ext>
                  </a:extLst>
                </p14:cNvPr>
                <p14:cNvContentPartPr/>
                <p14:nvPr/>
              </p14:nvContentPartPr>
              <p14:xfrm>
                <a:off x="11134260" y="3409410"/>
                <a:ext cx="171720" cy="24012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7AEBAEA5-FB44-4B53-B145-3A7E4E39452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116260" y="3391770"/>
                  <a:ext cx="2073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96A3F5DD-2D5A-4237-8FD1-A0F5ACEF0BDC}"/>
                    </a:ext>
                  </a:extLst>
                </p14:cNvPr>
                <p14:cNvContentPartPr/>
                <p14:nvPr/>
              </p14:nvContentPartPr>
              <p14:xfrm>
                <a:off x="11115180" y="3514530"/>
                <a:ext cx="161280" cy="1044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96A3F5DD-2D5A-4237-8FD1-A0F5ACEF0BD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097540" y="3496530"/>
                  <a:ext cx="196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8BE30C65-E7AF-436B-9FCC-6B18E176039E}"/>
                    </a:ext>
                  </a:extLst>
                </p14:cNvPr>
                <p14:cNvContentPartPr/>
                <p14:nvPr/>
              </p14:nvContentPartPr>
              <p14:xfrm>
                <a:off x="11420100" y="3381330"/>
                <a:ext cx="88200" cy="34236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8BE30C65-E7AF-436B-9FCC-6B18E176039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402100" y="3363330"/>
                  <a:ext cx="123840" cy="37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84A3BD7B-3C5C-466F-B9A0-D5108F5EA485}"/>
              </a:ext>
            </a:extLst>
          </p:cNvPr>
          <p:cNvGrpSpPr/>
          <p:nvPr/>
        </p:nvGrpSpPr>
        <p:grpSpPr>
          <a:xfrm>
            <a:off x="5904900" y="4514250"/>
            <a:ext cx="1065960" cy="296640"/>
            <a:chOff x="5904900" y="4514250"/>
            <a:chExt cx="106596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6A7AA321-2CE4-430C-B06A-3DBEB72EFAB5}"/>
                    </a:ext>
                  </a:extLst>
                </p14:cNvPr>
                <p14:cNvContentPartPr/>
                <p14:nvPr/>
              </p14:nvContentPartPr>
              <p14:xfrm>
                <a:off x="5904900" y="4629090"/>
                <a:ext cx="125280" cy="18180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6A7AA321-2CE4-430C-B06A-3DBEB72EFAB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86900" y="4611090"/>
                  <a:ext cx="1609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EA710731-421C-42AF-B76C-E0DDFB2587A9}"/>
                    </a:ext>
                  </a:extLst>
                </p14:cNvPr>
                <p14:cNvContentPartPr/>
                <p14:nvPr/>
              </p14:nvContentPartPr>
              <p14:xfrm>
                <a:off x="6038460" y="4701090"/>
                <a:ext cx="173880" cy="9000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EA710731-421C-42AF-B76C-E0DDFB2587A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020460" y="4683450"/>
                  <a:ext cx="2095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7EF69730-CF10-4E5A-88C9-8461985F6D23}"/>
                    </a:ext>
                  </a:extLst>
                </p14:cNvPr>
                <p14:cNvContentPartPr/>
                <p14:nvPr/>
              </p14:nvContentPartPr>
              <p14:xfrm>
                <a:off x="6266340" y="4674810"/>
                <a:ext cx="95400" cy="9756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7EF69730-CF10-4E5A-88C9-8461985F6D2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248700" y="4657170"/>
                  <a:ext cx="131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C699FA63-7219-4168-8025-DE036BE3C9CC}"/>
                    </a:ext>
                  </a:extLst>
                </p14:cNvPr>
                <p14:cNvContentPartPr/>
                <p14:nvPr/>
              </p14:nvContentPartPr>
              <p14:xfrm>
                <a:off x="6495300" y="4677330"/>
                <a:ext cx="124560" cy="7416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C699FA63-7219-4168-8025-DE036BE3C9C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477660" y="4659330"/>
                  <a:ext cx="160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49ABD4E8-330E-4ABE-9A15-9231898EF125}"/>
                    </a:ext>
                  </a:extLst>
                </p14:cNvPr>
                <p14:cNvContentPartPr/>
                <p14:nvPr/>
              </p14:nvContentPartPr>
              <p14:xfrm>
                <a:off x="6476580" y="4514250"/>
                <a:ext cx="56520" cy="16128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49ABD4E8-330E-4ABE-9A15-9231898EF12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458940" y="4496610"/>
                  <a:ext cx="92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5D9AC4AA-8D52-455F-8EEA-AFF3CD38688E}"/>
                    </a:ext>
                  </a:extLst>
                </p14:cNvPr>
                <p14:cNvContentPartPr/>
                <p14:nvPr/>
              </p14:nvContentPartPr>
              <p14:xfrm>
                <a:off x="6676380" y="4621170"/>
                <a:ext cx="56520" cy="12384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5D9AC4AA-8D52-455F-8EEA-AFF3CD38688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58740" y="4603530"/>
                  <a:ext cx="921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2B5E9B2D-7EDA-4310-B4A0-D0FE770C227D}"/>
                    </a:ext>
                  </a:extLst>
                </p14:cNvPr>
                <p14:cNvContentPartPr/>
                <p14:nvPr/>
              </p14:nvContentPartPr>
              <p14:xfrm>
                <a:off x="6783660" y="4666890"/>
                <a:ext cx="187200" cy="7740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2B5E9B2D-7EDA-4310-B4A0-D0FE770C227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765660" y="4648890"/>
                  <a:ext cx="22284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13022B48-8B62-4D6A-BF6C-3CD969AD1B8D}"/>
              </a:ext>
            </a:extLst>
          </p:cNvPr>
          <p:cNvGrpSpPr/>
          <p:nvPr/>
        </p:nvGrpSpPr>
        <p:grpSpPr>
          <a:xfrm>
            <a:off x="7305300" y="4657530"/>
            <a:ext cx="340200" cy="82080"/>
            <a:chOff x="7305300" y="4657530"/>
            <a:chExt cx="340200" cy="8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F66CD19A-1C50-421B-A841-AF5AF668A3E7}"/>
                    </a:ext>
                  </a:extLst>
                </p14:cNvPr>
                <p14:cNvContentPartPr/>
                <p14:nvPr/>
              </p14:nvContentPartPr>
              <p14:xfrm>
                <a:off x="7305300" y="4657530"/>
                <a:ext cx="135000" cy="7992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F66CD19A-1C50-421B-A841-AF5AF668A3E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287300" y="4639530"/>
                  <a:ext cx="1706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AABE485D-17BC-4995-886E-F5BBA3F93F6D}"/>
                    </a:ext>
                  </a:extLst>
                </p14:cNvPr>
                <p14:cNvContentPartPr/>
                <p14:nvPr/>
              </p14:nvContentPartPr>
              <p14:xfrm>
                <a:off x="7514820" y="4674450"/>
                <a:ext cx="130680" cy="6516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AABE485D-17BC-4995-886E-F5BBA3F93F6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496820" y="4656810"/>
                  <a:ext cx="16632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DF6D124F-6911-45D9-8855-62C87588F7E0}"/>
              </a:ext>
            </a:extLst>
          </p:cNvPr>
          <p:cNvGrpSpPr/>
          <p:nvPr/>
        </p:nvGrpSpPr>
        <p:grpSpPr>
          <a:xfrm>
            <a:off x="8143380" y="4481850"/>
            <a:ext cx="317160" cy="195480"/>
            <a:chOff x="8143380" y="4481850"/>
            <a:chExt cx="317160" cy="19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DCB75E49-88A5-467C-8DF5-2268358DB255}"/>
                    </a:ext>
                  </a:extLst>
                </p14:cNvPr>
                <p14:cNvContentPartPr/>
                <p14:nvPr/>
              </p14:nvContentPartPr>
              <p14:xfrm>
                <a:off x="8143380" y="4551690"/>
                <a:ext cx="170640" cy="12564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DCB75E49-88A5-467C-8DF5-2268358DB25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125740" y="4533690"/>
                  <a:ext cx="206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647FFE8F-2523-4ECD-A2F8-3289266D4F9E}"/>
                    </a:ext>
                  </a:extLst>
                </p14:cNvPr>
                <p14:cNvContentPartPr/>
                <p14:nvPr/>
              </p14:nvContentPartPr>
              <p14:xfrm>
                <a:off x="8429220" y="4590930"/>
                <a:ext cx="31320" cy="6372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647FFE8F-2523-4ECD-A2F8-3289266D4F9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411220" y="4572930"/>
                  <a:ext cx="66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7998FC07-9190-47D9-8890-55880F2277FC}"/>
                    </a:ext>
                  </a:extLst>
                </p14:cNvPr>
                <p14:cNvContentPartPr/>
                <p14:nvPr/>
              </p14:nvContentPartPr>
              <p14:xfrm>
                <a:off x="8441460" y="4481850"/>
                <a:ext cx="16920" cy="540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7998FC07-9190-47D9-8890-55880F2277F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423820" y="4463850"/>
                  <a:ext cx="5256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0262DA8C-9EF5-46E8-8162-E56865FE3C01}"/>
              </a:ext>
            </a:extLst>
          </p:cNvPr>
          <p:cNvGrpSpPr/>
          <p:nvPr/>
        </p:nvGrpSpPr>
        <p:grpSpPr>
          <a:xfrm>
            <a:off x="8648460" y="4543050"/>
            <a:ext cx="142920" cy="97920"/>
            <a:chOff x="8648460" y="4543050"/>
            <a:chExt cx="142920" cy="9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0A1B074C-6407-4231-9752-AEAACF95B584}"/>
                    </a:ext>
                  </a:extLst>
                </p14:cNvPr>
                <p14:cNvContentPartPr/>
                <p14:nvPr/>
              </p14:nvContentPartPr>
              <p14:xfrm>
                <a:off x="8648460" y="4571490"/>
                <a:ext cx="129960" cy="6948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0A1B074C-6407-4231-9752-AEAACF95B58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630460" y="4553490"/>
                  <a:ext cx="165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F11A7007-D9F6-4748-95B7-E2B7F5A16C87}"/>
                    </a:ext>
                  </a:extLst>
                </p14:cNvPr>
                <p14:cNvContentPartPr/>
                <p14:nvPr/>
              </p14:nvContentPartPr>
              <p14:xfrm>
                <a:off x="8649540" y="4543050"/>
                <a:ext cx="141840" cy="9576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F11A7007-D9F6-4748-95B7-E2B7F5A16C8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631540" y="4525410"/>
                  <a:ext cx="17748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EA406CD9-7177-411C-A630-C9C7245C2F85}"/>
                  </a:ext>
                </a:extLst>
              </p14:cNvPr>
              <p14:cNvContentPartPr/>
              <p14:nvPr/>
            </p14:nvContentPartPr>
            <p14:xfrm>
              <a:off x="8943300" y="4559970"/>
              <a:ext cx="152640" cy="80640"/>
            </p14:xfrm>
          </p:contentPart>
        </mc:Choice>
        <mc:Fallback xmlns=""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EA406CD9-7177-411C-A630-C9C7245C2F85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8925660" y="4542330"/>
                <a:ext cx="18828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15E988EE-A3EC-4862-9ACF-4CE5164A87B5}"/>
              </a:ext>
            </a:extLst>
          </p:cNvPr>
          <p:cNvGrpSpPr/>
          <p:nvPr/>
        </p:nvGrpSpPr>
        <p:grpSpPr>
          <a:xfrm>
            <a:off x="9372420" y="4333530"/>
            <a:ext cx="651240" cy="358560"/>
            <a:chOff x="9372420" y="4333530"/>
            <a:chExt cx="65124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AB869F94-417E-4E7C-886C-084A2C525892}"/>
                    </a:ext>
                  </a:extLst>
                </p14:cNvPr>
                <p14:cNvContentPartPr/>
                <p14:nvPr/>
              </p14:nvContentPartPr>
              <p14:xfrm>
                <a:off x="9372420" y="4524690"/>
                <a:ext cx="95760" cy="12168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AB869F94-417E-4E7C-886C-084A2C52589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354420" y="4507050"/>
                  <a:ext cx="1314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80722B76-1285-46A3-A4FE-D03DB2525C5A}"/>
                    </a:ext>
                  </a:extLst>
                </p14:cNvPr>
                <p14:cNvContentPartPr/>
                <p14:nvPr/>
              </p14:nvContentPartPr>
              <p14:xfrm>
                <a:off x="9516420" y="4531890"/>
                <a:ext cx="112320" cy="10584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80722B76-1285-46A3-A4FE-D03DB2525C5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498780" y="4513890"/>
                  <a:ext cx="1479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F1483A95-F451-4ADF-AFCB-20BDCBEA45F3}"/>
                    </a:ext>
                  </a:extLst>
                </p14:cNvPr>
                <p14:cNvContentPartPr/>
                <p14:nvPr/>
              </p14:nvContentPartPr>
              <p14:xfrm>
                <a:off x="9735300" y="4553490"/>
                <a:ext cx="150840" cy="8712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F1483A95-F451-4ADF-AFCB-20BDCBEA45F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717660" y="4535490"/>
                  <a:ext cx="186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58EC07A4-53D4-498B-B9EF-A59A8D3F984B}"/>
                    </a:ext>
                  </a:extLst>
                </p14:cNvPr>
                <p14:cNvContentPartPr/>
                <p14:nvPr/>
              </p14:nvContentPartPr>
              <p14:xfrm>
                <a:off x="9962460" y="4333530"/>
                <a:ext cx="61200" cy="35856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58EC07A4-53D4-498B-B9EF-A59A8D3F984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944820" y="4315530"/>
                  <a:ext cx="96840" cy="39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Agrupar 133">
            <a:extLst>
              <a:ext uri="{FF2B5EF4-FFF2-40B4-BE49-F238E27FC236}">
                <a16:creationId xmlns:a16="http://schemas.microsoft.com/office/drawing/2014/main" id="{49845B8A-254E-4BF4-93E9-6BC7D66F5044}"/>
              </a:ext>
            </a:extLst>
          </p:cNvPr>
          <p:cNvGrpSpPr/>
          <p:nvPr/>
        </p:nvGrpSpPr>
        <p:grpSpPr>
          <a:xfrm>
            <a:off x="9248220" y="5048130"/>
            <a:ext cx="246960" cy="143640"/>
            <a:chOff x="9248220" y="5048130"/>
            <a:chExt cx="2469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EBAB6318-0D81-4F91-9755-00CF8D385BB4}"/>
                    </a:ext>
                  </a:extLst>
                </p14:cNvPr>
                <p14:cNvContentPartPr/>
                <p14:nvPr/>
              </p14:nvContentPartPr>
              <p14:xfrm>
                <a:off x="9248220" y="5048130"/>
                <a:ext cx="48600" cy="14364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EBAB6318-0D81-4F91-9755-00CF8D385BB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230220" y="5030130"/>
                  <a:ext cx="84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C56D6643-088F-460C-8E0E-E49461994D13}"/>
                    </a:ext>
                  </a:extLst>
                </p14:cNvPr>
                <p14:cNvContentPartPr/>
                <p14:nvPr/>
              </p14:nvContentPartPr>
              <p14:xfrm>
                <a:off x="9324540" y="5048130"/>
                <a:ext cx="170640" cy="12312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C56D6643-088F-460C-8E0E-E49461994D1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306900" y="5030130"/>
                  <a:ext cx="20628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C46159F9-322E-4948-93B7-0C63967BB281}"/>
                  </a:ext>
                </a:extLst>
              </p14:cNvPr>
              <p14:cNvContentPartPr/>
              <p14:nvPr/>
            </p14:nvContentPartPr>
            <p14:xfrm>
              <a:off x="9333900" y="4828890"/>
              <a:ext cx="78120" cy="88560"/>
            </p14:xfrm>
          </p:contentPart>
        </mc:Choice>
        <mc:Fallback xmlns=""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C46159F9-322E-4948-93B7-0C63967BB281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9315900" y="4810890"/>
                <a:ext cx="11376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3DAE8FA4-2706-445C-AC90-20F8253CBCA3}"/>
              </a:ext>
            </a:extLst>
          </p:cNvPr>
          <p:cNvGrpSpPr/>
          <p:nvPr/>
        </p:nvGrpSpPr>
        <p:grpSpPr>
          <a:xfrm>
            <a:off x="9648180" y="5085210"/>
            <a:ext cx="228240" cy="77400"/>
            <a:chOff x="9648180" y="5085210"/>
            <a:chExt cx="228240" cy="7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F85DB527-5765-4E72-BC82-AB11DCA9EACC}"/>
                    </a:ext>
                  </a:extLst>
                </p14:cNvPr>
                <p14:cNvContentPartPr/>
                <p14:nvPr/>
              </p14:nvContentPartPr>
              <p14:xfrm>
                <a:off x="9648180" y="5085210"/>
                <a:ext cx="171000" cy="1080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F85DB527-5765-4E72-BC82-AB11DCA9EAC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630540" y="5067210"/>
                  <a:ext cx="206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C331990E-90E0-4B76-8F04-1B0B543BFD66}"/>
                    </a:ext>
                  </a:extLst>
                </p14:cNvPr>
                <p14:cNvContentPartPr/>
                <p14:nvPr/>
              </p14:nvContentPartPr>
              <p14:xfrm>
                <a:off x="9715500" y="5151450"/>
                <a:ext cx="160920" cy="1116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C331990E-90E0-4B76-8F04-1B0B543BFD6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697500" y="5133450"/>
                  <a:ext cx="19656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D81A28A1-DF88-44B3-B3F3-E6B508C51E04}"/>
                  </a:ext>
                </a:extLst>
              </p14:cNvPr>
              <p14:cNvContentPartPr/>
              <p14:nvPr/>
            </p14:nvContentPartPr>
            <p14:xfrm>
              <a:off x="10077300" y="5017530"/>
              <a:ext cx="160920" cy="136440"/>
            </p14:xfrm>
          </p:contentPart>
        </mc:Choice>
        <mc:Fallback xmlns=""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D81A28A1-DF88-44B3-B3F3-E6B508C51E04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10059300" y="4999890"/>
                <a:ext cx="196560" cy="1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70661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559</Words>
  <Application>Microsoft Office PowerPoint</Application>
  <PresentationFormat>Widescreen</PresentationFormat>
  <Paragraphs>34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Tema do Office</vt:lpstr>
      <vt:lpstr>Lugar Geométrico das Raízes</vt:lpstr>
      <vt:lpstr>Propriedades do LGR. Deduzidas pelas Condições de Ângulo</vt:lpstr>
      <vt:lpstr>Condições de ângulo em função dos polos e zeros de F(S).</vt:lpstr>
      <vt:lpstr>K em zero e K no infinito – Assintotas = zeros no infinito</vt:lpstr>
      <vt:lpstr>G1H1=F(S)=Q(S)/P(S) Q(S)=0 fornece os m zeros de F, P(S)=0 fornece as n polos de F</vt:lpstr>
      <vt:lpstr>Obtenção das assíntotas: centro.</vt:lpstr>
      <vt:lpstr>Obtenção das assíntotas: ângulos.</vt:lpstr>
      <vt:lpstr>Explicação para os ângulos das assíntotas</vt:lpstr>
      <vt:lpstr>Propriedade: Distribuição angular uniforme e alternada, nos pontos de cruzamento de caminhos do LGR, entre as tangentes dos caminhos positivos e negativos, no ponto. </vt:lpstr>
      <vt:lpstr>Explicação sobre LGR: Distribuição angular uniforme e alternada de assíntotas.</vt:lpstr>
      <vt:lpstr>Propriedade: Simetria do LGR</vt:lpstr>
      <vt:lpstr>Propriedade: LGR ocupa todo o eixo real. Obs: no texto abaixo considere “par”=&gt;”par ou nulo”.</vt:lpstr>
      <vt:lpstr>Explicação sobre LGR no eixo real: A contribuição angular de complexos conjugados é nula, polos ou zeros.</vt:lpstr>
      <vt:lpstr>Explicação sobre LGR no eixo real. Exemplo.</vt:lpstr>
      <vt:lpstr>Explicação sobre LGR no eixo real. Terminar em sala</vt:lpstr>
      <vt:lpstr>Observação sobre simetria vertical no LGR: </vt:lpstr>
      <vt:lpstr>Explicação sobre LGR: Esboço..</vt:lpstr>
      <vt:lpstr>Exemplo esboço LGR: F(S)=(S+1)/S(S+4)(S+1+j)(S+1-j)</vt:lpstr>
      <vt:lpstr>LGR Matlab: F(S)=(S+1)/S(S+4)(S+1+j)(S+1-j) </vt:lpstr>
      <vt:lpstr> Estudar os aspectos quantitativos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Lugar Geométrico das Raízes</dc:title>
  <dc:creator>79376</dc:creator>
  <cp:lastModifiedBy>79376</cp:lastModifiedBy>
  <cp:revision>43</cp:revision>
  <dcterms:created xsi:type="dcterms:W3CDTF">2021-02-08T14:40:20Z</dcterms:created>
  <dcterms:modified xsi:type="dcterms:W3CDTF">2021-06-18T18:15:48Z</dcterms:modified>
</cp:coreProperties>
</file>